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3" r:id="rId1"/>
  </p:sldMasterIdLst>
  <p:notesMasterIdLst>
    <p:notesMasterId r:id="rId9"/>
  </p:notesMasterIdLst>
  <p:sldIdLst>
    <p:sldId id="256" r:id="rId2"/>
    <p:sldId id="315" r:id="rId3"/>
    <p:sldId id="320" r:id="rId4"/>
    <p:sldId id="272" r:id="rId5"/>
    <p:sldId id="319" r:id="rId6"/>
    <p:sldId id="325" r:id="rId7"/>
    <p:sldId id="267" r:id="rId8"/>
  </p:sldIdLst>
  <p:sldSz cx="9144000" cy="5143500" type="screen16x9"/>
  <p:notesSz cx="6858000" cy="9144000"/>
  <p:embeddedFontLst>
    <p:embeddedFont>
      <p:font typeface="Domine" panose="020B0604020202020204" charset="0"/>
      <p:regular r:id="rId10"/>
      <p:bold r:id="rId11"/>
    </p:embeddedFont>
    <p:embeddedFont>
      <p:font typeface="Lato" panose="020F0502020204030203" pitchFamily="34" charset="0"/>
      <p:regular r:id="rId12"/>
      <p:bold r:id="rId13"/>
      <p:italic r:id="rId14"/>
      <p:boldItalic r:id="rId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E19CCAC0-B15E-4C32-BFD4-A57A00DB3AD6}">
  <a:tblStyle styleId="{E19CCAC0-B15E-4C32-BFD4-A57A00DB3AD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5A9F575-87D3-4306-96B7-418B0E1CD65F}"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9899" autoAdjust="0"/>
  </p:normalViewPr>
  <p:slideViewPr>
    <p:cSldViewPr snapToGrid="0">
      <p:cViewPr>
        <p:scale>
          <a:sx n="100" d="100"/>
          <a:sy n="100" d="100"/>
        </p:scale>
        <p:origin x="1914" y="2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font" Target="fonts/font6.fntdata"/><Relationship Id="rId10" Type="http://schemas.openxmlformats.org/officeDocument/2006/relationships/font" Target="fonts/font1.fntdata"/><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font" Target="fonts/font5.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5ef4b8257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5ef4b8257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Lessons Learned</a:t>
            </a:r>
            <a:br>
              <a:rPr lang="en-US" dirty="0"/>
            </a:br>
            <a:br>
              <a:rPr lang="en-US" dirty="0"/>
            </a:br>
            <a:r>
              <a:rPr lang="en-US" dirty="0"/>
              <a:t>Future Prevention </a:t>
            </a:r>
            <a:br>
              <a:rPr lang="en-US" dirty="0"/>
            </a:br>
            <a:br>
              <a:rPr lang="en-US" dirty="0"/>
            </a:br>
            <a:r>
              <a:rPr lang="en-US" dirty="0"/>
              <a:t>Fleet Intelligence </a:t>
            </a:r>
          </a:p>
        </p:txBody>
      </p:sp>
    </p:spTree>
    <p:extLst>
      <p:ext uri="{BB962C8B-B14F-4D97-AF65-F5344CB8AC3E}">
        <p14:creationId xmlns:p14="http://schemas.microsoft.com/office/powerpoint/2010/main" val="5436655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8">
          <a:extLst>
            <a:ext uri="{FF2B5EF4-FFF2-40B4-BE49-F238E27FC236}">
              <a16:creationId xmlns:a16="http://schemas.microsoft.com/office/drawing/2014/main" id="{455A3FE5-D9F5-9F91-233A-0C8F3BEE1BC4}"/>
            </a:ext>
          </a:extLst>
        </p:cNvPr>
        <p:cNvGrpSpPr/>
        <p:nvPr/>
      </p:nvGrpSpPr>
      <p:grpSpPr>
        <a:xfrm>
          <a:off x="0" y="0"/>
          <a:ext cx="0" cy="0"/>
          <a:chOff x="0" y="0"/>
          <a:chExt cx="0" cy="0"/>
        </a:xfrm>
      </p:grpSpPr>
      <p:sp>
        <p:nvSpPr>
          <p:cNvPr id="3509" name="Google Shape;3509;g54dda1946d_6_358:notes">
            <a:extLst>
              <a:ext uri="{FF2B5EF4-FFF2-40B4-BE49-F238E27FC236}">
                <a16:creationId xmlns:a16="http://schemas.microsoft.com/office/drawing/2014/main" id="{F742F671-7F71-FFEA-9822-64B64F72D0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0" name="Google Shape;3510;g54dda1946d_6_358:notes">
            <a:extLst>
              <a:ext uri="{FF2B5EF4-FFF2-40B4-BE49-F238E27FC236}">
                <a16:creationId xmlns:a16="http://schemas.microsoft.com/office/drawing/2014/main" id="{DB93ABB4-2E28-52B7-C42E-93AD2044E02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Called </a:t>
            </a:r>
            <a:r>
              <a:rPr lang="en-US" dirty="0" err="1"/>
              <a:t>theseus</a:t>
            </a:r>
            <a:r>
              <a:rPr lang="en-US" dirty="0"/>
              <a:t> </a:t>
            </a:r>
            <a:r>
              <a:rPr lang="en-US" dirty="0" err="1"/>
              <a:t>bc</a:t>
            </a:r>
            <a:r>
              <a:rPr lang="en-US" dirty="0"/>
              <a:t> model updates itself but retains its </a:t>
            </a:r>
            <a:r>
              <a:rPr lang="en-US" dirty="0" err="1"/>
              <a:t>identiy</a:t>
            </a:r>
            <a:r>
              <a:rPr lang="en-US" dirty="0"/>
              <a:t> </a:t>
            </a:r>
            <a:endParaRPr dirty="0"/>
          </a:p>
        </p:txBody>
      </p:sp>
    </p:spTree>
    <p:extLst>
      <p:ext uri="{BB962C8B-B14F-4D97-AF65-F5344CB8AC3E}">
        <p14:creationId xmlns:p14="http://schemas.microsoft.com/office/powerpoint/2010/main" val="36767246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5"/>
        <p:cNvGrpSpPr/>
        <p:nvPr/>
      </p:nvGrpSpPr>
      <p:grpSpPr>
        <a:xfrm>
          <a:off x="0" y="0"/>
          <a:ext cx="0" cy="0"/>
          <a:chOff x="0" y="0"/>
          <a:chExt cx="0" cy="0"/>
        </a:xfrm>
      </p:grpSpPr>
      <p:sp>
        <p:nvSpPr>
          <p:cNvPr id="3526" name="Google Shape;3526;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27" name="Google Shape;3527;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100" b="0" i="0" u="none" strike="noStrike" cap="none" dirty="0">
                <a:solidFill>
                  <a:srgbClr val="000000"/>
                </a:solidFill>
                <a:effectLst/>
                <a:latin typeface="Arial"/>
                <a:ea typeface="Arial"/>
                <a:cs typeface="Arial"/>
                <a:sym typeface="Arial"/>
              </a:rPr>
              <a:t>Our vision is that every UUV will run its own local AI model that learns while on mission and shares valuable lessons learned with the fleet upon resurfacing, improving the entire fleet with every mission. The model is constantly learning, it is constantly evolving, disproving assumptions, confirming hypotheses, and generating precious real-world data while retaining its roots, much like the mythical ship of Theseus. </a:t>
            </a:r>
            <a:endParaRPr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5">
          <a:extLst>
            <a:ext uri="{FF2B5EF4-FFF2-40B4-BE49-F238E27FC236}">
              <a16:creationId xmlns:a16="http://schemas.microsoft.com/office/drawing/2014/main" id="{2D50414A-9E29-6450-EE46-DF18D607AF3C}"/>
            </a:ext>
          </a:extLst>
        </p:cNvPr>
        <p:cNvGrpSpPr/>
        <p:nvPr/>
      </p:nvGrpSpPr>
      <p:grpSpPr>
        <a:xfrm>
          <a:off x="0" y="0"/>
          <a:ext cx="0" cy="0"/>
          <a:chOff x="0" y="0"/>
          <a:chExt cx="0" cy="0"/>
        </a:xfrm>
      </p:grpSpPr>
      <p:sp>
        <p:nvSpPr>
          <p:cNvPr id="3516" name="Google Shape;3516;g54dda1946d_4_2726:notes">
            <a:extLst>
              <a:ext uri="{FF2B5EF4-FFF2-40B4-BE49-F238E27FC236}">
                <a16:creationId xmlns:a16="http://schemas.microsoft.com/office/drawing/2014/main" id="{C29D1EAA-F0FB-5485-2A8F-0C60176E6E9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17" name="Google Shape;3517;g54dda1946d_4_2726:notes">
            <a:extLst>
              <a:ext uri="{FF2B5EF4-FFF2-40B4-BE49-F238E27FC236}">
                <a16:creationId xmlns:a16="http://schemas.microsoft.com/office/drawing/2014/main" id="{5F89686A-2C4F-80FA-9B7C-E688F33A266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sz="1100" dirty="0"/>
              <a:t>Low-cost, credit card-sized computer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Report back to central computer when resurface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$100-200 depending on model and storage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Working on </a:t>
            </a:r>
            <a:r>
              <a:rPr lang="en-US" dirty="0" err="1"/>
              <a:t>nist</a:t>
            </a:r>
            <a:r>
              <a:rPr lang="en-US" dirty="0"/>
              <a:t>/</a:t>
            </a:r>
            <a:r>
              <a:rPr lang="en-US" dirty="0" err="1"/>
              <a:t>stigs</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Low cost and security means can cross valley of death many projects fall into </a:t>
            </a:r>
          </a:p>
        </p:txBody>
      </p:sp>
    </p:spTree>
    <p:extLst>
      <p:ext uri="{BB962C8B-B14F-4D97-AF65-F5344CB8AC3E}">
        <p14:creationId xmlns:p14="http://schemas.microsoft.com/office/powerpoint/2010/main" val="18951344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1"/>
        <p:cNvGrpSpPr/>
        <p:nvPr/>
      </p:nvGrpSpPr>
      <p:grpSpPr>
        <a:xfrm>
          <a:off x="0" y="0"/>
          <a:ext cx="0" cy="0"/>
          <a:chOff x="0" y="0"/>
          <a:chExt cx="0" cy="0"/>
        </a:xfrm>
      </p:grpSpPr>
      <p:sp>
        <p:nvSpPr>
          <p:cNvPr id="2312" name="Google Shape;2312;g54dda1946d_6_3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3" name="Google Shape;2313;g54dda1946d_6_3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82850" y="180600"/>
            <a:ext cx="8778300" cy="4782300"/>
          </a:xfrm>
          <a:prstGeom prst="roundRect">
            <a:avLst>
              <a:gd name="adj" fmla="val 3985"/>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100" y="1483099"/>
            <a:ext cx="4572000" cy="1645800"/>
          </a:xfrm>
          <a:prstGeom prst="rect">
            <a:avLst/>
          </a:prstGeom>
        </p:spPr>
        <p:txBody>
          <a:bodyPr spcFirstLastPara="1" wrap="square" lIns="91425" tIns="91425" rIns="91425" bIns="91425" anchor="b" anchorCtr="0">
            <a:noAutofit/>
          </a:bodyPr>
          <a:lstStyle>
            <a:lvl1pPr lvl="0" algn="ctr">
              <a:spcBef>
                <a:spcPts val="0"/>
              </a:spcBef>
              <a:spcAft>
                <a:spcPts val="0"/>
              </a:spcAft>
              <a:buClr>
                <a:srgbClr val="191919"/>
              </a:buClr>
              <a:buSzPts val="5200"/>
              <a:buNone/>
              <a:defRPr sz="5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100" y="3675888"/>
            <a:ext cx="4572000" cy="411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8"/>
        <p:cNvGrpSpPr/>
        <p:nvPr/>
      </p:nvGrpSpPr>
      <p:grpSpPr>
        <a:xfrm>
          <a:off x="0" y="0"/>
          <a:ext cx="0" cy="0"/>
          <a:chOff x="0" y="0"/>
          <a:chExt cx="0" cy="0"/>
        </a:xfrm>
      </p:grpSpPr>
      <p:sp>
        <p:nvSpPr>
          <p:cNvPr id="39" name="Google Shape;39;p8"/>
          <p:cNvSpPr/>
          <p:nvPr/>
        </p:nvSpPr>
        <p:spPr>
          <a:xfrm>
            <a:off x="182850" y="180600"/>
            <a:ext cx="8778300" cy="4782300"/>
          </a:xfrm>
          <a:prstGeom prst="roundRect">
            <a:avLst>
              <a:gd name="adj" fmla="val 3985"/>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 name="Google Shape;40;p8"/>
          <p:cNvGrpSpPr/>
          <p:nvPr/>
        </p:nvGrpSpPr>
        <p:grpSpPr>
          <a:xfrm flipH="1">
            <a:off x="6346225" y="180500"/>
            <a:ext cx="2619300" cy="4782900"/>
            <a:chOff x="182850" y="180500"/>
            <a:chExt cx="2619300" cy="4782900"/>
          </a:xfrm>
        </p:grpSpPr>
        <p:sp>
          <p:nvSpPr>
            <p:cNvPr id="41" name="Google Shape;41;p8"/>
            <p:cNvSpPr/>
            <p:nvPr/>
          </p:nvSpPr>
          <p:spPr>
            <a:xfrm rot="-5400000">
              <a:off x="-898950" y="1262300"/>
              <a:ext cx="4782900" cy="2619300"/>
            </a:xfrm>
            <a:prstGeom prst="round2SameRect">
              <a:avLst>
                <a:gd name="adj1" fmla="val 7952"/>
                <a:gd name="adj2" fmla="val 0"/>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8"/>
            <p:cNvSpPr/>
            <p:nvPr/>
          </p:nvSpPr>
          <p:spPr>
            <a:xfrm rot="-5400000">
              <a:off x="-827400" y="1374150"/>
              <a:ext cx="4613400" cy="2395200"/>
            </a:xfrm>
            <a:prstGeom prst="round2SameRect">
              <a:avLst>
                <a:gd name="adj1" fmla="val 6184"/>
                <a:gd name="adj2" fmla="val 0"/>
              </a:avLst>
            </a:prstGeom>
            <a:solidFill>
              <a:schemeClr val="dk1"/>
            </a:solidFill>
            <a:ln w="9525" cap="flat" cmpd="sng">
              <a:solidFill>
                <a:schemeClr val="accent4"/>
              </a:solidFill>
              <a:prstDash val="dash"/>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 name="Google Shape;43;p8"/>
          <p:cNvSpPr txBox="1">
            <a:spLocks noGrp="1"/>
          </p:cNvSpPr>
          <p:nvPr>
            <p:ph type="title"/>
          </p:nvPr>
        </p:nvSpPr>
        <p:spPr>
          <a:xfrm>
            <a:off x="714750" y="1565838"/>
            <a:ext cx="5020200" cy="20118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6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182850" y="180600"/>
            <a:ext cx="8778300" cy="4782300"/>
          </a:xfrm>
          <a:prstGeom prst="roundRect">
            <a:avLst>
              <a:gd name="adj" fmla="val 3985"/>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1371600" y="1496250"/>
            <a:ext cx="6400800" cy="1188600"/>
          </a:xfrm>
          <a:prstGeom prst="rect">
            <a:avLst/>
          </a:prstGeom>
        </p:spPr>
        <p:txBody>
          <a:bodyPr spcFirstLastPara="1" wrap="square" lIns="91425" tIns="91425" rIns="91425" bIns="91425" anchor="b" anchorCtr="0">
            <a:noAutofit/>
          </a:bodyPr>
          <a:lstStyle>
            <a:lvl1pPr lvl="0" algn="ctr">
              <a:spcBef>
                <a:spcPts val="0"/>
              </a:spcBef>
              <a:spcAft>
                <a:spcPts val="0"/>
              </a:spcAft>
              <a:buSzPts val="9600"/>
              <a:buNone/>
              <a:defRPr sz="65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54" name="Google Shape;54;p11"/>
          <p:cNvSpPr txBox="1">
            <a:spLocks noGrp="1"/>
          </p:cNvSpPr>
          <p:nvPr>
            <p:ph type="subTitle" idx="1"/>
          </p:nvPr>
        </p:nvSpPr>
        <p:spPr>
          <a:xfrm>
            <a:off x="1371600" y="3235650"/>
            <a:ext cx="6400800" cy="41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600"/>
              <a:buNone/>
              <a:defRPr sz="1600"/>
            </a:lvl1pPr>
            <a:lvl2pPr lvl="1" algn="ctr" rtl="0">
              <a:lnSpc>
                <a:spcPct val="100000"/>
              </a:lnSpc>
              <a:spcBef>
                <a:spcPts val="0"/>
              </a:spcBef>
              <a:spcAft>
                <a:spcPts val="0"/>
              </a:spcAft>
              <a:buSzPts val="1600"/>
              <a:buNone/>
              <a:defRPr sz="1600"/>
            </a:lvl2pPr>
            <a:lvl3pPr lvl="2" algn="ctr" rtl="0">
              <a:lnSpc>
                <a:spcPct val="100000"/>
              </a:lnSpc>
              <a:spcBef>
                <a:spcPts val="0"/>
              </a:spcBef>
              <a:spcAft>
                <a:spcPts val="0"/>
              </a:spcAft>
              <a:buSzPts val="1600"/>
              <a:buNone/>
              <a:defRPr sz="1600"/>
            </a:lvl3pPr>
            <a:lvl4pPr lvl="3" algn="ctr" rtl="0">
              <a:lnSpc>
                <a:spcPct val="100000"/>
              </a:lnSpc>
              <a:spcBef>
                <a:spcPts val="0"/>
              </a:spcBef>
              <a:spcAft>
                <a:spcPts val="0"/>
              </a:spcAft>
              <a:buSzPts val="1600"/>
              <a:buNone/>
              <a:defRPr sz="1600"/>
            </a:lvl4pPr>
            <a:lvl5pPr lvl="4" algn="ctr" rtl="0">
              <a:lnSpc>
                <a:spcPct val="100000"/>
              </a:lnSpc>
              <a:spcBef>
                <a:spcPts val="0"/>
              </a:spcBef>
              <a:spcAft>
                <a:spcPts val="0"/>
              </a:spcAft>
              <a:buSzPts val="1600"/>
              <a:buNone/>
              <a:defRPr sz="1600"/>
            </a:lvl5pPr>
            <a:lvl6pPr lvl="5" algn="ctr" rtl="0">
              <a:lnSpc>
                <a:spcPct val="100000"/>
              </a:lnSpc>
              <a:spcBef>
                <a:spcPts val="0"/>
              </a:spcBef>
              <a:spcAft>
                <a:spcPts val="0"/>
              </a:spcAft>
              <a:buSzPts val="1600"/>
              <a:buNone/>
              <a:defRPr sz="1600"/>
            </a:lvl6pPr>
            <a:lvl7pPr lvl="6" algn="ctr" rtl="0">
              <a:lnSpc>
                <a:spcPct val="100000"/>
              </a:lnSpc>
              <a:spcBef>
                <a:spcPts val="0"/>
              </a:spcBef>
              <a:spcAft>
                <a:spcPts val="0"/>
              </a:spcAft>
              <a:buSzPts val="1600"/>
              <a:buNone/>
              <a:defRPr sz="1600"/>
            </a:lvl7pPr>
            <a:lvl8pPr lvl="7" algn="ctr" rtl="0">
              <a:lnSpc>
                <a:spcPct val="100000"/>
              </a:lnSpc>
              <a:spcBef>
                <a:spcPts val="0"/>
              </a:spcBef>
              <a:spcAft>
                <a:spcPts val="0"/>
              </a:spcAft>
              <a:buSzPts val="1600"/>
              <a:buNone/>
              <a:defRPr sz="1600"/>
            </a:lvl8pPr>
            <a:lvl9pPr lvl="8" algn="ctr" rtl="0">
              <a:lnSpc>
                <a:spcPct val="100000"/>
              </a:lnSpc>
              <a:spcBef>
                <a:spcPts val="0"/>
              </a:spcBef>
              <a:spcAft>
                <a:spcPts val="0"/>
              </a:spcAft>
              <a:buSzPts val="1600"/>
              <a:buNone/>
              <a:defRPr sz="16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71"/>
        <p:cNvGrpSpPr/>
        <p:nvPr/>
      </p:nvGrpSpPr>
      <p:grpSpPr>
        <a:xfrm>
          <a:off x="0" y="0"/>
          <a:ext cx="0" cy="0"/>
          <a:chOff x="0" y="0"/>
          <a:chExt cx="0" cy="0"/>
        </a:xfrm>
      </p:grpSpPr>
      <p:sp>
        <p:nvSpPr>
          <p:cNvPr id="72" name="Google Shape;72;p14"/>
          <p:cNvSpPr/>
          <p:nvPr/>
        </p:nvSpPr>
        <p:spPr>
          <a:xfrm>
            <a:off x="182850" y="180600"/>
            <a:ext cx="8778300" cy="4782300"/>
          </a:xfrm>
          <a:prstGeom prst="roundRect">
            <a:avLst>
              <a:gd name="adj" fmla="val 3985"/>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14"/>
          <p:cNvSpPr txBox="1">
            <a:spLocks noGrp="1"/>
          </p:cNvSpPr>
          <p:nvPr>
            <p:ph type="title"/>
          </p:nvPr>
        </p:nvSpPr>
        <p:spPr>
          <a:xfrm>
            <a:off x="4754800" y="3303251"/>
            <a:ext cx="3675900" cy="548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74" name="Google Shape;74;p14"/>
          <p:cNvSpPr txBox="1">
            <a:spLocks noGrp="1"/>
          </p:cNvSpPr>
          <p:nvPr>
            <p:ph type="subTitle" idx="1"/>
          </p:nvPr>
        </p:nvSpPr>
        <p:spPr>
          <a:xfrm>
            <a:off x="4754800" y="1291549"/>
            <a:ext cx="3675900" cy="14631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3000"/>
              <a:buNone/>
              <a:defRPr sz="20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text">
  <p:cSld name="CUSTOM">
    <p:spTree>
      <p:nvGrpSpPr>
        <p:cNvPr id="1" name="Shape 83"/>
        <p:cNvGrpSpPr/>
        <p:nvPr/>
      </p:nvGrpSpPr>
      <p:grpSpPr>
        <a:xfrm>
          <a:off x="0" y="0"/>
          <a:ext cx="0" cy="0"/>
          <a:chOff x="0" y="0"/>
          <a:chExt cx="0" cy="0"/>
        </a:xfrm>
      </p:grpSpPr>
      <p:sp>
        <p:nvSpPr>
          <p:cNvPr id="84" name="Google Shape;84;p17"/>
          <p:cNvSpPr/>
          <p:nvPr/>
        </p:nvSpPr>
        <p:spPr>
          <a:xfrm>
            <a:off x="182850" y="180600"/>
            <a:ext cx="8778300" cy="4782300"/>
          </a:xfrm>
          <a:prstGeom prst="roundRect">
            <a:avLst>
              <a:gd name="adj" fmla="val 3985"/>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7"/>
          <p:cNvSpPr txBox="1">
            <a:spLocks noGrp="1"/>
          </p:cNvSpPr>
          <p:nvPr>
            <p:ph type="title"/>
          </p:nvPr>
        </p:nvSpPr>
        <p:spPr>
          <a:xfrm>
            <a:off x="713225" y="1291585"/>
            <a:ext cx="3675900" cy="15546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86" name="Google Shape;86;p17"/>
          <p:cNvSpPr txBox="1">
            <a:spLocks noGrp="1"/>
          </p:cNvSpPr>
          <p:nvPr>
            <p:ph type="subTitle" idx="1"/>
          </p:nvPr>
        </p:nvSpPr>
        <p:spPr>
          <a:xfrm>
            <a:off x="713225" y="3029016"/>
            <a:ext cx="3675900" cy="8229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7" name="Google Shape;87;p17"/>
          <p:cNvSpPr>
            <a:spLocks noGrp="1"/>
          </p:cNvSpPr>
          <p:nvPr>
            <p:ph type="pic" idx="2"/>
          </p:nvPr>
        </p:nvSpPr>
        <p:spPr>
          <a:xfrm>
            <a:off x="4752775" y="539500"/>
            <a:ext cx="3678000" cy="4064400"/>
          </a:xfrm>
          <a:prstGeom prst="rect">
            <a:avLst/>
          </a:prstGeom>
          <a:noFill/>
          <a:ln>
            <a:noFill/>
          </a:ln>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193"/>
        <p:cNvGrpSpPr/>
        <p:nvPr/>
      </p:nvGrpSpPr>
      <p:grpSpPr>
        <a:xfrm>
          <a:off x="0" y="0"/>
          <a:ext cx="0" cy="0"/>
          <a:chOff x="0" y="0"/>
          <a:chExt cx="0" cy="0"/>
        </a:xfrm>
      </p:grpSpPr>
      <p:sp>
        <p:nvSpPr>
          <p:cNvPr id="194" name="Google Shape;194;p30"/>
          <p:cNvSpPr/>
          <p:nvPr/>
        </p:nvSpPr>
        <p:spPr>
          <a:xfrm>
            <a:off x="182850" y="180600"/>
            <a:ext cx="8778300" cy="4782300"/>
          </a:xfrm>
          <a:prstGeom prst="roundRect">
            <a:avLst>
              <a:gd name="adj" fmla="val 3985"/>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30"/>
          <p:cNvSpPr txBox="1">
            <a:spLocks noGrp="1"/>
          </p:cNvSpPr>
          <p:nvPr>
            <p:ph type="title" hasCustomPrompt="1"/>
          </p:nvPr>
        </p:nvSpPr>
        <p:spPr>
          <a:xfrm>
            <a:off x="3633150" y="724651"/>
            <a:ext cx="4572000" cy="731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6" name="Google Shape;196;p30"/>
          <p:cNvSpPr txBox="1">
            <a:spLocks noGrp="1"/>
          </p:cNvSpPr>
          <p:nvPr>
            <p:ph type="subTitle" idx="1"/>
          </p:nvPr>
        </p:nvSpPr>
        <p:spPr>
          <a:xfrm>
            <a:off x="3633150" y="1456052"/>
            <a:ext cx="4572000" cy="41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97" name="Google Shape;197;p30"/>
          <p:cNvSpPr txBox="1">
            <a:spLocks noGrp="1"/>
          </p:cNvSpPr>
          <p:nvPr>
            <p:ph type="title" idx="2" hasCustomPrompt="1"/>
          </p:nvPr>
        </p:nvSpPr>
        <p:spPr>
          <a:xfrm>
            <a:off x="3633150" y="2002526"/>
            <a:ext cx="4572000" cy="731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98" name="Google Shape;198;p30"/>
          <p:cNvSpPr txBox="1">
            <a:spLocks noGrp="1"/>
          </p:cNvSpPr>
          <p:nvPr>
            <p:ph type="subTitle" idx="3"/>
          </p:nvPr>
        </p:nvSpPr>
        <p:spPr>
          <a:xfrm>
            <a:off x="3633150" y="2733924"/>
            <a:ext cx="4572000" cy="41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
        <p:nvSpPr>
          <p:cNvPr id="199" name="Google Shape;199;p30"/>
          <p:cNvSpPr txBox="1">
            <a:spLocks noGrp="1"/>
          </p:cNvSpPr>
          <p:nvPr>
            <p:ph type="title" idx="4" hasCustomPrompt="1"/>
          </p:nvPr>
        </p:nvSpPr>
        <p:spPr>
          <a:xfrm>
            <a:off x="3633150" y="3275827"/>
            <a:ext cx="4572000" cy="731400"/>
          </a:xfrm>
          <a:prstGeom prst="rect">
            <a:avLst/>
          </a:prstGeom>
          <a:noFill/>
        </p:spPr>
        <p:txBody>
          <a:bodyPr spcFirstLastPara="1" wrap="square" lIns="91425" tIns="91425" rIns="91425" bIns="91425" anchor="b" anchorCtr="0">
            <a:noAutofit/>
          </a:bodyPr>
          <a:lstStyle>
            <a:lvl1pPr lvl="0" algn="ctr" rtl="0">
              <a:spcBef>
                <a:spcPts val="0"/>
              </a:spcBef>
              <a:spcAft>
                <a:spcPts val="0"/>
              </a:spcAft>
              <a:buClr>
                <a:schemeClr val="lt1"/>
              </a:buClr>
              <a:buSzPts val="6000"/>
              <a:buNone/>
              <a:defRPr sz="4000"/>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200" name="Google Shape;200;p30"/>
          <p:cNvSpPr txBox="1">
            <a:spLocks noGrp="1"/>
          </p:cNvSpPr>
          <p:nvPr>
            <p:ph type="subTitle" idx="5"/>
          </p:nvPr>
        </p:nvSpPr>
        <p:spPr>
          <a:xfrm>
            <a:off x="3633150" y="4007245"/>
            <a:ext cx="4572000" cy="41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2400"/>
              <a:buNone/>
              <a:defRPr sz="1600">
                <a:solidFill>
                  <a:schemeClr val="dk1"/>
                </a:solidFill>
              </a:defRPr>
            </a:lvl1pPr>
            <a:lvl2pPr lvl="1" algn="ctr" rtl="0">
              <a:lnSpc>
                <a:spcPct val="100000"/>
              </a:lnSpc>
              <a:spcBef>
                <a:spcPts val="0"/>
              </a:spcBef>
              <a:spcAft>
                <a:spcPts val="0"/>
              </a:spcAft>
              <a:buClr>
                <a:schemeClr val="dk1"/>
              </a:buClr>
              <a:buSzPts val="2100"/>
              <a:buNone/>
              <a:defRPr sz="2100">
                <a:solidFill>
                  <a:schemeClr val="dk1"/>
                </a:solidFill>
              </a:defRPr>
            </a:lvl2pPr>
            <a:lvl3pPr lvl="2" algn="ctr" rtl="0">
              <a:lnSpc>
                <a:spcPct val="100000"/>
              </a:lnSpc>
              <a:spcBef>
                <a:spcPts val="0"/>
              </a:spcBef>
              <a:spcAft>
                <a:spcPts val="0"/>
              </a:spcAft>
              <a:buClr>
                <a:schemeClr val="dk1"/>
              </a:buClr>
              <a:buSzPts val="2100"/>
              <a:buNone/>
              <a:defRPr sz="2100">
                <a:solidFill>
                  <a:schemeClr val="dk1"/>
                </a:solidFill>
              </a:defRPr>
            </a:lvl3pPr>
            <a:lvl4pPr lvl="3" algn="ctr" rtl="0">
              <a:lnSpc>
                <a:spcPct val="100000"/>
              </a:lnSpc>
              <a:spcBef>
                <a:spcPts val="0"/>
              </a:spcBef>
              <a:spcAft>
                <a:spcPts val="0"/>
              </a:spcAft>
              <a:buClr>
                <a:schemeClr val="dk1"/>
              </a:buClr>
              <a:buSzPts val="2100"/>
              <a:buNone/>
              <a:defRPr sz="2100">
                <a:solidFill>
                  <a:schemeClr val="dk1"/>
                </a:solidFill>
              </a:defRPr>
            </a:lvl4pPr>
            <a:lvl5pPr lvl="4" algn="ctr" rtl="0">
              <a:lnSpc>
                <a:spcPct val="100000"/>
              </a:lnSpc>
              <a:spcBef>
                <a:spcPts val="0"/>
              </a:spcBef>
              <a:spcAft>
                <a:spcPts val="0"/>
              </a:spcAft>
              <a:buClr>
                <a:schemeClr val="dk1"/>
              </a:buClr>
              <a:buSzPts val="2100"/>
              <a:buNone/>
              <a:defRPr sz="2100">
                <a:solidFill>
                  <a:schemeClr val="dk1"/>
                </a:solidFill>
              </a:defRPr>
            </a:lvl5pPr>
            <a:lvl6pPr lvl="5" algn="ctr" rtl="0">
              <a:lnSpc>
                <a:spcPct val="100000"/>
              </a:lnSpc>
              <a:spcBef>
                <a:spcPts val="0"/>
              </a:spcBef>
              <a:spcAft>
                <a:spcPts val="0"/>
              </a:spcAft>
              <a:buClr>
                <a:schemeClr val="dk1"/>
              </a:buClr>
              <a:buSzPts val="2100"/>
              <a:buNone/>
              <a:defRPr sz="2100">
                <a:solidFill>
                  <a:schemeClr val="dk1"/>
                </a:solidFill>
              </a:defRPr>
            </a:lvl6pPr>
            <a:lvl7pPr lvl="6" algn="ctr" rtl="0">
              <a:lnSpc>
                <a:spcPct val="100000"/>
              </a:lnSpc>
              <a:spcBef>
                <a:spcPts val="0"/>
              </a:spcBef>
              <a:spcAft>
                <a:spcPts val="0"/>
              </a:spcAft>
              <a:buClr>
                <a:schemeClr val="dk1"/>
              </a:buClr>
              <a:buSzPts val="2100"/>
              <a:buNone/>
              <a:defRPr sz="2100">
                <a:solidFill>
                  <a:schemeClr val="dk1"/>
                </a:solidFill>
              </a:defRPr>
            </a:lvl7pPr>
            <a:lvl8pPr lvl="7" algn="ctr" rtl="0">
              <a:lnSpc>
                <a:spcPct val="100000"/>
              </a:lnSpc>
              <a:spcBef>
                <a:spcPts val="0"/>
              </a:spcBef>
              <a:spcAft>
                <a:spcPts val="0"/>
              </a:spcAft>
              <a:buClr>
                <a:schemeClr val="dk1"/>
              </a:buClr>
              <a:buSzPts val="2100"/>
              <a:buNone/>
              <a:defRPr sz="2100">
                <a:solidFill>
                  <a:schemeClr val="dk1"/>
                </a:solidFill>
              </a:defRPr>
            </a:lvl8pPr>
            <a:lvl9pPr lvl="8" algn="ctr" rtl="0">
              <a:lnSpc>
                <a:spcPct val="100000"/>
              </a:lnSpc>
              <a:spcBef>
                <a:spcPts val="0"/>
              </a:spcBef>
              <a:spcAft>
                <a:spcPts val="0"/>
              </a:spcAft>
              <a:buClr>
                <a:schemeClr val="dk1"/>
              </a:buClr>
              <a:buSzPts val="2100"/>
              <a:buNone/>
              <a:defRPr sz="2100">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21"/>
        <p:cNvGrpSpPr/>
        <p:nvPr/>
      </p:nvGrpSpPr>
      <p:grpSpPr>
        <a:xfrm>
          <a:off x="0" y="0"/>
          <a:ext cx="0" cy="0"/>
          <a:chOff x="0" y="0"/>
          <a:chExt cx="0" cy="0"/>
        </a:xfrm>
      </p:grpSpPr>
      <p:sp>
        <p:nvSpPr>
          <p:cNvPr id="222" name="Google Shape;222;p33"/>
          <p:cNvSpPr/>
          <p:nvPr/>
        </p:nvSpPr>
        <p:spPr>
          <a:xfrm>
            <a:off x="182850" y="180600"/>
            <a:ext cx="8778300" cy="4782300"/>
          </a:xfrm>
          <a:prstGeom prst="roundRect">
            <a:avLst>
              <a:gd name="adj" fmla="val 3985"/>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bg>
      <p:bgPr>
        <a:solidFill>
          <a:schemeClr val="accent3"/>
        </a:solidFill>
        <a:effectLst/>
      </p:bgPr>
    </p:bg>
    <p:spTree>
      <p:nvGrpSpPr>
        <p:cNvPr id="1" name="Shape 223"/>
        <p:cNvGrpSpPr/>
        <p:nvPr/>
      </p:nvGrpSpPr>
      <p:grpSpPr>
        <a:xfrm>
          <a:off x="0" y="0"/>
          <a:ext cx="0" cy="0"/>
          <a:chOff x="0" y="0"/>
          <a:chExt cx="0" cy="0"/>
        </a:xfrm>
      </p:grpSpPr>
      <p:sp>
        <p:nvSpPr>
          <p:cNvPr id="224" name="Google Shape;224;p34"/>
          <p:cNvSpPr/>
          <p:nvPr/>
        </p:nvSpPr>
        <p:spPr>
          <a:xfrm>
            <a:off x="182850" y="180600"/>
            <a:ext cx="8778300" cy="4782300"/>
          </a:xfrm>
          <a:prstGeom prst="roundRect">
            <a:avLst>
              <a:gd name="adj" fmla="val 3985"/>
            </a:avLst>
          </a:prstGeom>
          <a:noFill/>
          <a:ln w="19050"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1pPr>
            <a:lvl2pPr lvl="1"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2pPr>
            <a:lvl3pPr lvl="2"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3pPr>
            <a:lvl4pPr lvl="3"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4pPr>
            <a:lvl5pPr lvl="4"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5pPr>
            <a:lvl6pPr lvl="5"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6pPr>
            <a:lvl7pPr lvl="6"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7pPr>
            <a:lvl8pPr lvl="7"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8pPr>
            <a:lvl9pPr lvl="8" rtl="0">
              <a:spcBef>
                <a:spcPts val="0"/>
              </a:spcBef>
              <a:spcAft>
                <a:spcPts val="0"/>
              </a:spcAft>
              <a:buClr>
                <a:schemeClr val="dk1"/>
              </a:buClr>
              <a:buSzPts val="3000"/>
              <a:buFont typeface="Domine"/>
              <a:buNone/>
              <a:defRPr sz="3000" b="1">
                <a:solidFill>
                  <a:schemeClr val="dk1"/>
                </a:solidFill>
                <a:latin typeface="Domine"/>
                <a:ea typeface="Domine"/>
                <a:cs typeface="Domine"/>
                <a:sym typeface="Domin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marL="914400" lvl="1"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marL="1371600" lvl="2"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marL="1828800" lvl="3"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marL="2286000" lvl="4"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marL="2743200" lvl="5"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marL="3200400" lvl="6"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marL="3657600" lvl="7"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marL="4114800" lvl="8" indent="-31750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7" r:id="rId3"/>
    <p:sldLayoutId id="2147483658" r:id="rId4"/>
    <p:sldLayoutId id="2147483660" r:id="rId5"/>
    <p:sldLayoutId id="2147483663" r:id="rId6"/>
    <p:sldLayoutId id="2147483676" r:id="rId7"/>
    <p:sldLayoutId id="2147483679" r:id="rId8"/>
    <p:sldLayoutId id="214748368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38"/>
          <p:cNvSpPr txBox="1">
            <a:spLocks noGrp="1"/>
          </p:cNvSpPr>
          <p:nvPr>
            <p:ph type="ctrTitle"/>
          </p:nvPr>
        </p:nvSpPr>
        <p:spPr>
          <a:xfrm>
            <a:off x="713100" y="1717086"/>
            <a:ext cx="4572000" cy="878812"/>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i="1" dirty="0"/>
              <a:t>Theseus </a:t>
            </a:r>
            <a:endParaRPr i="1" dirty="0"/>
          </a:p>
        </p:txBody>
      </p:sp>
      <p:sp>
        <p:nvSpPr>
          <p:cNvPr id="236" name="Google Shape;236;p38"/>
          <p:cNvSpPr txBox="1">
            <a:spLocks noGrp="1"/>
          </p:cNvSpPr>
          <p:nvPr>
            <p:ph type="subTitle" idx="1"/>
          </p:nvPr>
        </p:nvSpPr>
        <p:spPr>
          <a:xfrm>
            <a:off x="713100" y="3550847"/>
            <a:ext cx="4572000" cy="411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000" dirty="0"/>
              <a:t>Team NAVSEA</a:t>
            </a:r>
            <a:endParaRPr sz="2000" dirty="0"/>
          </a:p>
        </p:txBody>
      </p:sp>
      <p:grpSp>
        <p:nvGrpSpPr>
          <p:cNvPr id="237" name="Google Shape;237;p38"/>
          <p:cNvGrpSpPr/>
          <p:nvPr/>
        </p:nvGrpSpPr>
        <p:grpSpPr>
          <a:xfrm>
            <a:off x="1857513" y="2858067"/>
            <a:ext cx="2283173" cy="365755"/>
            <a:chOff x="6101875" y="2418638"/>
            <a:chExt cx="2283173" cy="365755"/>
          </a:xfrm>
        </p:grpSpPr>
        <p:sp>
          <p:nvSpPr>
            <p:cNvPr id="238" name="Google Shape;238;p38"/>
            <p:cNvSpPr/>
            <p:nvPr/>
          </p:nvSpPr>
          <p:spPr>
            <a:xfrm>
              <a:off x="7109352" y="2418638"/>
              <a:ext cx="268220" cy="365755"/>
            </a:xfrm>
            <a:custGeom>
              <a:avLst/>
              <a:gdLst/>
              <a:ahLst/>
              <a:cxnLst/>
              <a:rect l="l" t="t" r="r" b="b"/>
              <a:pathLst>
                <a:path w="8908" h="12249" extrusionOk="0">
                  <a:moveTo>
                    <a:pt x="4297" y="1100"/>
                  </a:moveTo>
                  <a:cubicBezTo>
                    <a:pt x="4487" y="1100"/>
                    <a:pt x="4680" y="1170"/>
                    <a:pt x="4835" y="1325"/>
                  </a:cubicBezTo>
                  <a:cubicBezTo>
                    <a:pt x="5327" y="1817"/>
                    <a:pt x="4976" y="2649"/>
                    <a:pt x="4294" y="2649"/>
                  </a:cubicBezTo>
                  <a:cubicBezTo>
                    <a:pt x="3863" y="2649"/>
                    <a:pt x="3511" y="2308"/>
                    <a:pt x="3511" y="1877"/>
                  </a:cubicBezTo>
                  <a:cubicBezTo>
                    <a:pt x="3511" y="1408"/>
                    <a:pt x="3898" y="1100"/>
                    <a:pt x="4297" y="1100"/>
                  </a:cubicBezTo>
                  <a:close/>
                  <a:moveTo>
                    <a:pt x="4294" y="0"/>
                  </a:moveTo>
                  <a:cubicBezTo>
                    <a:pt x="4274" y="0"/>
                    <a:pt x="4254" y="0"/>
                    <a:pt x="4234" y="1"/>
                  </a:cubicBezTo>
                  <a:cubicBezTo>
                    <a:pt x="3301" y="21"/>
                    <a:pt x="2539" y="723"/>
                    <a:pt x="2418" y="1646"/>
                  </a:cubicBezTo>
                  <a:cubicBezTo>
                    <a:pt x="2308" y="2569"/>
                    <a:pt x="2890" y="3432"/>
                    <a:pt x="3782" y="3672"/>
                  </a:cubicBezTo>
                  <a:lnTo>
                    <a:pt x="3782" y="4395"/>
                  </a:lnTo>
                  <a:lnTo>
                    <a:pt x="1937" y="4395"/>
                  </a:lnTo>
                  <a:lnTo>
                    <a:pt x="1937" y="5498"/>
                  </a:lnTo>
                  <a:lnTo>
                    <a:pt x="3782" y="5498"/>
                  </a:lnTo>
                  <a:lnTo>
                    <a:pt x="3782" y="11085"/>
                  </a:lnTo>
                  <a:cubicBezTo>
                    <a:pt x="2599" y="10834"/>
                    <a:pt x="1887" y="9961"/>
                    <a:pt x="1656" y="9620"/>
                  </a:cubicBezTo>
                  <a:lnTo>
                    <a:pt x="2398" y="8968"/>
                  </a:lnTo>
                  <a:lnTo>
                    <a:pt x="1" y="8497"/>
                  </a:lnTo>
                  <a:lnTo>
                    <a:pt x="1" y="8497"/>
                  </a:lnTo>
                  <a:lnTo>
                    <a:pt x="81" y="11005"/>
                  </a:lnTo>
                  <a:lnTo>
                    <a:pt x="833" y="10343"/>
                  </a:lnTo>
                  <a:cubicBezTo>
                    <a:pt x="1285" y="10954"/>
                    <a:pt x="2468" y="12248"/>
                    <a:pt x="4414" y="12248"/>
                  </a:cubicBezTo>
                  <a:cubicBezTo>
                    <a:pt x="6260" y="12248"/>
                    <a:pt x="7524" y="11075"/>
                    <a:pt x="8075" y="10453"/>
                  </a:cubicBezTo>
                  <a:lnTo>
                    <a:pt x="8778" y="11095"/>
                  </a:lnTo>
                  <a:lnTo>
                    <a:pt x="8908" y="8577"/>
                  </a:lnTo>
                  <a:lnTo>
                    <a:pt x="6501" y="9009"/>
                  </a:lnTo>
                  <a:lnTo>
                    <a:pt x="7263" y="9711"/>
                  </a:lnTo>
                  <a:cubicBezTo>
                    <a:pt x="6902" y="10132"/>
                    <a:pt x="6069" y="10934"/>
                    <a:pt x="4876" y="11115"/>
                  </a:cubicBezTo>
                  <a:lnTo>
                    <a:pt x="4876" y="5498"/>
                  </a:lnTo>
                  <a:lnTo>
                    <a:pt x="6631" y="5498"/>
                  </a:lnTo>
                  <a:lnTo>
                    <a:pt x="6631" y="4395"/>
                  </a:lnTo>
                  <a:lnTo>
                    <a:pt x="4876" y="4395"/>
                  </a:lnTo>
                  <a:lnTo>
                    <a:pt x="4876" y="3642"/>
                  </a:lnTo>
                  <a:cubicBezTo>
                    <a:pt x="5758" y="3351"/>
                    <a:pt x="6290" y="2459"/>
                    <a:pt x="6129" y="1546"/>
                  </a:cubicBezTo>
                  <a:cubicBezTo>
                    <a:pt x="5963" y="653"/>
                    <a:pt x="5191" y="0"/>
                    <a:pt x="42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39" name="Google Shape;239;p38"/>
            <p:cNvCxnSpPr/>
            <p:nvPr/>
          </p:nvCxnSpPr>
          <p:spPr>
            <a:xfrm>
              <a:off x="7470648" y="2601515"/>
              <a:ext cx="914400" cy="0"/>
            </a:xfrm>
            <a:prstGeom prst="straightConnector1">
              <a:avLst/>
            </a:prstGeom>
            <a:noFill/>
            <a:ln w="38100" cap="flat" cmpd="thickThin">
              <a:solidFill>
                <a:schemeClr val="dk1"/>
              </a:solidFill>
              <a:prstDash val="solid"/>
              <a:round/>
              <a:headEnd type="none" w="med" len="med"/>
              <a:tailEnd type="none" w="med" len="med"/>
            </a:ln>
          </p:spPr>
        </p:cxnSp>
        <p:cxnSp>
          <p:nvCxnSpPr>
            <p:cNvPr id="240" name="Google Shape;240;p38"/>
            <p:cNvCxnSpPr/>
            <p:nvPr/>
          </p:nvCxnSpPr>
          <p:spPr>
            <a:xfrm>
              <a:off x="6101875" y="2601515"/>
              <a:ext cx="914400" cy="0"/>
            </a:xfrm>
            <a:prstGeom prst="straightConnector1">
              <a:avLst/>
            </a:prstGeom>
            <a:noFill/>
            <a:ln w="38100" cap="flat" cmpd="thickThin">
              <a:solidFill>
                <a:schemeClr val="dk1"/>
              </a:solidFill>
              <a:prstDash val="solid"/>
              <a:round/>
              <a:headEnd type="none" w="med" len="med"/>
              <a:tailEnd type="none" w="med" len="med"/>
            </a:ln>
          </p:spPr>
        </p:cxnSp>
      </p:grpSp>
      <p:grpSp>
        <p:nvGrpSpPr>
          <p:cNvPr id="241" name="Google Shape;241;p38"/>
          <p:cNvGrpSpPr/>
          <p:nvPr/>
        </p:nvGrpSpPr>
        <p:grpSpPr>
          <a:xfrm>
            <a:off x="2588543" y="786384"/>
            <a:ext cx="821115" cy="513192"/>
            <a:chOff x="5228075" y="613263"/>
            <a:chExt cx="432325" cy="262825"/>
          </a:xfrm>
        </p:grpSpPr>
        <p:sp>
          <p:nvSpPr>
            <p:cNvPr id="242" name="Google Shape;242;p38"/>
            <p:cNvSpPr/>
            <p:nvPr/>
          </p:nvSpPr>
          <p:spPr>
            <a:xfrm>
              <a:off x="5228075" y="613263"/>
              <a:ext cx="432325" cy="259825"/>
            </a:xfrm>
            <a:custGeom>
              <a:avLst/>
              <a:gdLst/>
              <a:ahLst/>
              <a:cxnLst/>
              <a:rect l="l" t="t" r="r" b="b"/>
              <a:pathLst>
                <a:path w="17293" h="10393" extrusionOk="0">
                  <a:moveTo>
                    <a:pt x="0" y="1"/>
                  </a:moveTo>
                  <a:lnTo>
                    <a:pt x="0" y="10392"/>
                  </a:lnTo>
                  <a:lnTo>
                    <a:pt x="17293" y="10392"/>
                  </a:lnTo>
                  <a:lnTo>
                    <a:pt x="172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38"/>
            <p:cNvSpPr/>
            <p:nvPr/>
          </p:nvSpPr>
          <p:spPr>
            <a:xfrm>
              <a:off x="5228075" y="613263"/>
              <a:ext cx="432325" cy="20100"/>
            </a:xfrm>
            <a:custGeom>
              <a:avLst/>
              <a:gdLst/>
              <a:ahLst/>
              <a:cxnLst/>
              <a:rect l="l" t="t" r="r" b="b"/>
              <a:pathLst>
                <a:path w="17293" h="804"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38"/>
            <p:cNvSpPr/>
            <p:nvPr/>
          </p:nvSpPr>
          <p:spPr>
            <a:xfrm>
              <a:off x="5228075" y="653638"/>
              <a:ext cx="432325" cy="20100"/>
            </a:xfrm>
            <a:custGeom>
              <a:avLst/>
              <a:gdLst/>
              <a:ahLst/>
              <a:cxnLst/>
              <a:rect l="l" t="t" r="r" b="b"/>
              <a:pathLst>
                <a:path w="17293" h="804"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38"/>
            <p:cNvSpPr/>
            <p:nvPr/>
          </p:nvSpPr>
          <p:spPr>
            <a:xfrm>
              <a:off x="5228075" y="694013"/>
              <a:ext cx="432325" cy="20350"/>
            </a:xfrm>
            <a:custGeom>
              <a:avLst/>
              <a:gdLst/>
              <a:ahLst/>
              <a:cxnLst/>
              <a:rect l="l" t="t" r="r" b="b"/>
              <a:pathLst>
                <a:path w="17293" h="814" extrusionOk="0">
                  <a:moveTo>
                    <a:pt x="0" y="1"/>
                  </a:moveTo>
                  <a:lnTo>
                    <a:pt x="0" y="813"/>
                  </a:lnTo>
                  <a:lnTo>
                    <a:pt x="17293" y="81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38"/>
            <p:cNvSpPr/>
            <p:nvPr/>
          </p:nvSpPr>
          <p:spPr>
            <a:xfrm>
              <a:off x="5228075" y="734388"/>
              <a:ext cx="432325" cy="20350"/>
            </a:xfrm>
            <a:custGeom>
              <a:avLst/>
              <a:gdLst/>
              <a:ahLst/>
              <a:cxnLst/>
              <a:rect l="l" t="t" r="r" b="b"/>
              <a:pathLst>
                <a:path w="17293" h="814" extrusionOk="0">
                  <a:moveTo>
                    <a:pt x="0" y="1"/>
                  </a:moveTo>
                  <a:lnTo>
                    <a:pt x="0" y="813"/>
                  </a:lnTo>
                  <a:lnTo>
                    <a:pt x="17293" y="81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38"/>
            <p:cNvSpPr/>
            <p:nvPr/>
          </p:nvSpPr>
          <p:spPr>
            <a:xfrm>
              <a:off x="5228075" y="775013"/>
              <a:ext cx="432325" cy="20075"/>
            </a:xfrm>
            <a:custGeom>
              <a:avLst/>
              <a:gdLst/>
              <a:ahLst/>
              <a:cxnLst/>
              <a:rect l="l" t="t" r="r" b="b"/>
              <a:pathLst>
                <a:path w="17293" h="803"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38"/>
            <p:cNvSpPr/>
            <p:nvPr/>
          </p:nvSpPr>
          <p:spPr>
            <a:xfrm>
              <a:off x="5228075" y="815388"/>
              <a:ext cx="432325" cy="20325"/>
            </a:xfrm>
            <a:custGeom>
              <a:avLst/>
              <a:gdLst/>
              <a:ahLst/>
              <a:cxnLst/>
              <a:rect l="l" t="t" r="r" b="b"/>
              <a:pathLst>
                <a:path w="17293" h="813" extrusionOk="0">
                  <a:moveTo>
                    <a:pt x="0" y="0"/>
                  </a:moveTo>
                  <a:lnTo>
                    <a:pt x="0" y="813"/>
                  </a:lnTo>
                  <a:lnTo>
                    <a:pt x="17293" y="813"/>
                  </a:lnTo>
                  <a:lnTo>
                    <a:pt x="17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38"/>
            <p:cNvSpPr/>
            <p:nvPr/>
          </p:nvSpPr>
          <p:spPr>
            <a:xfrm>
              <a:off x="5228075" y="855763"/>
              <a:ext cx="432325" cy="20325"/>
            </a:xfrm>
            <a:custGeom>
              <a:avLst/>
              <a:gdLst/>
              <a:ahLst/>
              <a:cxnLst/>
              <a:rect l="l" t="t" r="r" b="b"/>
              <a:pathLst>
                <a:path w="17293" h="813" extrusionOk="0">
                  <a:moveTo>
                    <a:pt x="0" y="0"/>
                  </a:moveTo>
                  <a:lnTo>
                    <a:pt x="0" y="813"/>
                  </a:lnTo>
                  <a:lnTo>
                    <a:pt x="17293" y="813"/>
                  </a:lnTo>
                  <a:lnTo>
                    <a:pt x="17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38"/>
            <p:cNvSpPr/>
            <p:nvPr/>
          </p:nvSpPr>
          <p:spPr>
            <a:xfrm>
              <a:off x="5228075" y="613263"/>
              <a:ext cx="170800" cy="141225"/>
            </a:xfrm>
            <a:custGeom>
              <a:avLst/>
              <a:gdLst/>
              <a:ahLst/>
              <a:cxnLst/>
              <a:rect l="l" t="t" r="r" b="b"/>
              <a:pathLst>
                <a:path w="6832" h="5649" extrusionOk="0">
                  <a:moveTo>
                    <a:pt x="0" y="1"/>
                  </a:moveTo>
                  <a:lnTo>
                    <a:pt x="0" y="5648"/>
                  </a:lnTo>
                  <a:lnTo>
                    <a:pt x="6831" y="5648"/>
                  </a:lnTo>
                  <a:lnTo>
                    <a:pt x="68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38"/>
            <p:cNvSpPr/>
            <p:nvPr/>
          </p:nvSpPr>
          <p:spPr>
            <a:xfrm>
              <a:off x="5231325" y="619288"/>
              <a:ext cx="15075" cy="14325"/>
            </a:xfrm>
            <a:custGeom>
              <a:avLst/>
              <a:gdLst/>
              <a:ahLst/>
              <a:cxnLst/>
              <a:rect l="l" t="t" r="r" b="b"/>
              <a:pathLst>
                <a:path w="603" h="573" extrusionOk="0">
                  <a:moveTo>
                    <a:pt x="302" y="1"/>
                  </a:moveTo>
                  <a:lnTo>
                    <a:pt x="231" y="221"/>
                  </a:lnTo>
                  <a:lnTo>
                    <a:pt x="1" y="221"/>
                  </a:lnTo>
                  <a:lnTo>
                    <a:pt x="181" y="362"/>
                  </a:lnTo>
                  <a:lnTo>
                    <a:pt x="111" y="572"/>
                  </a:lnTo>
                  <a:lnTo>
                    <a:pt x="302" y="442"/>
                  </a:lnTo>
                  <a:lnTo>
                    <a:pt x="482" y="572"/>
                  </a:lnTo>
                  <a:lnTo>
                    <a:pt x="412" y="36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38"/>
            <p:cNvSpPr/>
            <p:nvPr/>
          </p:nvSpPr>
          <p:spPr>
            <a:xfrm>
              <a:off x="5261175" y="619288"/>
              <a:ext cx="15075" cy="14325"/>
            </a:xfrm>
            <a:custGeom>
              <a:avLst/>
              <a:gdLst/>
              <a:ahLst/>
              <a:cxnLst/>
              <a:rect l="l" t="t" r="r" b="b"/>
              <a:pathLst>
                <a:path w="603" h="573" extrusionOk="0">
                  <a:moveTo>
                    <a:pt x="301" y="1"/>
                  </a:moveTo>
                  <a:lnTo>
                    <a:pt x="231" y="221"/>
                  </a:lnTo>
                  <a:lnTo>
                    <a:pt x="0" y="221"/>
                  </a:lnTo>
                  <a:lnTo>
                    <a:pt x="191" y="362"/>
                  </a:lnTo>
                  <a:lnTo>
                    <a:pt x="111" y="572"/>
                  </a:lnTo>
                  <a:lnTo>
                    <a:pt x="301" y="442"/>
                  </a:lnTo>
                  <a:lnTo>
                    <a:pt x="492" y="572"/>
                  </a:lnTo>
                  <a:lnTo>
                    <a:pt x="42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38"/>
            <p:cNvSpPr/>
            <p:nvPr/>
          </p:nvSpPr>
          <p:spPr>
            <a:xfrm>
              <a:off x="5291000" y="619288"/>
              <a:ext cx="15075" cy="14325"/>
            </a:xfrm>
            <a:custGeom>
              <a:avLst/>
              <a:gdLst/>
              <a:ahLst/>
              <a:cxnLst/>
              <a:rect l="l" t="t" r="r" b="b"/>
              <a:pathLst>
                <a:path w="603" h="573" extrusionOk="0">
                  <a:moveTo>
                    <a:pt x="302" y="1"/>
                  </a:moveTo>
                  <a:lnTo>
                    <a:pt x="232" y="221"/>
                  </a:lnTo>
                  <a:lnTo>
                    <a:pt x="1" y="221"/>
                  </a:lnTo>
                  <a:lnTo>
                    <a:pt x="191" y="362"/>
                  </a:lnTo>
                  <a:lnTo>
                    <a:pt x="121" y="572"/>
                  </a:lnTo>
                  <a:lnTo>
                    <a:pt x="302" y="442"/>
                  </a:lnTo>
                  <a:lnTo>
                    <a:pt x="492" y="572"/>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38"/>
            <p:cNvSpPr/>
            <p:nvPr/>
          </p:nvSpPr>
          <p:spPr>
            <a:xfrm>
              <a:off x="5320850" y="619288"/>
              <a:ext cx="15075" cy="14325"/>
            </a:xfrm>
            <a:custGeom>
              <a:avLst/>
              <a:gdLst/>
              <a:ahLst/>
              <a:cxnLst/>
              <a:rect l="l" t="t" r="r" b="b"/>
              <a:pathLst>
                <a:path w="603" h="573" extrusionOk="0">
                  <a:moveTo>
                    <a:pt x="301" y="1"/>
                  </a:moveTo>
                  <a:lnTo>
                    <a:pt x="231" y="221"/>
                  </a:lnTo>
                  <a:lnTo>
                    <a:pt x="1" y="221"/>
                  </a:lnTo>
                  <a:lnTo>
                    <a:pt x="191" y="362"/>
                  </a:lnTo>
                  <a:lnTo>
                    <a:pt x="121" y="572"/>
                  </a:lnTo>
                  <a:lnTo>
                    <a:pt x="301" y="442"/>
                  </a:lnTo>
                  <a:lnTo>
                    <a:pt x="492" y="572"/>
                  </a:lnTo>
                  <a:lnTo>
                    <a:pt x="42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38"/>
            <p:cNvSpPr/>
            <p:nvPr/>
          </p:nvSpPr>
          <p:spPr>
            <a:xfrm>
              <a:off x="5350700" y="619288"/>
              <a:ext cx="15050" cy="14325"/>
            </a:xfrm>
            <a:custGeom>
              <a:avLst/>
              <a:gdLst/>
              <a:ahLst/>
              <a:cxnLst/>
              <a:rect l="l" t="t" r="r" b="b"/>
              <a:pathLst>
                <a:path w="602" h="573" extrusionOk="0">
                  <a:moveTo>
                    <a:pt x="301" y="1"/>
                  </a:moveTo>
                  <a:lnTo>
                    <a:pt x="231" y="221"/>
                  </a:lnTo>
                  <a:lnTo>
                    <a:pt x="0" y="221"/>
                  </a:lnTo>
                  <a:lnTo>
                    <a:pt x="191" y="362"/>
                  </a:lnTo>
                  <a:lnTo>
                    <a:pt x="121" y="572"/>
                  </a:lnTo>
                  <a:lnTo>
                    <a:pt x="121" y="572"/>
                  </a:lnTo>
                  <a:lnTo>
                    <a:pt x="301" y="442"/>
                  </a:lnTo>
                  <a:lnTo>
                    <a:pt x="492" y="572"/>
                  </a:lnTo>
                  <a:lnTo>
                    <a:pt x="42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38"/>
            <p:cNvSpPr/>
            <p:nvPr/>
          </p:nvSpPr>
          <p:spPr>
            <a:xfrm>
              <a:off x="5380525" y="619288"/>
              <a:ext cx="15325" cy="14325"/>
            </a:xfrm>
            <a:custGeom>
              <a:avLst/>
              <a:gdLst/>
              <a:ahLst/>
              <a:cxnLst/>
              <a:rect l="l" t="t" r="r" b="b"/>
              <a:pathLst>
                <a:path w="613" h="573" extrusionOk="0">
                  <a:moveTo>
                    <a:pt x="312" y="1"/>
                  </a:moveTo>
                  <a:lnTo>
                    <a:pt x="231" y="221"/>
                  </a:lnTo>
                  <a:lnTo>
                    <a:pt x="1" y="221"/>
                  </a:lnTo>
                  <a:lnTo>
                    <a:pt x="191" y="362"/>
                  </a:lnTo>
                  <a:lnTo>
                    <a:pt x="121" y="572"/>
                  </a:lnTo>
                  <a:lnTo>
                    <a:pt x="312" y="442"/>
                  </a:lnTo>
                  <a:lnTo>
                    <a:pt x="492" y="572"/>
                  </a:lnTo>
                  <a:lnTo>
                    <a:pt x="422" y="36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38"/>
            <p:cNvSpPr/>
            <p:nvPr/>
          </p:nvSpPr>
          <p:spPr>
            <a:xfrm>
              <a:off x="5245125" y="633588"/>
              <a:ext cx="15075" cy="14575"/>
            </a:xfrm>
            <a:custGeom>
              <a:avLst/>
              <a:gdLst/>
              <a:ahLst/>
              <a:cxnLst/>
              <a:rect l="l" t="t" r="r" b="b"/>
              <a:pathLst>
                <a:path w="603" h="583" extrusionOk="0">
                  <a:moveTo>
                    <a:pt x="301" y="0"/>
                  </a:moveTo>
                  <a:lnTo>
                    <a:pt x="231" y="221"/>
                  </a:lnTo>
                  <a:lnTo>
                    <a:pt x="0" y="221"/>
                  </a:lnTo>
                  <a:lnTo>
                    <a:pt x="181" y="361"/>
                  </a:lnTo>
                  <a:lnTo>
                    <a:pt x="111" y="582"/>
                  </a:lnTo>
                  <a:lnTo>
                    <a:pt x="301" y="442"/>
                  </a:lnTo>
                  <a:lnTo>
                    <a:pt x="482" y="582"/>
                  </a:lnTo>
                  <a:lnTo>
                    <a:pt x="482" y="582"/>
                  </a:lnTo>
                  <a:lnTo>
                    <a:pt x="412" y="36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38"/>
            <p:cNvSpPr/>
            <p:nvPr/>
          </p:nvSpPr>
          <p:spPr>
            <a:xfrm>
              <a:off x="5274950" y="633588"/>
              <a:ext cx="15075" cy="14575"/>
            </a:xfrm>
            <a:custGeom>
              <a:avLst/>
              <a:gdLst/>
              <a:ahLst/>
              <a:cxnLst/>
              <a:rect l="l" t="t" r="r" b="b"/>
              <a:pathLst>
                <a:path w="603" h="583" extrusionOk="0">
                  <a:moveTo>
                    <a:pt x="302" y="0"/>
                  </a:moveTo>
                  <a:lnTo>
                    <a:pt x="232" y="221"/>
                  </a:lnTo>
                  <a:lnTo>
                    <a:pt x="1" y="221"/>
                  </a:lnTo>
                  <a:lnTo>
                    <a:pt x="181" y="361"/>
                  </a:lnTo>
                  <a:lnTo>
                    <a:pt x="111" y="582"/>
                  </a:lnTo>
                  <a:lnTo>
                    <a:pt x="302" y="442"/>
                  </a:lnTo>
                  <a:lnTo>
                    <a:pt x="482" y="582"/>
                  </a:lnTo>
                  <a:lnTo>
                    <a:pt x="482" y="582"/>
                  </a:lnTo>
                  <a:lnTo>
                    <a:pt x="412" y="36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38"/>
            <p:cNvSpPr/>
            <p:nvPr/>
          </p:nvSpPr>
          <p:spPr>
            <a:xfrm>
              <a:off x="5304800" y="633588"/>
              <a:ext cx="15075" cy="14575"/>
            </a:xfrm>
            <a:custGeom>
              <a:avLst/>
              <a:gdLst/>
              <a:ahLst/>
              <a:cxnLst/>
              <a:rect l="l" t="t" r="r" b="b"/>
              <a:pathLst>
                <a:path w="603" h="583" extrusionOk="0">
                  <a:moveTo>
                    <a:pt x="301" y="0"/>
                  </a:moveTo>
                  <a:lnTo>
                    <a:pt x="231" y="221"/>
                  </a:lnTo>
                  <a:lnTo>
                    <a:pt x="1" y="221"/>
                  </a:lnTo>
                  <a:lnTo>
                    <a:pt x="181" y="361"/>
                  </a:lnTo>
                  <a:lnTo>
                    <a:pt x="111" y="582"/>
                  </a:lnTo>
                  <a:lnTo>
                    <a:pt x="301" y="442"/>
                  </a:lnTo>
                  <a:lnTo>
                    <a:pt x="482" y="582"/>
                  </a:lnTo>
                  <a:lnTo>
                    <a:pt x="412" y="36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38"/>
            <p:cNvSpPr/>
            <p:nvPr/>
          </p:nvSpPr>
          <p:spPr>
            <a:xfrm>
              <a:off x="5334650" y="633588"/>
              <a:ext cx="15075" cy="14575"/>
            </a:xfrm>
            <a:custGeom>
              <a:avLst/>
              <a:gdLst/>
              <a:ahLst/>
              <a:cxnLst/>
              <a:rect l="l" t="t" r="r" b="b"/>
              <a:pathLst>
                <a:path w="603" h="583" extrusionOk="0">
                  <a:moveTo>
                    <a:pt x="301" y="0"/>
                  </a:moveTo>
                  <a:lnTo>
                    <a:pt x="231" y="221"/>
                  </a:lnTo>
                  <a:lnTo>
                    <a:pt x="0" y="221"/>
                  </a:lnTo>
                  <a:lnTo>
                    <a:pt x="181" y="361"/>
                  </a:lnTo>
                  <a:lnTo>
                    <a:pt x="111" y="582"/>
                  </a:lnTo>
                  <a:lnTo>
                    <a:pt x="301" y="442"/>
                  </a:lnTo>
                  <a:lnTo>
                    <a:pt x="492" y="582"/>
                  </a:lnTo>
                  <a:lnTo>
                    <a:pt x="411" y="36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38"/>
            <p:cNvSpPr/>
            <p:nvPr/>
          </p:nvSpPr>
          <p:spPr>
            <a:xfrm>
              <a:off x="5364475" y="633588"/>
              <a:ext cx="15075" cy="14575"/>
            </a:xfrm>
            <a:custGeom>
              <a:avLst/>
              <a:gdLst/>
              <a:ahLst/>
              <a:cxnLst/>
              <a:rect l="l" t="t" r="r" b="b"/>
              <a:pathLst>
                <a:path w="603" h="583" extrusionOk="0">
                  <a:moveTo>
                    <a:pt x="302" y="0"/>
                  </a:moveTo>
                  <a:lnTo>
                    <a:pt x="232" y="221"/>
                  </a:lnTo>
                  <a:lnTo>
                    <a:pt x="1" y="221"/>
                  </a:lnTo>
                  <a:lnTo>
                    <a:pt x="191" y="361"/>
                  </a:lnTo>
                  <a:lnTo>
                    <a:pt x="121" y="582"/>
                  </a:lnTo>
                  <a:lnTo>
                    <a:pt x="121" y="582"/>
                  </a:lnTo>
                  <a:lnTo>
                    <a:pt x="302" y="442"/>
                  </a:lnTo>
                  <a:lnTo>
                    <a:pt x="492" y="582"/>
                  </a:lnTo>
                  <a:lnTo>
                    <a:pt x="422" y="36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38"/>
            <p:cNvSpPr/>
            <p:nvPr/>
          </p:nvSpPr>
          <p:spPr>
            <a:xfrm>
              <a:off x="5231325" y="648138"/>
              <a:ext cx="15075" cy="14300"/>
            </a:xfrm>
            <a:custGeom>
              <a:avLst/>
              <a:gdLst/>
              <a:ahLst/>
              <a:cxnLst/>
              <a:rect l="l" t="t" r="r" b="b"/>
              <a:pathLst>
                <a:path w="603" h="572" extrusionOk="0">
                  <a:moveTo>
                    <a:pt x="302" y="0"/>
                  </a:moveTo>
                  <a:lnTo>
                    <a:pt x="231" y="211"/>
                  </a:lnTo>
                  <a:lnTo>
                    <a:pt x="1" y="211"/>
                  </a:lnTo>
                  <a:lnTo>
                    <a:pt x="181" y="351"/>
                  </a:lnTo>
                  <a:lnTo>
                    <a:pt x="111" y="572"/>
                  </a:lnTo>
                  <a:lnTo>
                    <a:pt x="111" y="572"/>
                  </a:lnTo>
                  <a:lnTo>
                    <a:pt x="302" y="431"/>
                  </a:lnTo>
                  <a:lnTo>
                    <a:pt x="482" y="572"/>
                  </a:lnTo>
                  <a:lnTo>
                    <a:pt x="482" y="572"/>
                  </a:lnTo>
                  <a:lnTo>
                    <a:pt x="412" y="351"/>
                  </a:lnTo>
                  <a:lnTo>
                    <a:pt x="602" y="211"/>
                  </a:lnTo>
                  <a:lnTo>
                    <a:pt x="372" y="21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38"/>
            <p:cNvSpPr/>
            <p:nvPr/>
          </p:nvSpPr>
          <p:spPr>
            <a:xfrm>
              <a:off x="5261175" y="648138"/>
              <a:ext cx="15075" cy="14300"/>
            </a:xfrm>
            <a:custGeom>
              <a:avLst/>
              <a:gdLst/>
              <a:ahLst/>
              <a:cxnLst/>
              <a:rect l="l" t="t" r="r" b="b"/>
              <a:pathLst>
                <a:path w="603" h="572" extrusionOk="0">
                  <a:moveTo>
                    <a:pt x="301" y="0"/>
                  </a:moveTo>
                  <a:lnTo>
                    <a:pt x="231" y="211"/>
                  </a:lnTo>
                  <a:lnTo>
                    <a:pt x="0" y="211"/>
                  </a:lnTo>
                  <a:lnTo>
                    <a:pt x="191" y="351"/>
                  </a:lnTo>
                  <a:lnTo>
                    <a:pt x="111" y="572"/>
                  </a:lnTo>
                  <a:lnTo>
                    <a:pt x="111" y="572"/>
                  </a:lnTo>
                  <a:lnTo>
                    <a:pt x="301" y="431"/>
                  </a:lnTo>
                  <a:lnTo>
                    <a:pt x="492" y="572"/>
                  </a:lnTo>
                  <a:lnTo>
                    <a:pt x="422" y="351"/>
                  </a:lnTo>
                  <a:lnTo>
                    <a:pt x="602" y="211"/>
                  </a:lnTo>
                  <a:lnTo>
                    <a:pt x="371"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38"/>
            <p:cNvSpPr/>
            <p:nvPr/>
          </p:nvSpPr>
          <p:spPr>
            <a:xfrm>
              <a:off x="5291000" y="648138"/>
              <a:ext cx="15075" cy="14300"/>
            </a:xfrm>
            <a:custGeom>
              <a:avLst/>
              <a:gdLst/>
              <a:ahLst/>
              <a:cxnLst/>
              <a:rect l="l" t="t" r="r" b="b"/>
              <a:pathLst>
                <a:path w="603" h="572" extrusionOk="0">
                  <a:moveTo>
                    <a:pt x="302" y="0"/>
                  </a:moveTo>
                  <a:lnTo>
                    <a:pt x="232" y="211"/>
                  </a:lnTo>
                  <a:lnTo>
                    <a:pt x="1" y="211"/>
                  </a:lnTo>
                  <a:lnTo>
                    <a:pt x="191" y="351"/>
                  </a:lnTo>
                  <a:lnTo>
                    <a:pt x="121" y="572"/>
                  </a:lnTo>
                  <a:lnTo>
                    <a:pt x="121" y="572"/>
                  </a:lnTo>
                  <a:lnTo>
                    <a:pt x="302" y="431"/>
                  </a:lnTo>
                  <a:lnTo>
                    <a:pt x="492" y="572"/>
                  </a:lnTo>
                  <a:lnTo>
                    <a:pt x="492" y="572"/>
                  </a:lnTo>
                  <a:lnTo>
                    <a:pt x="422" y="351"/>
                  </a:lnTo>
                  <a:lnTo>
                    <a:pt x="603" y="211"/>
                  </a:lnTo>
                  <a:lnTo>
                    <a:pt x="372" y="21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38"/>
            <p:cNvSpPr/>
            <p:nvPr/>
          </p:nvSpPr>
          <p:spPr>
            <a:xfrm>
              <a:off x="5320850" y="648138"/>
              <a:ext cx="15075" cy="14300"/>
            </a:xfrm>
            <a:custGeom>
              <a:avLst/>
              <a:gdLst/>
              <a:ahLst/>
              <a:cxnLst/>
              <a:rect l="l" t="t" r="r" b="b"/>
              <a:pathLst>
                <a:path w="603" h="572" extrusionOk="0">
                  <a:moveTo>
                    <a:pt x="301" y="0"/>
                  </a:moveTo>
                  <a:lnTo>
                    <a:pt x="231" y="211"/>
                  </a:lnTo>
                  <a:lnTo>
                    <a:pt x="1" y="211"/>
                  </a:lnTo>
                  <a:lnTo>
                    <a:pt x="191" y="351"/>
                  </a:lnTo>
                  <a:lnTo>
                    <a:pt x="121" y="572"/>
                  </a:lnTo>
                  <a:lnTo>
                    <a:pt x="121" y="572"/>
                  </a:lnTo>
                  <a:lnTo>
                    <a:pt x="301" y="431"/>
                  </a:lnTo>
                  <a:lnTo>
                    <a:pt x="492" y="572"/>
                  </a:lnTo>
                  <a:lnTo>
                    <a:pt x="492" y="572"/>
                  </a:lnTo>
                  <a:lnTo>
                    <a:pt x="422" y="351"/>
                  </a:lnTo>
                  <a:lnTo>
                    <a:pt x="602" y="211"/>
                  </a:lnTo>
                  <a:lnTo>
                    <a:pt x="372"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38"/>
            <p:cNvSpPr/>
            <p:nvPr/>
          </p:nvSpPr>
          <p:spPr>
            <a:xfrm>
              <a:off x="5350700" y="648138"/>
              <a:ext cx="15050" cy="14300"/>
            </a:xfrm>
            <a:custGeom>
              <a:avLst/>
              <a:gdLst/>
              <a:ahLst/>
              <a:cxnLst/>
              <a:rect l="l" t="t" r="r" b="b"/>
              <a:pathLst>
                <a:path w="602" h="572" extrusionOk="0">
                  <a:moveTo>
                    <a:pt x="301" y="0"/>
                  </a:moveTo>
                  <a:lnTo>
                    <a:pt x="231" y="211"/>
                  </a:lnTo>
                  <a:lnTo>
                    <a:pt x="0" y="211"/>
                  </a:lnTo>
                  <a:lnTo>
                    <a:pt x="191" y="351"/>
                  </a:lnTo>
                  <a:lnTo>
                    <a:pt x="121" y="572"/>
                  </a:lnTo>
                  <a:lnTo>
                    <a:pt x="121" y="572"/>
                  </a:lnTo>
                  <a:lnTo>
                    <a:pt x="301" y="431"/>
                  </a:lnTo>
                  <a:lnTo>
                    <a:pt x="492" y="572"/>
                  </a:lnTo>
                  <a:lnTo>
                    <a:pt x="492" y="572"/>
                  </a:lnTo>
                  <a:lnTo>
                    <a:pt x="421" y="351"/>
                  </a:lnTo>
                  <a:lnTo>
                    <a:pt x="602" y="211"/>
                  </a:lnTo>
                  <a:lnTo>
                    <a:pt x="371"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8"/>
            <p:cNvSpPr/>
            <p:nvPr/>
          </p:nvSpPr>
          <p:spPr>
            <a:xfrm>
              <a:off x="5380525" y="648138"/>
              <a:ext cx="15325" cy="14300"/>
            </a:xfrm>
            <a:custGeom>
              <a:avLst/>
              <a:gdLst/>
              <a:ahLst/>
              <a:cxnLst/>
              <a:rect l="l" t="t" r="r" b="b"/>
              <a:pathLst>
                <a:path w="613" h="572" extrusionOk="0">
                  <a:moveTo>
                    <a:pt x="312" y="0"/>
                  </a:moveTo>
                  <a:lnTo>
                    <a:pt x="231" y="211"/>
                  </a:lnTo>
                  <a:lnTo>
                    <a:pt x="1" y="211"/>
                  </a:lnTo>
                  <a:lnTo>
                    <a:pt x="191" y="351"/>
                  </a:lnTo>
                  <a:lnTo>
                    <a:pt x="121" y="572"/>
                  </a:lnTo>
                  <a:lnTo>
                    <a:pt x="121" y="572"/>
                  </a:lnTo>
                  <a:lnTo>
                    <a:pt x="312" y="431"/>
                  </a:lnTo>
                  <a:lnTo>
                    <a:pt x="492" y="572"/>
                  </a:lnTo>
                  <a:lnTo>
                    <a:pt x="492" y="572"/>
                  </a:lnTo>
                  <a:lnTo>
                    <a:pt x="422" y="351"/>
                  </a:lnTo>
                  <a:lnTo>
                    <a:pt x="613" y="211"/>
                  </a:lnTo>
                  <a:lnTo>
                    <a:pt x="382" y="211"/>
                  </a:lnTo>
                  <a:lnTo>
                    <a:pt x="3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38"/>
            <p:cNvSpPr/>
            <p:nvPr/>
          </p:nvSpPr>
          <p:spPr>
            <a:xfrm>
              <a:off x="5245125" y="662413"/>
              <a:ext cx="15075" cy="14325"/>
            </a:xfrm>
            <a:custGeom>
              <a:avLst/>
              <a:gdLst/>
              <a:ahLst/>
              <a:cxnLst/>
              <a:rect l="l" t="t" r="r" b="b"/>
              <a:pathLst>
                <a:path w="603" h="573" extrusionOk="0">
                  <a:moveTo>
                    <a:pt x="301" y="1"/>
                  </a:moveTo>
                  <a:lnTo>
                    <a:pt x="231" y="211"/>
                  </a:lnTo>
                  <a:lnTo>
                    <a:pt x="0" y="211"/>
                  </a:lnTo>
                  <a:lnTo>
                    <a:pt x="181" y="352"/>
                  </a:lnTo>
                  <a:lnTo>
                    <a:pt x="111" y="573"/>
                  </a:lnTo>
                  <a:lnTo>
                    <a:pt x="301" y="432"/>
                  </a:lnTo>
                  <a:lnTo>
                    <a:pt x="482" y="573"/>
                  </a:lnTo>
                  <a:lnTo>
                    <a:pt x="412" y="352"/>
                  </a:lnTo>
                  <a:lnTo>
                    <a:pt x="602" y="211"/>
                  </a:lnTo>
                  <a:lnTo>
                    <a:pt x="371"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38"/>
            <p:cNvSpPr/>
            <p:nvPr/>
          </p:nvSpPr>
          <p:spPr>
            <a:xfrm>
              <a:off x="5274950" y="662413"/>
              <a:ext cx="15075" cy="14325"/>
            </a:xfrm>
            <a:custGeom>
              <a:avLst/>
              <a:gdLst/>
              <a:ahLst/>
              <a:cxnLst/>
              <a:rect l="l" t="t" r="r" b="b"/>
              <a:pathLst>
                <a:path w="603" h="573" extrusionOk="0">
                  <a:moveTo>
                    <a:pt x="302" y="1"/>
                  </a:moveTo>
                  <a:lnTo>
                    <a:pt x="232" y="211"/>
                  </a:lnTo>
                  <a:lnTo>
                    <a:pt x="1" y="211"/>
                  </a:lnTo>
                  <a:lnTo>
                    <a:pt x="181" y="352"/>
                  </a:lnTo>
                  <a:lnTo>
                    <a:pt x="111" y="573"/>
                  </a:lnTo>
                  <a:lnTo>
                    <a:pt x="302" y="432"/>
                  </a:lnTo>
                  <a:lnTo>
                    <a:pt x="482" y="573"/>
                  </a:lnTo>
                  <a:lnTo>
                    <a:pt x="412" y="352"/>
                  </a:lnTo>
                  <a:lnTo>
                    <a:pt x="603" y="211"/>
                  </a:lnTo>
                  <a:lnTo>
                    <a:pt x="372" y="21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38"/>
            <p:cNvSpPr/>
            <p:nvPr/>
          </p:nvSpPr>
          <p:spPr>
            <a:xfrm>
              <a:off x="5304800" y="662413"/>
              <a:ext cx="15075" cy="14325"/>
            </a:xfrm>
            <a:custGeom>
              <a:avLst/>
              <a:gdLst/>
              <a:ahLst/>
              <a:cxnLst/>
              <a:rect l="l" t="t" r="r" b="b"/>
              <a:pathLst>
                <a:path w="603" h="573" extrusionOk="0">
                  <a:moveTo>
                    <a:pt x="301" y="1"/>
                  </a:moveTo>
                  <a:lnTo>
                    <a:pt x="231" y="211"/>
                  </a:lnTo>
                  <a:lnTo>
                    <a:pt x="1" y="211"/>
                  </a:lnTo>
                  <a:lnTo>
                    <a:pt x="181" y="352"/>
                  </a:lnTo>
                  <a:lnTo>
                    <a:pt x="111" y="573"/>
                  </a:lnTo>
                  <a:lnTo>
                    <a:pt x="301" y="432"/>
                  </a:lnTo>
                  <a:lnTo>
                    <a:pt x="482" y="573"/>
                  </a:lnTo>
                  <a:lnTo>
                    <a:pt x="412" y="352"/>
                  </a:lnTo>
                  <a:lnTo>
                    <a:pt x="602" y="211"/>
                  </a:lnTo>
                  <a:lnTo>
                    <a:pt x="372"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38"/>
            <p:cNvSpPr/>
            <p:nvPr/>
          </p:nvSpPr>
          <p:spPr>
            <a:xfrm>
              <a:off x="5334650" y="662413"/>
              <a:ext cx="15075" cy="14325"/>
            </a:xfrm>
            <a:custGeom>
              <a:avLst/>
              <a:gdLst/>
              <a:ahLst/>
              <a:cxnLst/>
              <a:rect l="l" t="t" r="r" b="b"/>
              <a:pathLst>
                <a:path w="603" h="573" extrusionOk="0">
                  <a:moveTo>
                    <a:pt x="301" y="1"/>
                  </a:moveTo>
                  <a:lnTo>
                    <a:pt x="231" y="211"/>
                  </a:lnTo>
                  <a:lnTo>
                    <a:pt x="0" y="211"/>
                  </a:lnTo>
                  <a:lnTo>
                    <a:pt x="181" y="352"/>
                  </a:lnTo>
                  <a:lnTo>
                    <a:pt x="111" y="573"/>
                  </a:lnTo>
                  <a:lnTo>
                    <a:pt x="301" y="432"/>
                  </a:lnTo>
                  <a:lnTo>
                    <a:pt x="492" y="573"/>
                  </a:lnTo>
                  <a:lnTo>
                    <a:pt x="492" y="573"/>
                  </a:lnTo>
                  <a:lnTo>
                    <a:pt x="411" y="352"/>
                  </a:lnTo>
                  <a:lnTo>
                    <a:pt x="602" y="211"/>
                  </a:lnTo>
                  <a:lnTo>
                    <a:pt x="371"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38"/>
            <p:cNvSpPr/>
            <p:nvPr/>
          </p:nvSpPr>
          <p:spPr>
            <a:xfrm>
              <a:off x="5364475" y="662413"/>
              <a:ext cx="15075" cy="14325"/>
            </a:xfrm>
            <a:custGeom>
              <a:avLst/>
              <a:gdLst/>
              <a:ahLst/>
              <a:cxnLst/>
              <a:rect l="l" t="t" r="r" b="b"/>
              <a:pathLst>
                <a:path w="603" h="573" extrusionOk="0">
                  <a:moveTo>
                    <a:pt x="302" y="1"/>
                  </a:moveTo>
                  <a:lnTo>
                    <a:pt x="232" y="211"/>
                  </a:lnTo>
                  <a:lnTo>
                    <a:pt x="1" y="211"/>
                  </a:lnTo>
                  <a:lnTo>
                    <a:pt x="191" y="352"/>
                  </a:lnTo>
                  <a:lnTo>
                    <a:pt x="121" y="573"/>
                  </a:lnTo>
                  <a:lnTo>
                    <a:pt x="302" y="432"/>
                  </a:lnTo>
                  <a:lnTo>
                    <a:pt x="492" y="573"/>
                  </a:lnTo>
                  <a:lnTo>
                    <a:pt x="422" y="352"/>
                  </a:lnTo>
                  <a:lnTo>
                    <a:pt x="603" y="211"/>
                  </a:lnTo>
                  <a:lnTo>
                    <a:pt x="372" y="21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38"/>
            <p:cNvSpPr/>
            <p:nvPr/>
          </p:nvSpPr>
          <p:spPr>
            <a:xfrm>
              <a:off x="5231325" y="676713"/>
              <a:ext cx="15075" cy="14325"/>
            </a:xfrm>
            <a:custGeom>
              <a:avLst/>
              <a:gdLst/>
              <a:ahLst/>
              <a:cxnLst/>
              <a:rect l="l" t="t" r="r" b="b"/>
              <a:pathLst>
                <a:path w="603" h="573" extrusionOk="0">
                  <a:moveTo>
                    <a:pt x="302" y="1"/>
                  </a:moveTo>
                  <a:lnTo>
                    <a:pt x="231" y="221"/>
                  </a:lnTo>
                  <a:lnTo>
                    <a:pt x="1" y="221"/>
                  </a:lnTo>
                  <a:lnTo>
                    <a:pt x="181" y="352"/>
                  </a:lnTo>
                  <a:lnTo>
                    <a:pt x="111" y="572"/>
                  </a:lnTo>
                  <a:lnTo>
                    <a:pt x="302" y="432"/>
                  </a:lnTo>
                  <a:lnTo>
                    <a:pt x="482" y="572"/>
                  </a:lnTo>
                  <a:lnTo>
                    <a:pt x="482" y="572"/>
                  </a:lnTo>
                  <a:lnTo>
                    <a:pt x="412" y="35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38"/>
            <p:cNvSpPr/>
            <p:nvPr/>
          </p:nvSpPr>
          <p:spPr>
            <a:xfrm>
              <a:off x="5261175" y="676713"/>
              <a:ext cx="15075" cy="14325"/>
            </a:xfrm>
            <a:custGeom>
              <a:avLst/>
              <a:gdLst/>
              <a:ahLst/>
              <a:cxnLst/>
              <a:rect l="l" t="t" r="r" b="b"/>
              <a:pathLst>
                <a:path w="603" h="573" extrusionOk="0">
                  <a:moveTo>
                    <a:pt x="301" y="1"/>
                  </a:moveTo>
                  <a:lnTo>
                    <a:pt x="231" y="221"/>
                  </a:lnTo>
                  <a:lnTo>
                    <a:pt x="0" y="221"/>
                  </a:lnTo>
                  <a:lnTo>
                    <a:pt x="191" y="352"/>
                  </a:lnTo>
                  <a:lnTo>
                    <a:pt x="111" y="572"/>
                  </a:lnTo>
                  <a:lnTo>
                    <a:pt x="301" y="432"/>
                  </a:lnTo>
                  <a:lnTo>
                    <a:pt x="492" y="572"/>
                  </a:lnTo>
                  <a:lnTo>
                    <a:pt x="422" y="35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38"/>
            <p:cNvSpPr/>
            <p:nvPr/>
          </p:nvSpPr>
          <p:spPr>
            <a:xfrm>
              <a:off x="5291000" y="676713"/>
              <a:ext cx="15075" cy="14325"/>
            </a:xfrm>
            <a:custGeom>
              <a:avLst/>
              <a:gdLst/>
              <a:ahLst/>
              <a:cxnLst/>
              <a:rect l="l" t="t" r="r" b="b"/>
              <a:pathLst>
                <a:path w="603" h="573" extrusionOk="0">
                  <a:moveTo>
                    <a:pt x="302" y="1"/>
                  </a:moveTo>
                  <a:lnTo>
                    <a:pt x="232" y="221"/>
                  </a:lnTo>
                  <a:lnTo>
                    <a:pt x="1" y="221"/>
                  </a:lnTo>
                  <a:lnTo>
                    <a:pt x="191" y="352"/>
                  </a:lnTo>
                  <a:lnTo>
                    <a:pt x="121" y="572"/>
                  </a:lnTo>
                  <a:lnTo>
                    <a:pt x="121" y="572"/>
                  </a:lnTo>
                  <a:lnTo>
                    <a:pt x="302" y="432"/>
                  </a:lnTo>
                  <a:lnTo>
                    <a:pt x="492" y="572"/>
                  </a:lnTo>
                  <a:lnTo>
                    <a:pt x="492" y="572"/>
                  </a:lnTo>
                  <a:lnTo>
                    <a:pt x="422" y="35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38"/>
            <p:cNvSpPr/>
            <p:nvPr/>
          </p:nvSpPr>
          <p:spPr>
            <a:xfrm>
              <a:off x="5320850" y="676713"/>
              <a:ext cx="15075" cy="14325"/>
            </a:xfrm>
            <a:custGeom>
              <a:avLst/>
              <a:gdLst/>
              <a:ahLst/>
              <a:cxnLst/>
              <a:rect l="l" t="t" r="r" b="b"/>
              <a:pathLst>
                <a:path w="603" h="573" extrusionOk="0">
                  <a:moveTo>
                    <a:pt x="301" y="1"/>
                  </a:moveTo>
                  <a:lnTo>
                    <a:pt x="231" y="221"/>
                  </a:lnTo>
                  <a:lnTo>
                    <a:pt x="1" y="221"/>
                  </a:lnTo>
                  <a:lnTo>
                    <a:pt x="191" y="352"/>
                  </a:lnTo>
                  <a:lnTo>
                    <a:pt x="121" y="572"/>
                  </a:lnTo>
                  <a:lnTo>
                    <a:pt x="121" y="572"/>
                  </a:lnTo>
                  <a:lnTo>
                    <a:pt x="301" y="432"/>
                  </a:lnTo>
                  <a:lnTo>
                    <a:pt x="492" y="572"/>
                  </a:lnTo>
                  <a:lnTo>
                    <a:pt x="492" y="572"/>
                  </a:lnTo>
                  <a:lnTo>
                    <a:pt x="422" y="35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38"/>
            <p:cNvSpPr/>
            <p:nvPr/>
          </p:nvSpPr>
          <p:spPr>
            <a:xfrm>
              <a:off x="5350700" y="676713"/>
              <a:ext cx="15050" cy="14325"/>
            </a:xfrm>
            <a:custGeom>
              <a:avLst/>
              <a:gdLst/>
              <a:ahLst/>
              <a:cxnLst/>
              <a:rect l="l" t="t" r="r" b="b"/>
              <a:pathLst>
                <a:path w="602" h="573" extrusionOk="0">
                  <a:moveTo>
                    <a:pt x="301" y="1"/>
                  </a:moveTo>
                  <a:lnTo>
                    <a:pt x="231" y="221"/>
                  </a:lnTo>
                  <a:lnTo>
                    <a:pt x="0" y="221"/>
                  </a:lnTo>
                  <a:lnTo>
                    <a:pt x="191" y="352"/>
                  </a:lnTo>
                  <a:lnTo>
                    <a:pt x="121" y="572"/>
                  </a:lnTo>
                  <a:lnTo>
                    <a:pt x="301" y="432"/>
                  </a:lnTo>
                  <a:lnTo>
                    <a:pt x="492" y="572"/>
                  </a:lnTo>
                  <a:lnTo>
                    <a:pt x="421" y="35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38"/>
            <p:cNvSpPr/>
            <p:nvPr/>
          </p:nvSpPr>
          <p:spPr>
            <a:xfrm>
              <a:off x="5380525" y="676713"/>
              <a:ext cx="15325" cy="14325"/>
            </a:xfrm>
            <a:custGeom>
              <a:avLst/>
              <a:gdLst/>
              <a:ahLst/>
              <a:cxnLst/>
              <a:rect l="l" t="t" r="r" b="b"/>
              <a:pathLst>
                <a:path w="613" h="573" extrusionOk="0">
                  <a:moveTo>
                    <a:pt x="312" y="1"/>
                  </a:moveTo>
                  <a:lnTo>
                    <a:pt x="231" y="221"/>
                  </a:lnTo>
                  <a:lnTo>
                    <a:pt x="1" y="221"/>
                  </a:lnTo>
                  <a:lnTo>
                    <a:pt x="191" y="352"/>
                  </a:lnTo>
                  <a:lnTo>
                    <a:pt x="121" y="572"/>
                  </a:lnTo>
                  <a:lnTo>
                    <a:pt x="312" y="432"/>
                  </a:lnTo>
                  <a:lnTo>
                    <a:pt x="492" y="572"/>
                  </a:lnTo>
                  <a:lnTo>
                    <a:pt x="492" y="572"/>
                  </a:lnTo>
                  <a:lnTo>
                    <a:pt x="422" y="35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8"/>
            <p:cNvSpPr/>
            <p:nvPr/>
          </p:nvSpPr>
          <p:spPr>
            <a:xfrm>
              <a:off x="5245125" y="691013"/>
              <a:ext cx="15075" cy="14325"/>
            </a:xfrm>
            <a:custGeom>
              <a:avLst/>
              <a:gdLst/>
              <a:ahLst/>
              <a:cxnLst/>
              <a:rect l="l" t="t" r="r" b="b"/>
              <a:pathLst>
                <a:path w="603" h="573" extrusionOk="0">
                  <a:moveTo>
                    <a:pt x="301" y="0"/>
                  </a:moveTo>
                  <a:lnTo>
                    <a:pt x="231" y="221"/>
                  </a:lnTo>
                  <a:lnTo>
                    <a:pt x="0" y="221"/>
                  </a:lnTo>
                  <a:lnTo>
                    <a:pt x="181" y="351"/>
                  </a:lnTo>
                  <a:lnTo>
                    <a:pt x="111" y="572"/>
                  </a:lnTo>
                  <a:lnTo>
                    <a:pt x="301" y="442"/>
                  </a:lnTo>
                  <a:lnTo>
                    <a:pt x="482" y="572"/>
                  </a:lnTo>
                  <a:lnTo>
                    <a:pt x="412"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38"/>
            <p:cNvSpPr/>
            <p:nvPr/>
          </p:nvSpPr>
          <p:spPr>
            <a:xfrm>
              <a:off x="5274950" y="691013"/>
              <a:ext cx="15075" cy="14325"/>
            </a:xfrm>
            <a:custGeom>
              <a:avLst/>
              <a:gdLst/>
              <a:ahLst/>
              <a:cxnLst/>
              <a:rect l="l" t="t" r="r" b="b"/>
              <a:pathLst>
                <a:path w="603" h="573" extrusionOk="0">
                  <a:moveTo>
                    <a:pt x="302" y="0"/>
                  </a:moveTo>
                  <a:lnTo>
                    <a:pt x="232" y="221"/>
                  </a:lnTo>
                  <a:lnTo>
                    <a:pt x="1" y="221"/>
                  </a:lnTo>
                  <a:lnTo>
                    <a:pt x="181" y="351"/>
                  </a:lnTo>
                  <a:lnTo>
                    <a:pt x="111" y="572"/>
                  </a:lnTo>
                  <a:lnTo>
                    <a:pt x="302" y="442"/>
                  </a:lnTo>
                  <a:lnTo>
                    <a:pt x="482" y="572"/>
                  </a:lnTo>
                  <a:lnTo>
                    <a:pt x="41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38"/>
            <p:cNvSpPr/>
            <p:nvPr/>
          </p:nvSpPr>
          <p:spPr>
            <a:xfrm>
              <a:off x="5304800" y="691013"/>
              <a:ext cx="15075" cy="14325"/>
            </a:xfrm>
            <a:custGeom>
              <a:avLst/>
              <a:gdLst/>
              <a:ahLst/>
              <a:cxnLst/>
              <a:rect l="l" t="t" r="r" b="b"/>
              <a:pathLst>
                <a:path w="603" h="573" extrusionOk="0">
                  <a:moveTo>
                    <a:pt x="301" y="0"/>
                  </a:moveTo>
                  <a:lnTo>
                    <a:pt x="231" y="221"/>
                  </a:lnTo>
                  <a:lnTo>
                    <a:pt x="1" y="221"/>
                  </a:lnTo>
                  <a:lnTo>
                    <a:pt x="181" y="351"/>
                  </a:lnTo>
                  <a:lnTo>
                    <a:pt x="111" y="572"/>
                  </a:lnTo>
                  <a:lnTo>
                    <a:pt x="301" y="442"/>
                  </a:lnTo>
                  <a:lnTo>
                    <a:pt x="482" y="572"/>
                  </a:lnTo>
                  <a:lnTo>
                    <a:pt x="412" y="35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38"/>
            <p:cNvSpPr/>
            <p:nvPr/>
          </p:nvSpPr>
          <p:spPr>
            <a:xfrm>
              <a:off x="5334650" y="691013"/>
              <a:ext cx="15075" cy="14325"/>
            </a:xfrm>
            <a:custGeom>
              <a:avLst/>
              <a:gdLst/>
              <a:ahLst/>
              <a:cxnLst/>
              <a:rect l="l" t="t" r="r" b="b"/>
              <a:pathLst>
                <a:path w="603" h="573" extrusionOk="0">
                  <a:moveTo>
                    <a:pt x="301" y="0"/>
                  </a:moveTo>
                  <a:lnTo>
                    <a:pt x="231" y="221"/>
                  </a:lnTo>
                  <a:lnTo>
                    <a:pt x="0" y="221"/>
                  </a:lnTo>
                  <a:lnTo>
                    <a:pt x="181" y="351"/>
                  </a:lnTo>
                  <a:lnTo>
                    <a:pt x="111" y="572"/>
                  </a:lnTo>
                  <a:lnTo>
                    <a:pt x="301" y="442"/>
                  </a:lnTo>
                  <a:lnTo>
                    <a:pt x="492" y="572"/>
                  </a:lnTo>
                  <a:lnTo>
                    <a:pt x="411"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38"/>
            <p:cNvSpPr/>
            <p:nvPr/>
          </p:nvSpPr>
          <p:spPr>
            <a:xfrm>
              <a:off x="5364475" y="691013"/>
              <a:ext cx="15075" cy="14325"/>
            </a:xfrm>
            <a:custGeom>
              <a:avLst/>
              <a:gdLst/>
              <a:ahLst/>
              <a:cxnLst/>
              <a:rect l="l" t="t" r="r" b="b"/>
              <a:pathLst>
                <a:path w="603" h="573" extrusionOk="0">
                  <a:moveTo>
                    <a:pt x="302" y="0"/>
                  </a:moveTo>
                  <a:lnTo>
                    <a:pt x="232" y="221"/>
                  </a:lnTo>
                  <a:lnTo>
                    <a:pt x="1" y="221"/>
                  </a:lnTo>
                  <a:lnTo>
                    <a:pt x="191" y="351"/>
                  </a:lnTo>
                  <a:lnTo>
                    <a:pt x="121" y="572"/>
                  </a:lnTo>
                  <a:lnTo>
                    <a:pt x="302" y="442"/>
                  </a:lnTo>
                  <a:lnTo>
                    <a:pt x="492" y="572"/>
                  </a:lnTo>
                  <a:lnTo>
                    <a:pt x="42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38"/>
            <p:cNvSpPr/>
            <p:nvPr/>
          </p:nvSpPr>
          <p:spPr>
            <a:xfrm>
              <a:off x="5231325" y="705313"/>
              <a:ext cx="15075" cy="14300"/>
            </a:xfrm>
            <a:custGeom>
              <a:avLst/>
              <a:gdLst/>
              <a:ahLst/>
              <a:cxnLst/>
              <a:rect l="l" t="t" r="r" b="b"/>
              <a:pathLst>
                <a:path w="603" h="572" extrusionOk="0">
                  <a:moveTo>
                    <a:pt x="302" y="0"/>
                  </a:moveTo>
                  <a:lnTo>
                    <a:pt x="231" y="221"/>
                  </a:lnTo>
                  <a:lnTo>
                    <a:pt x="1" y="221"/>
                  </a:lnTo>
                  <a:lnTo>
                    <a:pt x="181" y="351"/>
                  </a:lnTo>
                  <a:lnTo>
                    <a:pt x="111" y="572"/>
                  </a:lnTo>
                  <a:lnTo>
                    <a:pt x="111" y="572"/>
                  </a:lnTo>
                  <a:lnTo>
                    <a:pt x="302" y="441"/>
                  </a:lnTo>
                  <a:lnTo>
                    <a:pt x="482" y="572"/>
                  </a:lnTo>
                  <a:lnTo>
                    <a:pt x="412" y="351"/>
                  </a:lnTo>
                  <a:lnTo>
                    <a:pt x="602"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38"/>
            <p:cNvSpPr/>
            <p:nvPr/>
          </p:nvSpPr>
          <p:spPr>
            <a:xfrm>
              <a:off x="5261175" y="705313"/>
              <a:ext cx="15075" cy="14300"/>
            </a:xfrm>
            <a:custGeom>
              <a:avLst/>
              <a:gdLst/>
              <a:ahLst/>
              <a:cxnLst/>
              <a:rect l="l" t="t" r="r" b="b"/>
              <a:pathLst>
                <a:path w="603" h="572" extrusionOk="0">
                  <a:moveTo>
                    <a:pt x="301" y="0"/>
                  </a:moveTo>
                  <a:lnTo>
                    <a:pt x="231" y="221"/>
                  </a:lnTo>
                  <a:lnTo>
                    <a:pt x="0" y="221"/>
                  </a:lnTo>
                  <a:lnTo>
                    <a:pt x="191" y="351"/>
                  </a:lnTo>
                  <a:lnTo>
                    <a:pt x="111" y="572"/>
                  </a:lnTo>
                  <a:lnTo>
                    <a:pt x="111" y="572"/>
                  </a:lnTo>
                  <a:lnTo>
                    <a:pt x="301" y="441"/>
                  </a:lnTo>
                  <a:lnTo>
                    <a:pt x="492" y="572"/>
                  </a:lnTo>
                  <a:lnTo>
                    <a:pt x="422"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38"/>
            <p:cNvSpPr/>
            <p:nvPr/>
          </p:nvSpPr>
          <p:spPr>
            <a:xfrm>
              <a:off x="5291000" y="705313"/>
              <a:ext cx="15075" cy="14300"/>
            </a:xfrm>
            <a:custGeom>
              <a:avLst/>
              <a:gdLst/>
              <a:ahLst/>
              <a:cxnLst/>
              <a:rect l="l" t="t" r="r" b="b"/>
              <a:pathLst>
                <a:path w="603" h="572" extrusionOk="0">
                  <a:moveTo>
                    <a:pt x="302" y="0"/>
                  </a:moveTo>
                  <a:lnTo>
                    <a:pt x="232" y="221"/>
                  </a:lnTo>
                  <a:lnTo>
                    <a:pt x="1" y="221"/>
                  </a:lnTo>
                  <a:lnTo>
                    <a:pt x="191" y="351"/>
                  </a:lnTo>
                  <a:lnTo>
                    <a:pt x="121" y="572"/>
                  </a:lnTo>
                  <a:lnTo>
                    <a:pt x="302" y="441"/>
                  </a:lnTo>
                  <a:lnTo>
                    <a:pt x="492" y="572"/>
                  </a:lnTo>
                  <a:lnTo>
                    <a:pt x="492" y="572"/>
                  </a:lnTo>
                  <a:lnTo>
                    <a:pt x="42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38"/>
            <p:cNvSpPr/>
            <p:nvPr/>
          </p:nvSpPr>
          <p:spPr>
            <a:xfrm>
              <a:off x="5320850" y="705313"/>
              <a:ext cx="15075" cy="14300"/>
            </a:xfrm>
            <a:custGeom>
              <a:avLst/>
              <a:gdLst/>
              <a:ahLst/>
              <a:cxnLst/>
              <a:rect l="l" t="t" r="r" b="b"/>
              <a:pathLst>
                <a:path w="603" h="572" extrusionOk="0">
                  <a:moveTo>
                    <a:pt x="301" y="0"/>
                  </a:moveTo>
                  <a:lnTo>
                    <a:pt x="231" y="221"/>
                  </a:lnTo>
                  <a:lnTo>
                    <a:pt x="1" y="221"/>
                  </a:lnTo>
                  <a:lnTo>
                    <a:pt x="191" y="351"/>
                  </a:lnTo>
                  <a:lnTo>
                    <a:pt x="121" y="572"/>
                  </a:lnTo>
                  <a:lnTo>
                    <a:pt x="301" y="441"/>
                  </a:lnTo>
                  <a:lnTo>
                    <a:pt x="492" y="572"/>
                  </a:lnTo>
                  <a:lnTo>
                    <a:pt x="492" y="572"/>
                  </a:lnTo>
                  <a:lnTo>
                    <a:pt x="422" y="35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38"/>
            <p:cNvSpPr/>
            <p:nvPr/>
          </p:nvSpPr>
          <p:spPr>
            <a:xfrm>
              <a:off x="5350700" y="705313"/>
              <a:ext cx="15050" cy="14300"/>
            </a:xfrm>
            <a:custGeom>
              <a:avLst/>
              <a:gdLst/>
              <a:ahLst/>
              <a:cxnLst/>
              <a:rect l="l" t="t" r="r" b="b"/>
              <a:pathLst>
                <a:path w="602" h="572" extrusionOk="0">
                  <a:moveTo>
                    <a:pt x="301" y="0"/>
                  </a:moveTo>
                  <a:lnTo>
                    <a:pt x="231" y="221"/>
                  </a:lnTo>
                  <a:lnTo>
                    <a:pt x="0" y="221"/>
                  </a:lnTo>
                  <a:lnTo>
                    <a:pt x="191" y="351"/>
                  </a:lnTo>
                  <a:lnTo>
                    <a:pt x="121" y="572"/>
                  </a:lnTo>
                  <a:lnTo>
                    <a:pt x="301" y="441"/>
                  </a:lnTo>
                  <a:lnTo>
                    <a:pt x="492" y="572"/>
                  </a:lnTo>
                  <a:lnTo>
                    <a:pt x="492" y="572"/>
                  </a:lnTo>
                  <a:lnTo>
                    <a:pt x="421"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38"/>
            <p:cNvSpPr/>
            <p:nvPr/>
          </p:nvSpPr>
          <p:spPr>
            <a:xfrm>
              <a:off x="5380525" y="705313"/>
              <a:ext cx="15325" cy="14300"/>
            </a:xfrm>
            <a:custGeom>
              <a:avLst/>
              <a:gdLst/>
              <a:ahLst/>
              <a:cxnLst/>
              <a:rect l="l" t="t" r="r" b="b"/>
              <a:pathLst>
                <a:path w="613" h="572" extrusionOk="0">
                  <a:moveTo>
                    <a:pt x="312" y="0"/>
                  </a:moveTo>
                  <a:lnTo>
                    <a:pt x="231" y="221"/>
                  </a:lnTo>
                  <a:lnTo>
                    <a:pt x="1" y="221"/>
                  </a:lnTo>
                  <a:lnTo>
                    <a:pt x="191" y="351"/>
                  </a:lnTo>
                  <a:lnTo>
                    <a:pt x="121" y="572"/>
                  </a:lnTo>
                  <a:lnTo>
                    <a:pt x="121" y="572"/>
                  </a:lnTo>
                  <a:lnTo>
                    <a:pt x="312" y="441"/>
                  </a:lnTo>
                  <a:lnTo>
                    <a:pt x="492" y="572"/>
                  </a:lnTo>
                  <a:lnTo>
                    <a:pt x="422" y="351"/>
                  </a:lnTo>
                  <a:lnTo>
                    <a:pt x="613" y="221"/>
                  </a:lnTo>
                  <a:lnTo>
                    <a:pt x="382" y="221"/>
                  </a:lnTo>
                  <a:lnTo>
                    <a:pt x="3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38"/>
            <p:cNvSpPr/>
            <p:nvPr/>
          </p:nvSpPr>
          <p:spPr>
            <a:xfrm>
              <a:off x="5245125" y="719588"/>
              <a:ext cx="15075" cy="14325"/>
            </a:xfrm>
            <a:custGeom>
              <a:avLst/>
              <a:gdLst/>
              <a:ahLst/>
              <a:cxnLst/>
              <a:rect l="l" t="t" r="r" b="b"/>
              <a:pathLst>
                <a:path w="603" h="573" extrusionOk="0">
                  <a:moveTo>
                    <a:pt x="301" y="1"/>
                  </a:moveTo>
                  <a:lnTo>
                    <a:pt x="231" y="221"/>
                  </a:lnTo>
                  <a:lnTo>
                    <a:pt x="0" y="221"/>
                  </a:lnTo>
                  <a:lnTo>
                    <a:pt x="181" y="362"/>
                  </a:lnTo>
                  <a:lnTo>
                    <a:pt x="111" y="573"/>
                  </a:lnTo>
                  <a:lnTo>
                    <a:pt x="111" y="573"/>
                  </a:lnTo>
                  <a:lnTo>
                    <a:pt x="301" y="442"/>
                  </a:lnTo>
                  <a:lnTo>
                    <a:pt x="482" y="573"/>
                  </a:lnTo>
                  <a:lnTo>
                    <a:pt x="41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38"/>
            <p:cNvSpPr/>
            <p:nvPr/>
          </p:nvSpPr>
          <p:spPr>
            <a:xfrm>
              <a:off x="5274950" y="719588"/>
              <a:ext cx="15075" cy="14325"/>
            </a:xfrm>
            <a:custGeom>
              <a:avLst/>
              <a:gdLst/>
              <a:ahLst/>
              <a:cxnLst/>
              <a:rect l="l" t="t" r="r" b="b"/>
              <a:pathLst>
                <a:path w="603" h="573" extrusionOk="0">
                  <a:moveTo>
                    <a:pt x="302" y="1"/>
                  </a:moveTo>
                  <a:lnTo>
                    <a:pt x="232" y="221"/>
                  </a:lnTo>
                  <a:lnTo>
                    <a:pt x="1" y="221"/>
                  </a:lnTo>
                  <a:lnTo>
                    <a:pt x="181" y="362"/>
                  </a:lnTo>
                  <a:lnTo>
                    <a:pt x="111" y="573"/>
                  </a:lnTo>
                  <a:lnTo>
                    <a:pt x="111" y="573"/>
                  </a:lnTo>
                  <a:lnTo>
                    <a:pt x="302" y="442"/>
                  </a:lnTo>
                  <a:lnTo>
                    <a:pt x="482" y="573"/>
                  </a:lnTo>
                  <a:lnTo>
                    <a:pt x="41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38"/>
            <p:cNvSpPr/>
            <p:nvPr/>
          </p:nvSpPr>
          <p:spPr>
            <a:xfrm>
              <a:off x="5304800" y="719588"/>
              <a:ext cx="15075" cy="14325"/>
            </a:xfrm>
            <a:custGeom>
              <a:avLst/>
              <a:gdLst/>
              <a:ahLst/>
              <a:cxnLst/>
              <a:rect l="l" t="t" r="r" b="b"/>
              <a:pathLst>
                <a:path w="603" h="573" extrusionOk="0">
                  <a:moveTo>
                    <a:pt x="301" y="1"/>
                  </a:moveTo>
                  <a:lnTo>
                    <a:pt x="231" y="221"/>
                  </a:lnTo>
                  <a:lnTo>
                    <a:pt x="1" y="221"/>
                  </a:lnTo>
                  <a:lnTo>
                    <a:pt x="181" y="362"/>
                  </a:lnTo>
                  <a:lnTo>
                    <a:pt x="111" y="573"/>
                  </a:lnTo>
                  <a:lnTo>
                    <a:pt x="111" y="573"/>
                  </a:lnTo>
                  <a:lnTo>
                    <a:pt x="301" y="442"/>
                  </a:lnTo>
                  <a:lnTo>
                    <a:pt x="482" y="573"/>
                  </a:lnTo>
                  <a:lnTo>
                    <a:pt x="482" y="573"/>
                  </a:lnTo>
                  <a:lnTo>
                    <a:pt x="41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38"/>
            <p:cNvSpPr/>
            <p:nvPr/>
          </p:nvSpPr>
          <p:spPr>
            <a:xfrm>
              <a:off x="5334650" y="719588"/>
              <a:ext cx="15075" cy="14325"/>
            </a:xfrm>
            <a:custGeom>
              <a:avLst/>
              <a:gdLst/>
              <a:ahLst/>
              <a:cxnLst/>
              <a:rect l="l" t="t" r="r" b="b"/>
              <a:pathLst>
                <a:path w="603" h="573" extrusionOk="0">
                  <a:moveTo>
                    <a:pt x="301" y="1"/>
                  </a:moveTo>
                  <a:lnTo>
                    <a:pt x="231" y="221"/>
                  </a:lnTo>
                  <a:lnTo>
                    <a:pt x="0" y="221"/>
                  </a:lnTo>
                  <a:lnTo>
                    <a:pt x="181" y="362"/>
                  </a:lnTo>
                  <a:lnTo>
                    <a:pt x="111" y="573"/>
                  </a:lnTo>
                  <a:lnTo>
                    <a:pt x="111" y="573"/>
                  </a:lnTo>
                  <a:lnTo>
                    <a:pt x="301" y="442"/>
                  </a:lnTo>
                  <a:lnTo>
                    <a:pt x="492" y="573"/>
                  </a:lnTo>
                  <a:lnTo>
                    <a:pt x="41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38"/>
            <p:cNvSpPr/>
            <p:nvPr/>
          </p:nvSpPr>
          <p:spPr>
            <a:xfrm>
              <a:off x="5364475" y="719588"/>
              <a:ext cx="15075" cy="14325"/>
            </a:xfrm>
            <a:custGeom>
              <a:avLst/>
              <a:gdLst/>
              <a:ahLst/>
              <a:cxnLst/>
              <a:rect l="l" t="t" r="r" b="b"/>
              <a:pathLst>
                <a:path w="603" h="573" extrusionOk="0">
                  <a:moveTo>
                    <a:pt x="302" y="1"/>
                  </a:moveTo>
                  <a:lnTo>
                    <a:pt x="232" y="221"/>
                  </a:lnTo>
                  <a:lnTo>
                    <a:pt x="1" y="221"/>
                  </a:lnTo>
                  <a:lnTo>
                    <a:pt x="191" y="362"/>
                  </a:lnTo>
                  <a:lnTo>
                    <a:pt x="121" y="573"/>
                  </a:lnTo>
                  <a:lnTo>
                    <a:pt x="121" y="573"/>
                  </a:lnTo>
                  <a:lnTo>
                    <a:pt x="302" y="442"/>
                  </a:lnTo>
                  <a:lnTo>
                    <a:pt x="492" y="573"/>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38"/>
            <p:cNvSpPr/>
            <p:nvPr/>
          </p:nvSpPr>
          <p:spPr>
            <a:xfrm>
              <a:off x="5231325" y="733888"/>
              <a:ext cx="15075" cy="14325"/>
            </a:xfrm>
            <a:custGeom>
              <a:avLst/>
              <a:gdLst/>
              <a:ahLst/>
              <a:cxnLst/>
              <a:rect l="l" t="t" r="r" b="b"/>
              <a:pathLst>
                <a:path w="603" h="573" extrusionOk="0">
                  <a:moveTo>
                    <a:pt x="302" y="1"/>
                  </a:moveTo>
                  <a:lnTo>
                    <a:pt x="231" y="221"/>
                  </a:lnTo>
                  <a:lnTo>
                    <a:pt x="1" y="221"/>
                  </a:lnTo>
                  <a:lnTo>
                    <a:pt x="181" y="362"/>
                  </a:lnTo>
                  <a:lnTo>
                    <a:pt x="111" y="572"/>
                  </a:lnTo>
                  <a:lnTo>
                    <a:pt x="302" y="442"/>
                  </a:lnTo>
                  <a:lnTo>
                    <a:pt x="482" y="572"/>
                  </a:lnTo>
                  <a:lnTo>
                    <a:pt x="412" y="36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38"/>
            <p:cNvSpPr/>
            <p:nvPr/>
          </p:nvSpPr>
          <p:spPr>
            <a:xfrm>
              <a:off x="5261175" y="733888"/>
              <a:ext cx="15075" cy="14325"/>
            </a:xfrm>
            <a:custGeom>
              <a:avLst/>
              <a:gdLst/>
              <a:ahLst/>
              <a:cxnLst/>
              <a:rect l="l" t="t" r="r" b="b"/>
              <a:pathLst>
                <a:path w="603" h="573" extrusionOk="0">
                  <a:moveTo>
                    <a:pt x="301" y="1"/>
                  </a:moveTo>
                  <a:lnTo>
                    <a:pt x="231" y="221"/>
                  </a:lnTo>
                  <a:lnTo>
                    <a:pt x="0" y="221"/>
                  </a:lnTo>
                  <a:lnTo>
                    <a:pt x="191" y="362"/>
                  </a:lnTo>
                  <a:lnTo>
                    <a:pt x="111" y="572"/>
                  </a:lnTo>
                  <a:lnTo>
                    <a:pt x="301" y="442"/>
                  </a:lnTo>
                  <a:lnTo>
                    <a:pt x="492" y="572"/>
                  </a:lnTo>
                  <a:lnTo>
                    <a:pt x="42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38"/>
            <p:cNvSpPr/>
            <p:nvPr/>
          </p:nvSpPr>
          <p:spPr>
            <a:xfrm>
              <a:off x="5291000" y="733888"/>
              <a:ext cx="15075" cy="14325"/>
            </a:xfrm>
            <a:custGeom>
              <a:avLst/>
              <a:gdLst/>
              <a:ahLst/>
              <a:cxnLst/>
              <a:rect l="l" t="t" r="r" b="b"/>
              <a:pathLst>
                <a:path w="603" h="573" extrusionOk="0">
                  <a:moveTo>
                    <a:pt x="302" y="1"/>
                  </a:moveTo>
                  <a:lnTo>
                    <a:pt x="232" y="221"/>
                  </a:lnTo>
                  <a:lnTo>
                    <a:pt x="1" y="221"/>
                  </a:lnTo>
                  <a:lnTo>
                    <a:pt x="191" y="362"/>
                  </a:lnTo>
                  <a:lnTo>
                    <a:pt x="121" y="572"/>
                  </a:lnTo>
                  <a:lnTo>
                    <a:pt x="302" y="442"/>
                  </a:lnTo>
                  <a:lnTo>
                    <a:pt x="492" y="572"/>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38"/>
            <p:cNvSpPr/>
            <p:nvPr/>
          </p:nvSpPr>
          <p:spPr>
            <a:xfrm>
              <a:off x="5320850" y="733888"/>
              <a:ext cx="15075" cy="14325"/>
            </a:xfrm>
            <a:custGeom>
              <a:avLst/>
              <a:gdLst/>
              <a:ahLst/>
              <a:cxnLst/>
              <a:rect l="l" t="t" r="r" b="b"/>
              <a:pathLst>
                <a:path w="603" h="573" extrusionOk="0">
                  <a:moveTo>
                    <a:pt x="301" y="1"/>
                  </a:moveTo>
                  <a:lnTo>
                    <a:pt x="231" y="221"/>
                  </a:lnTo>
                  <a:lnTo>
                    <a:pt x="1" y="221"/>
                  </a:lnTo>
                  <a:lnTo>
                    <a:pt x="191" y="362"/>
                  </a:lnTo>
                  <a:lnTo>
                    <a:pt x="121" y="572"/>
                  </a:lnTo>
                  <a:lnTo>
                    <a:pt x="301" y="442"/>
                  </a:lnTo>
                  <a:lnTo>
                    <a:pt x="492" y="572"/>
                  </a:lnTo>
                  <a:lnTo>
                    <a:pt x="42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38"/>
            <p:cNvSpPr/>
            <p:nvPr/>
          </p:nvSpPr>
          <p:spPr>
            <a:xfrm>
              <a:off x="5350700" y="733888"/>
              <a:ext cx="15050" cy="14325"/>
            </a:xfrm>
            <a:custGeom>
              <a:avLst/>
              <a:gdLst/>
              <a:ahLst/>
              <a:cxnLst/>
              <a:rect l="l" t="t" r="r" b="b"/>
              <a:pathLst>
                <a:path w="602" h="573" extrusionOk="0">
                  <a:moveTo>
                    <a:pt x="301" y="1"/>
                  </a:moveTo>
                  <a:lnTo>
                    <a:pt x="231" y="221"/>
                  </a:lnTo>
                  <a:lnTo>
                    <a:pt x="0" y="221"/>
                  </a:lnTo>
                  <a:lnTo>
                    <a:pt x="191" y="362"/>
                  </a:lnTo>
                  <a:lnTo>
                    <a:pt x="121" y="572"/>
                  </a:lnTo>
                  <a:lnTo>
                    <a:pt x="301" y="442"/>
                  </a:lnTo>
                  <a:lnTo>
                    <a:pt x="492" y="572"/>
                  </a:lnTo>
                  <a:lnTo>
                    <a:pt x="42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38"/>
            <p:cNvSpPr/>
            <p:nvPr/>
          </p:nvSpPr>
          <p:spPr>
            <a:xfrm>
              <a:off x="5380525" y="733888"/>
              <a:ext cx="15325" cy="14325"/>
            </a:xfrm>
            <a:custGeom>
              <a:avLst/>
              <a:gdLst/>
              <a:ahLst/>
              <a:cxnLst/>
              <a:rect l="l" t="t" r="r" b="b"/>
              <a:pathLst>
                <a:path w="613" h="573" extrusionOk="0">
                  <a:moveTo>
                    <a:pt x="312" y="1"/>
                  </a:moveTo>
                  <a:lnTo>
                    <a:pt x="231" y="221"/>
                  </a:lnTo>
                  <a:lnTo>
                    <a:pt x="1" y="221"/>
                  </a:lnTo>
                  <a:lnTo>
                    <a:pt x="191" y="362"/>
                  </a:lnTo>
                  <a:lnTo>
                    <a:pt x="121" y="572"/>
                  </a:lnTo>
                  <a:lnTo>
                    <a:pt x="312" y="442"/>
                  </a:lnTo>
                  <a:lnTo>
                    <a:pt x="492" y="572"/>
                  </a:lnTo>
                  <a:lnTo>
                    <a:pt x="422" y="36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1" name="Google Shape;301;p38"/>
          <p:cNvGrpSpPr/>
          <p:nvPr/>
        </p:nvGrpSpPr>
        <p:grpSpPr>
          <a:xfrm>
            <a:off x="6101875" y="180800"/>
            <a:ext cx="2329125" cy="4423298"/>
            <a:chOff x="6101875" y="180800"/>
            <a:chExt cx="2329125" cy="4423298"/>
          </a:xfrm>
        </p:grpSpPr>
        <p:grpSp>
          <p:nvGrpSpPr>
            <p:cNvPr id="302" name="Google Shape;302;p38"/>
            <p:cNvGrpSpPr/>
            <p:nvPr/>
          </p:nvGrpSpPr>
          <p:grpSpPr>
            <a:xfrm>
              <a:off x="6101875" y="180800"/>
              <a:ext cx="2329125" cy="4423298"/>
              <a:chOff x="6101875" y="180800"/>
              <a:chExt cx="2329125" cy="4423298"/>
            </a:xfrm>
          </p:grpSpPr>
          <p:grpSp>
            <p:nvGrpSpPr>
              <p:cNvPr id="303" name="Google Shape;303;p38"/>
              <p:cNvGrpSpPr/>
              <p:nvPr/>
            </p:nvGrpSpPr>
            <p:grpSpPr>
              <a:xfrm>
                <a:off x="6101875" y="180800"/>
                <a:ext cx="2329125" cy="4423298"/>
                <a:chOff x="6101875" y="180800"/>
                <a:chExt cx="2329125" cy="4423298"/>
              </a:xfrm>
            </p:grpSpPr>
            <p:sp>
              <p:nvSpPr>
                <p:cNvPr id="304" name="Google Shape;304;p38"/>
                <p:cNvSpPr/>
                <p:nvPr/>
              </p:nvSpPr>
              <p:spPr>
                <a:xfrm>
                  <a:off x="6101875" y="1633525"/>
                  <a:ext cx="2329029" cy="2970573"/>
                </a:xfrm>
                <a:custGeom>
                  <a:avLst/>
                  <a:gdLst/>
                  <a:ahLst/>
                  <a:cxnLst/>
                  <a:rect l="l" t="t" r="r" b="b"/>
                  <a:pathLst>
                    <a:path w="7464" h="9520" extrusionOk="0">
                      <a:moveTo>
                        <a:pt x="0" y="1"/>
                      </a:moveTo>
                      <a:lnTo>
                        <a:pt x="0" y="9520"/>
                      </a:lnTo>
                      <a:lnTo>
                        <a:pt x="3732" y="7614"/>
                      </a:lnTo>
                      <a:lnTo>
                        <a:pt x="7463" y="9520"/>
                      </a:lnTo>
                      <a:lnTo>
                        <a:pt x="74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38"/>
                <p:cNvSpPr/>
                <p:nvPr/>
              </p:nvSpPr>
              <p:spPr>
                <a:xfrm>
                  <a:off x="6102100" y="180800"/>
                  <a:ext cx="2328900" cy="1463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6" name="Google Shape;306;p38"/>
              <p:cNvSpPr/>
              <p:nvPr/>
            </p:nvSpPr>
            <p:spPr>
              <a:xfrm>
                <a:off x="6196625" y="263125"/>
                <a:ext cx="2141925" cy="4198625"/>
              </a:xfrm>
              <a:custGeom>
                <a:avLst/>
                <a:gdLst/>
                <a:ahLst/>
                <a:cxnLst/>
                <a:rect l="l" t="t" r="r" b="b"/>
                <a:pathLst>
                  <a:path w="85677" h="167945" extrusionOk="0">
                    <a:moveTo>
                      <a:pt x="7" y="1"/>
                    </a:moveTo>
                    <a:lnTo>
                      <a:pt x="85677" y="0"/>
                    </a:lnTo>
                    <a:lnTo>
                      <a:pt x="85585" y="167945"/>
                    </a:lnTo>
                    <a:lnTo>
                      <a:pt x="42846" y="144957"/>
                    </a:lnTo>
                    <a:lnTo>
                      <a:pt x="0" y="167607"/>
                    </a:lnTo>
                    <a:close/>
                  </a:path>
                </a:pathLst>
              </a:custGeom>
              <a:noFill/>
              <a:ln w="9525" cap="flat" cmpd="sng">
                <a:solidFill>
                  <a:schemeClr val="accent4"/>
                </a:solidFill>
                <a:prstDash val="dash"/>
                <a:round/>
                <a:headEnd type="none" w="med" len="med"/>
                <a:tailEnd type="none" w="med" len="med"/>
              </a:ln>
            </p:spPr>
            <p:txBody>
              <a:bodyPr/>
              <a:lstStyle/>
              <a:p>
                <a:endParaRPr lang="en-US"/>
              </a:p>
            </p:txBody>
          </p:sp>
        </p:grpSp>
        <p:grpSp>
          <p:nvGrpSpPr>
            <p:cNvPr id="307" name="Google Shape;307;p38"/>
            <p:cNvGrpSpPr/>
            <p:nvPr/>
          </p:nvGrpSpPr>
          <p:grpSpPr>
            <a:xfrm>
              <a:off x="6374955" y="914400"/>
              <a:ext cx="1783002" cy="513192"/>
              <a:chOff x="6374936" y="1051421"/>
              <a:chExt cx="1783002" cy="513192"/>
            </a:xfrm>
          </p:grpSpPr>
          <p:grpSp>
            <p:nvGrpSpPr>
              <p:cNvPr id="308" name="Google Shape;308;p38"/>
              <p:cNvGrpSpPr/>
              <p:nvPr/>
            </p:nvGrpSpPr>
            <p:grpSpPr>
              <a:xfrm>
                <a:off x="7115188" y="1051421"/>
                <a:ext cx="265160" cy="282296"/>
                <a:chOff x="7115188" y="1051421"/>
                <a:chExt cx="265160" cy="282296"/>
              </a:xfrm>
            </p:grpSpPr>
            <p:sp>
              <p:nvSpPr>
                <p:cNvPr id="309" name="Google Shape;309;p38"/>
                <p:cNvSpPr/>
                <p:nvPr/>
              </p:nvSpPr>
              <p:spPr>
                <a:xfrm>
                  <a:off x="7233578" y="1136309"/>
                  <a:ext cx="146770" cy="170258"/>
                </a:xfrm>
                <a:custGeom>
                  <a:avLst/>
                  <a:gdLst/>
                  <a:ahLst/>
                  <a:cxnLst/>
                  <a:rect l="l" t="t" r="r" b="b"/>
                  <a:pathLst>
                    <a:path w="6030" h="7042" extrusionOk="0">
                      <a:moveTo>
                        <a:pt x="31" y="0"/>
                      </a:moveTo>
                      <a:lnTo>
                        <a:pt x="1" y="30"/>
                      </a:lnTo>
                      <a:lnTo>
                        <a:pt x="5999" y="7041"/>
                      </a:lnTo>
                      <a:lnTo>
                        <a:pt x="6029" y="7011"/>
                      </a:lnTo>
                      <a:lnTo>
                        <a:pt x="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38"/>
                <p:cNvSpPr/>
                <p:nvPr/>
              </p:nvSpPr>
              <p:spPr>
                <a:xfrm>
                  <a:off x="7232605" y="1137034"/>
                  <a:ext cx="126738" cy="185055"/>
                </a:xfrm>
                <a:custGeom>
                  <a:avLst/>
                  <a:gdLst/>
                  <a:ahLst/>
                  <a:cxnLst/>
                  <a:rect l="l" t="t" r="r" b="b"/>
                  <a:pathLst>
                    <a:path w="5207" h="7654" extrusionOk="0">
                      <a:moveTo>
                        <a:pt x="31" y="0"/>
                      </a:moveTo>
                      <a:lnTo>
                        <a:pt x="1" y="30"/>
                      </a:lnTo>
                      <a:lnTo>
                        <a:pt x="5177" y="7653"/>
                      </a:lnTo>
                      <a:lnTo>
                        <a:pt x="5207" y="7633"/>
                      </a:lnTo>
                      <a:lnTo>
                        <a:pt x="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38"/>
                <p:cNvSpPr/>
                <p:nvPr/>
              </p:nvSpPr>
              <p:spPr>
                <a:xfrm>
                  <a:off x="7230901" y="1055290"/>
                  <a:ext cx="3189" cy="277703"/>
                </a:xfrm>
                <a:custGeom>
                  <a:avLst/>
                  <a:gdLst/>
                  <a:ahLst/>
                  <a:cxnLst/>
                  <a:rect l="l" t="t" r="r" b="b"/>
                  <a:pathLst>
                    <a:path w="131" h="11486" extrusionOk="0">
                      <a:moveTo>
                        <a:pt x="1" y="1"/>
                      </a:moveTo>
                      <a:lnTo>
                        <a:pt x="1" y="11486"/>
                      </a:lnTo>
                      <a:lnTo>
                        <a:pt x="131" y="11486"/>
                      </a:lnTo>
                      <a:lnTo>
                        <a:pt x="1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38"/>
                <p:cNvSpPr/>
                <p:nvPr/>
              </p:nvSpPr>
              <p:spPr>
                <a:xfrm>
                  <a:off x="7171828" y="1133625"/>
                  <a:ext cx="22709" cy="199368"/>
                </a:xfrm>
                <a:custGeom>
                  <a:avLst/>
                  <a:gdLst/>
                  <a:ahLst/>
                  <a:cxnLst/>
                  <a:rect l="l" t="t" r="r" b="b"/>
                  <a:pathLst>
                    <a:path w="933" h="8246" extrusionOk="0">
                      <a:moveTo>
                        <a:pt x="803" y="1"/>
                      </a:moveTo>
                      <a:lnTo>
                        <a:pt x="0" y="8246"/>
                      </a:lnTo>
                      <a:lnTo>
                        <a:pt x="141" y="8246"/>
                      </a:lnTo>
                      <a:lnTo>
                        <a:pt x="9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38"/>
                <p:cNvSpPr/>
                <p:nvPr/>
              </p:nvSpPr>
              <p:spPr>
                <a:xfrm>
                  <a:off x="7181588" y="1133625"/>
                  <a:ext cx="86456" cy="3191"/>
                </a:xfrm>
                <a:custGeom>
                  <a:avLst/>
                  <a:gdLst/>
                  <a:ahLst/>
                  <a:cxnLst/>
                  <a:rect l="l" t="t" r="r" b="b"/>
                  <a:pathLst>
                    <a:path w="3552" h="132" extrusionOk="0">
                      <a:moveTo>
                        <a:pt x="0" y="1"/>
                      </a:moveTo>
                      <a:lnTo>
                        <a:pt x="0" y="131"/>
                      </a:lnTo>
                      <a:lnTo>
                        <a:pt x="3551" y="131"/>
                      </a:lnTo>
                      <a:lnTo>
                        <a:pt x="35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38"/>
                <p:cNvSpPr/>
                <p:nvPr/>
              </p:nvSpPr>
              <p:spPr>
                <a:xfrm>
                  <a:off x="7217222" y="1101614"/>
                  <a:ext cx="47877" cy="10711"/>
                </a:xfrm>
                <a:custGeom>
                  <a:avLst/>
                  <a:gdLst/>
                  <a:ahLst/>
                  <a:cxnLst/>
                  <a:rect l="l" t="t" r="r" b="b"/>
                  <a:pathLst>
                    <a:path w="1967" h="443" extrusionOk="0">
                      <a:moveTo>
                        <a:pt x="1" y="1"/>
                      </a:moveTo>
                      <a:lnTo>
                        <a:pt x="1" y="442"/>
                      </a:lnTo>
                      <a:lnTo>
                        <a:pt x="1967" y="442"/>
                      </a:lnTo>
                      <a:lnTo>
                        <a:pt x="196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38"/>
                <p:cNvSpPr/>
                <p:nvPr/>
              </p:nvSpPr>
              <p:spPr>
                <a:xfrm>
                  <a:off x="7190375" y="1161042"/>
                  <a:ext cx="43471" cy="2925"/>
                </a:xfrm>
                <a:custGeom>
                  <a:avLst/>
                  <a:gdLst/>
                  <a:ahLst/>
                  <a:cxnLst/>
                  <a:rect l="l" t="t" r="r" b="b"/>
                  <a:pathLst>
                    <a:path w="1786" h="121" extrusionOk="0">
                      <a:moveTo>
                        <a:pt x="0" y="0"/>
                      </a:moveTo>
                      <a:lnTo>
                        <a:pt x="0" y="121"/>
                      </a:lnTo>
                      <a:lnTo>
                        <a:pt x="1786" y="121"/>
                      </a:lnTo>
                      <a:lnTo>
                        <a:pt x="178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38"/>
                <p:cNvSpPr/>
                <p:nvPr/>
              </p:nvSpPr>
              <p:spPr>
                <a:xfrm>
                  <a:off x="7123975" y="1187710"/>
                  <a:ext cx="109871" cy="3167"/>
                </a:xfrm>
                <a:custGeom>
                  <a:avLst/>
                  <a:gdLst/>
                  <a:ahLst/>
                  <a:cxnLst/>
                  <a:rect l="l" t="t" r="r" b="b"/>
                  <a:pathLst>
                    <a:path w="4514" h="131" extrusionOk="0">
                      <a:moveTo>
                        <a:pt x="0" y="1"/>
                      </a:moveTo>
                      <a:lnTo>
                        <a:pt x="0" y="131"/>
                      </a:lnTo>
                      <a:lnTo>
                        <a:pt x="4514" y="131"/>
                      </a:lnTo>
                      <a:lnTo>
                        <a:pt x="45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38"/>
                <p:cNvSpPr/>
                <p:nvPr/>
              </p:nvSpPr>
              <p:spPr>
                <a:xfrm>
                  <a:off x="7152283" y="1215369"/>
                  <a:ext cx="81563" cy="3167"/>
                </a:xfrm>
                <a:custGeom>
                  <a:avLst/>
                  <a:gdLst/>
                  <a:ahLst/>
                  <a:cxnLst/>
                  <a:rect l="l" t="t" r="r" b="b"/>
                  <a:pathLst>
                    <a:path w="3351" h="131" extrusionOk="0">
                      <a:moveTo>
                        <a:pt x="1" y="0"/>
                      </a:moveTo>
                      <a:lnTo>
                        <a:pt x="41" y="130"/>
                      </a:lnTo>
                      <a:lnTo>
                        <a:pt x="3351" y="130"/>
                      </a:lnTo>
                      <a:lnTo>
                        <a:pt x="33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38"/>
                <p:cNvSpPr/>
                <p:nvPr/>
              </p:nvSpPr>
              <p:spPr>
                <a:xfrm>
                  <a:off x="7165232" y="1245664"/>
                  <a:ext cx="68614" cy="3191"/>
                </a:xfrm>
                <a:custGeom>
                  <a:avLst/>
                  <a:gdLst/>
                  <a:ahLst/>
                  <a:cxnLst/>
                  <a:rect l="l" t="t" r="r" b="b"/>
                  <a:pathLst>
                    <a:path w="2819" h="132" extrusionOk="0">
                      <a:moveTo>
                        <a:pt x="0" y="1"/>
                      </a:moveTo>
                      <a:lnTo>
                        <a:pt x="0" y="131"/>
                      </a:lnTo>
                      <a:lnTo>
                        <a:pt x="2819" y="131"/>
                      </a:lnTo>
                      <a:lnTo>
                        <a:pt x="28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38"/>
                <p:cNvSpPr/>
                <p:nvPr/>
              </p:nvSpPr>
              <p:spPr>
                <a:xfrm>
                  <a:off x="7177913" y="1278400"/>
                  <a:ext cx="55690" cy="2950"/>
                </a:xfrm>
                <a:custGeom>
                  <a:avLst/>
                  <a:gdLst/>
                  <a:ahLst/>
                  <a:cxnLst/>
                  <a:rect l="l" t="t" r="r" b="b"/>
                  <a:pathLst>
                    <a:path w="2288" h="122" extrusionOk="0">
                      <a:moveTo>
                        <a:pt x="1" y="1"/>
                      </a:moveTo>
                      <a:lnTo>
                        <a:pt x="1" y="121"/>
                      </a:lnTo>
                      <a:lnTo>
                        <a:pt x="2288" y="121"/>
                      </a:lnTo>
                      <a:lnTo>
                        <a:pt x="228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38"/>
                <p:cNvSpPr/>
                <p:nvPr/>
              </p:nvSpPr>
              <p:spPr>
                <a:xfrm>
                  <a:off x="7175965" y="1307026"/>
                  <a:ext cx="57637" cy="3167"/>
                </a:xfrm>
                <a:custGeom>
                  <a:avLst/>
                  <a:gdLst/>
                  <a:ahLst/>
                  <a:cxnLst/>
                  <a:rect l="l" t="t" r="r" b="b"/>
                  <a:pathLst>
                    <a:path w="2368" h="131" extrusionOk="0">
                      <a:moveTo>
                        <a:pt x="1" y="1"/>
                      </a:moveTo>
                      <a:lnTo>
                        <a:pt x="1" y="131"/>
                      </a:lnTo>
                      <a:lnTo>
                        <a:pt x="2368" y="131"/>
                      </a:lnTo>
                      <a:lnTo>
                        <a:pt x="236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38"/>
                <p:cNvSpPr/>
                <p:nvPr/>
              </p:nvSpPr>
              <p:spPr>
                <a:xfrm>
                  <a:off x="7175965" y="1309202"/>
                  <a:ext cx="57881" cy="24516"/>
                </a:xfrm>
                <a:custGeom>
                  <a:avLst/>
                  <a:gdLst/>
                  <a:ahLst/>
                  <a:cxnLst/>
                  <a:rect l="l" t="t" r="r" b="b"/>
                  <a:pathLst>
                    <a:path w="2378" h="1014" extrusionOk="0">
                      <a:moveTo>
                        <a:pt x="1" y="1"/>
                      </a:moveTo>
                      <a:lnTo>
                        <a:pt x="1" y="121"/>
                      </a:lnTo>
                      <a:lnTo>
                        <a:pt x="2378" y="1014"/>
                      </a:lnTo>
                      <a:lnTo>
                        <a:pt x="2378" y="884"/>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38"/>
                <p:cNvSpPr/>
                <p:nvPr/>
              </p:nvSpPr>
              <p:spPr>
                <a:xfrm>
                  <a:off x="7179397" y="1280116"/>
                  <a:ext cx="53718" cy="24758"/>
                </a:xfrm>
                <a:custGeom>
                  <a:avLst/>
                  <a:gdLst/>
                  <a:ahLst/>
                  <a:cxnLst/>
                  <a:rect l="l" t="t" r="r" b="b"/>
                  <a:pathLst>
                    <a:path w="2207" h="1024" extrusionOk="0">
                      <a:moveTo>
                        <a:pt x="0" y="0"/>
                      </a:moveTo>
                      <a:lnTo>
                        <a:pt x="0" y="131"/>
                      </a:lnTo>
                      <a:lnTo>
                        <a:pt x="2207" y="1023"/>
                      </a:lnTo>
                      <a:lnTo>
                        <a:pt x="2207" y="893"/>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38"/>
                <p:cNvSpPr/>
                <p:nvPr/>
              </p:nvSpPr>
              <p:spPr>
                <a:xfrm>
                  <a:off x="7185239" y="1216336"/>
                  <a:ext cx="48120" cy="31793"/>
                </a:xfrm>
                <a:custGeom>
                  <a:avLst/>
                  <a:gdLst/>
                  <a:ahLst/>
                  <a:cxnLst/>
                  <a:rect l="l" t="t" r="r" b="b"/>
                  <a:pathLst>
                    <a:path w="1977" h="1315" extrusionOk="0">
                      <a:moveTo>
                        <a:pt x="1" y="0"/>
                      </a:moveTo>
                      <a:lnTo>
                        <a:pt x="1" y="131"/>
                      </a:lnTo>
                      <a:lnTo>
                        <a:pt x="1977" y="1314"/>
                      </a:lnTo>
                      <a:lnTo>
                        <a:pt x="1977" y="119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38"/>
                <p:cNvSpPr/>
                <p:nvPr/>
              </p:nvSpPr>
              <p:spPr>
                <a:xfrm>
                  <a:off x="7182075" y="1247864"/>
                  <a:ext cx="50554" cy="31793"/>
                </a:xfrm>
                <a:custGeom>
                  <a:avLst/>
                  <a:gdLst/>
                  <a:ahLst/>
                  <a:cxnLst/>
                  <a:rect l="l" t="t" r="r" b="b"/>
                  <a:pathLst>
                    <a:path w="2077" h="1315" extrusionOk="0">
                      <a:moveTo>
                        <a:pt x="0" y="0"/>
                      </a:moveTo>
                      <a:lnTo>
                        <a:pt x="0" y="120"/>
                      </a:lnTo>
                      <a:lnTo>
                        <a:pt x="2077" y="1314"/>
                      </a:lnTo>
                      <a:lnTo>
                        <a:pt x="2077" y="1184"/>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38"/>
                <p:cNvSpPr/>
                <p:nvPr/>
              </p:nvSpPr>
              <p:spPr>
                <a:xfrm>
                  <a:off x="7188184" y="1189644"/>
                  <a:ext cx="43715" cy="28167"/>
                </a:xfrm>
                <a:custGeom>
                  <a:avLst/>
                  <a:gdLst/>
                  <a:ahLst/>
                  <a:cxnLst/>
                  <a:rect l="l" t="t" r="r" b="b"/>
                  <a:pathLst>
                    <a:path w="1796" h="1165" extrusionOk="0">
                      <a:moveTo>
                        <a:pt x="0" y="1"/>
                      </a:moveTo>
                      <a:lnTo>
                        <a:pt x="0" y="121"/>
                      </a:lnTo>
                      <a:lnTo>
                        <a:pt x="1796" y="1164"/>
                      </a:lnTo>
                      <a:lnTo>
                        <a:pt x="1796" y="103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38"/>
                <p:cNvSpPr/>
                <p:nvPr/>
              </p:nvSpPr>
              <p:spPr>
                <a:xfrm>
                  <a:off x="7191105" y="1162976"/>
                  <a:ext cx="41281" cy="27659"/>
                </a:xfrm>
                <a:custGeom>
                  <a:avLst/>
                  <a:gdLst/>
                  <a:ahLst/>
                  <a:cxnLst/>
                  <a:rect l="l" t="t" r="r" b="b"/>
                  <a:pathLst>
                    <a:path w="1696" h="1144" extrusionOk="0">
                      <a:moveTo>
                        <a:pt x="1" y="0"/>
                      </a:moveTo>
                      <a:lnTo>
                        <a:pt x="1" y="131"/>
                      </a:lnTo>
                      <a:lnTo>
                        <a:pt x="1696" y="1144"/>
                      </a:lnTo>
                      <a:lnTo>
                        <a:pt x="1696" y="1014"/>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38"/>
                <p:cNvSpPr/>
                <p:nvPr/>
              </p:nvSpPr>
              <p:spPr>
                <a:xfrm>
                  <a:off x="7193296" y="1135317"/>
                  <a:ext cx="41037" cy="27683"/>
                </a:xfrm>
                <a:custGeom>
                  <a:avLst/>
                  <a:gdLst/>
                  <a:ahLst/>
                  <a:cxnLst/>
                  <a:rect l="l" t="t" r="r" b="b"/>
                  <a:pathLst>
                    <a:path w="1686" h="1145" extrusionOk="0">
                      <a:moveTo>
                        <a:pt x="1" y="1"/>
                      </a:moveTo>
                      <a:lnTo>
                        <a:pt x="1" y="131"/>
                      </a:lnTo>
                      <a:lnTo>
                        <a:pt x="1686" y="1144"/>
                      </a:lnTo>
                      <a:lnTo>
                        <a:pt x="1686" y="1014"/>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38"/>
                <p:cNvSpPr/>
                <p:nvPr/>
              </p:nvSpPr>
              <p:spPr>
                <a:xfrm>
                  <a:off x="7191105" y="1135317"/>
                  <a:ext cx="41037" cy="27441"/>
                </a:xfrm>
                <a:custGeom>
                  <a:avLst/>
                  <a:gdLst/>
                  <a:ahLst/>
                  <a:cxnLst/>
                  <a:rect l="l" t="t" r="r" b="b"/>
                  <a:pathLst>
                    <a:path w="1686" h="1135" extrusionOk="0">
                      <a:moveTo>
                        <a:pt x="1686" y="1"/>
                      </a:moveTo>
                      <a:lnTo>
                        <a:pt x="1" y="1014"/>
                      </a:lnTo>
                      <a:lnTo>
                        <a:pt x="1" y="1134"/>
                      </a:lnTo>
                      <a:lnTo>
                        <a:pt x="1686" y="121"/>
                      </a:lnTo>
                      <a:lnTo>
                        <a:pt x="168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38"/>
                <p:cNvSpPr/>
                <p:nvPr/>
              </p:nvSpPr>
              <p:spPr>
                <a:xfrm>
                  <a:off x="7233335" y="1135317"/>
                  <a:ext cx="20543" cy="27683"/>
                </a:xfrm>
                <a:custGeom>
                  <a:avLst/>
                  <a:gdLst/>
                  <a:ahLst/>
                  <a:cxnLst/>
                  <a:rect l="l" t="t" r="r" b="b"/>
                  <a:pathLst>
                    <a:path w="844" h="1145" extrusionOk="0">
                      <a:moveTo>
                        <a:pt x="843" y="1"/>
                      </a:moveTo>
                      <a:lnTo>
                        <a:pt x="1" y="1024"/>
                      </a:lnTo>
                      <a:lnTo>
                        <a:pt x="1" y="1144"/>
                      </a:lnTo>
                      <a:lnTo>
                        <a:pt x="843" y="131"/>
                      </a:lnTo>
                      <a:lnTo>
                        <a:pt x="84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38"/>
                <p:cNvSpPr/>
                <p:nvPr/>
              </p:nvSpPr>
              <p:spPr>
                <a:xfrm>
                  <a:off x="7187211" y="1162251"/>
                  <a:ext cx="44445" cy="27659"/>
                </a:xfrm>
                <a:custGeom>
                  <a:avLst/>
                  <a:gdLst/>
                  <a:ahLst/>
                  <a:cxnLst/>
                  <a:rect l="l" t="t" r="r" b="b"/>
                  <a:pathLst>
                    <a:path w="1826" h="1144" extrusionOk="0">
                      <a:moveTo>
                        <a:pt x="1826" y="0"/>
                      </a:moveTo>
                      <a:lnTo>
                        <a:pt x="0" y="1013"/>
                      </a:lnTo>
                      <a:lnTo>
                        <a:pt x="0" y="1144"/>
                      </a:lnTo>
                      <a:lnTo>
                        <a:pt x="1826" y="131"/>
                      </a:lnTo>
                      <a:lnTo>
                        <a:pt x="182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38"/>
                <p:cNvSpPr/>
                <p:nvPr/>
              </p:nvSpPr>
              <p:spPr>
                <a:xfrm>
                  <a:off x="7184509" y="1187710"/>
                  <a:ext cx="47633" cy="30101"/>
                </a:xfrm>
                <a:custGeom>
                  <a:avLst/>
                  <a:gdLst/>
                  <a:ahLst/>
                  <a:cxnLst/>
                  <a:rect l="l" t="t" r="r" b="b"/>
                  <a:pathLst>
                    <a:path w="1957" h="1245" extrusionOk="0">
                      <a:moveTo>
                        <a:pt x="1957" y="1"/>
                      </a:moveTo>
                      <a:lnTo>
                        <a:pt x="1" y="1124"/>
                      </a:lnTo>
                      <a:lnTo>
                        <a:pt x="1" y="1244"/>
                      </a:lnTo>
                      <a:lnTo>
                        <a:pt x="1957" y="131"/>
                      </a:lnTo>
                      <a:lnTo>
                        <a:pt x="195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38"/>
                <p:cNvSpPr/>
                <p:nvPr/>
              </p:nvSpPr>
              <p:spPr>
                <a:xfrm>
                  <a:off x="7181588" y="1216578"/>
                  <a:ext cx="51284" cy="30077"/>
                </a:xfrm>
                <a:custGeom>
                  <a:avLst/>
                  <a:gdLst/>
                  <a:ahLst/>
                  <a:cxnLst/>
                  <a:rect l="l" t="t" r="r" b="b"/>
                  <a:pathLst>
                    <a:path w="2107" h="1244" extrusionOk="0">
                      <a:moveTo>
                        <a:pt x="2107" y="0"/>
                      </a:moveTo>
                      <a:lnTo>
                        <a:pt x="0" y="1114"/>
                      </a:lnTo>
                      <a:lnTo>
                        <a:pt x="0" y="1244"/>
                      </a:lnTo>
                      <a:lnTo>
                        <a:pt x="2107" y="131"/>
                      </a:lnTo>
                      <a:lnTo>
                        <a:pt x="210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38"/>
                <p:cNvSpPr/>
                <p:nvPr/>
              </p:nvSpPr>
              <p:spPr>
                <a:xfrm>
                  <a:off x="7177669" y="1246872"/>
                  <a:ext cx="53743" cy="33026"/>
                </a:xfrm>
                <a:custGeom>
                  <a:avLst/>
                  <a:gdLst/>
                  <a:ahLst/>
                  <a:cxnLst/>
                  <a:rect l="l" t="t" r="r" b="b"/>
                  <a:pathLst>
                    <a:path w="2208" h="1366" extrusionOk="0">
                      <a:moveTo>
                        <a:pt x="2208" y="1"/>
                      </a:moveTo>
                      <a:lnTo>
                        <a:pt x="1" y="1235"/>
                      </a:lnTo>
                      <a:lnTo>
                        <a:pt x="1" y="1365"/>
                      </a:lnTo>
                      <a:lnTo>
                        <a:pt x="2208" y="121"/>
                      </a:lnTo>
                      <a:lnTo>
                        <a:pt x="220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38"/>
                <p:cNvSpPr/>
                <p:nvPr/>
              </p:nvSpPr>
              <p:spPr>
                <a:xfrm>
                  <a:off x="7174992" y="1278908"/>
                  <a:ext cx="56664" cy="30077"/>
                </a:xfrm>
                <a:custGeom>
                  <a:avLst/>
                  <a:gdLst/>
                  <a:ahLst/>
                  <a:cxnLst/>
                  <a:rect l="l" t="t" r="r" b="b"/>
                  <a:pathLst>
                    <a:path w="2328" h="1244" extrusionOk="0">
                      <a:moveTo>
                        <a:pt x="2328" y="0"/>
                      </a:moveTo>
                      <a:lnTo>
                        <a:pt x="1" y="1113"/>
                      </a:lnTo>
                      <a:lnTo>
                        <a:pt x="1" y="1244"/>
                      </a:lnTo>
                      <a:lnTo>
                        <a:pt x="2328" y="130"/>
                      </a:lnTo>
                      <a:lnTo>
                        <a:pt x="232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38"/>
                <p:cNvSpPr/>
                <p:nvPr/>
              </p:nvSpPr>
              <p:spPr>
                <a:xfrm>
                  <a:off x="7172071" y="1306059"/>
                  <a:ext cx="59828" cy="26934"/>
                </a:xfrm>
                <a:custGeom>
                  <a:avLst/>
                  <a:gdLst/>
                  <a:ahLst/>
                  <a:cxnLst/>
                  <a:rect l="l" t="t" r="r" b="b"/>
                  <a:pathLst>
                    <a:path w="2458" h="1114" extrusionOk="0">
                      <a:moveTo>
                        <a:pt x="2458" y="0"/>
                      </a:moveTo>
                      <a:lnTo>
                        <a:pt x="0" y="983"/>
                      </a:lnTo>
                      <a:lnTo>
                        <a:pt x="0" y="1114"/>
                      </a:lnTo>
                      <a:lnTo>
                        <a:pt x="2458" y="121"/>
                      </a:lnTo>
                      <a:lnTo>
                        <a:pt x="245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38"/>
                <p:cNvSpPr/>
                <p:nvPr/>
              </p:nvSpPr>
              <p:spPr>
                <a:xfrm>
                  <a:off x="7141062" y="1189161"/>
                  <a:ext cx="38116" cy="91463"/>
                </a:xfrm>
                <a:custGeom>
                  <a:avLst/>
                  <a:gdLst/>
                  <a:ahLst/>
                  <a:cxnLst/>
                  <a:rect l="l" t="t" r="r" b="b"/>
                  <a:pathLst>
                    <a:path w="1566" h="3783" extrusionOk="0">
                      <a:moveTo>
                        <a:pt x="30" y="1"/>
                      </a:moveTo>
                      <a:lnTo>
                        <a:pt x="0" y="121"/>
                      </a:lnTo>
                      <a:lnTo>
                        <a:pt x="1545" y="3782"/>
                      </a:lnTo>
                      <a:lnTo>
                        <a:pt x="1565" y="3652"/>
                      </a:lnTo>
                      <a:lnTo>
                        <a:pt x="3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38"/>
                <p:cNvSpPr/>
                <p:nvPr/>
              </p:nvSpPr>
              <p:spPr>
                <a:xfrm>
                  <a:off x="7221627" y="1058457"/>
                  <a:ext cx="21517" cy="3167"/>
                </a:xfrm>
                <a:custGeom>
                  <a:avLst/>
                  <a:gdLst/>
                  <a:ahLst/>
                  <a:cxnLst/>
                  <a:rect l="l" t="t" r="r" b="b"/>
                  <a:pathLst>
                    <a:path w="884" h="131" extrusionOk="0">
                      <a:moveTo>
                        <a:pt x="0" y="0"/>
                      </a:moveTo>
                      <a:lnTo>
                        <a:pt x="0" y="131"/>
                      </a:lnTo>
                      <a:lnTo>
                        <a:pt x="883" y="131"/>
                      </a:lnTo>
                      <a:lnTo>
                        <a:pt x="8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38"/>
                <p:cNvSpPr/>
                <p:nvPr/>
              </p:nvSpPr>
              <p:spPr>
                <a:xfrm>
                  <a:off x="7224061" y="1051421"/>
                  <a:ext cx="15407" cy="4376"/>
                </a:xfrm>
                <a:custGeom>
                  <a:avLst/>
                  <a:gdLst/>
                  <a:ahLst/>
                  <a:cxnLst/>
                  <a:rect l="l" t="t" r="r" b="b"/>
                  <a:pathLst>
                    <a:path w="633" h="181" extrusionOk="0">
                      <a:moveTo>
                        <a:pt x="1" y="0"/>
                      </a:moveTo>
                      <a:lnTo>
                        <a:pt x="1" y="181"/>
                      </a:lnTo>
                      <a:lnTo>
                        <a:pt x="633" y="181"/>
                      </a:lnTo>
                      <a:lnTo>
                        <a:pt x="6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38"/>
                <p:cNvSpPr/>
                <p:nvPr/>
              </p:nvSpPr>
              <p:spPr>
                <a:xfrm>
                  <a:off x="7227493" y="1081015"/>
                  <a:ext cx="8568" cy="7302"/>
                </a:xfrm>
                <a:custGeom>
                  <a:avLst/>
                  <a:gdLst/>
                  <a:ahLst/>
                  <a:cxnLst/>
                  <a:rect l="l" t="t" r="r" b="b"/>
                  <a:pathLst>
                    <a:path w="352" h="302" extrusionOk="0">
                      <a:moveTo>
                        <a:pt x="0" y="0"/>
                      </a:moveTo>
                      <a:lnTo>
                        <a:pt x="0" y="301"/>
                      </a:lnTo>
                      <a:lnTo>
                        <a:pt x="351" y="301"/>
                      </a:lnTo>
                      <a:lnTo>
                        <a:pt x="3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38"/>
                <p:cNvSpPr/>
                <p:nvPr/>
              </p:nvSpPr>
              <p:spPr>
                <a:xfrm>
                  <a:off x="7225035" y="1098713"/>
                  <a:ext cx="8081" cy="35904"/>
                </a:xfrm>
                <a:custGeom>
                  <a:avLst/>
                  <a:gdLst/>
                  <a:ahLst/>
                  <a:cxnLst/>
                  <a:rect l="l" t="t" r="r" b="b"/>
                  <a:pathLst>
                    <a:path w="332" h="1485" extrusionOk="0">
                      <a:moveTo>
                        <a:pt x="1" y="0"/>
                      </a:moveTo>
                      <a:lnTo>
                        <a:pt x="1" y="1485"/>
                      </a:lnTo>
                      <a:lnTo>
                        <a:pt x="332" y="1485"/>
                      </a:lnTo>
                      <a:lnTo>
                        <a:pt x="3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38"/>
                <p:cNvSpPr/>
                <p:nvPr/>
              </p:nvSpPr>
              <p:spPr>
                <a:xfrm>
                  <a:off x="7181588" y="1121754"/>
                  <a:ext cx="85239" cy="14071"/>
                </a:xfrm>
                <a:custGeom>
                  <a:avLst/>
                  <a:gdLst/>
                  <a:ahLst/>
                  <a:cxnLst/>
                  <a:rect l="l" t="t" r="r" b="b"/>
                  <a:pathLst>
                    <a:path w="3502" h="582" extrusionOk="0">
                      <a:moveTo>
                        <a:pt x="0" y="0"/>
                      </a:moveTo>
                      <a:lnTo>
                        <a:pt x="0" y="582"/>
                      </a:lnTo>
                      <a:lnTo>
                        <a:pt x="101" y="582"/>
                      </a:lnTo>
                      <a:lnTo>
                        <a:pt x="101" y="80"/>
                      </a:lnTo>
                      <a:lnTo>
                        <a:pt x="3401" y="80"/>
                      </a:lnTo>
                      <a:lnTo>
                        <a:pt x="3401" y="582"/>
                      </a:lnTo>
                      <a:lnTo>
                        <a:pt x="3501" y="582"/>
                      </a:lnTo>
                      <a:lnTo>
                        <a:pt x="35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38"/>
                <p:cNvSpPr/>
                <p:nvPr/>
              </p:nvSpPr>
              <p:spPr>
                <a:xfrm>
                  <a:off x="7182805" y="1127798"/>
                  <a:ext cx="82294" cy="1257"/>
                </a:xfrm>
                <a:custGeom>
                  <a:avLst/>
                  <a:gdLst/>
                  <a:ahLst/>
                  <a:cxnLst/>
                  <a:rect l="l" t="t" r="r" b="b"/>
                  <a:pathLst>
                    <a:path w="3381" h="52" extrusionOk="0">
                      <a:moveTo>
                        <a:pt x="1" y="1"/>
                      </a:moveTo>
                      <a:lnTo>
                        <a:pt x="1" y="51"/>
                      </a:lnTo>
                      <a:lnTo>
                        <a:pt x="3381" y="51"/>
                      </a:lnTo>
                      <a:lnTo>
                        <a:pt x="33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38"/>
                <p:cNvSpPr/>
                <p:nvPr/>
              </p:nvSpPr>
              <p:spPr>
                <a:xfrm>
                  <a:off x="7247744" y="1122479"/>
                  <a:ext cx="1241" cy="14095"/>
                </a:xfrm>
                <a:custGeom>
                  <a:avLst/>
                  <a:gdLst/>
                  <a:ahLst/>
                  <a:cxnLst/>
                  <a:rect l="l" t="t" r="r" b="b"/>
                  <a:pathLst>
                    <a:path w="51" h="583" extrusionOk="0">
                      <a:moveTo>
                        <a:pt x="1" y="0"/>
                      </a:moveTo>
                      <a:lnTo>
                        <a:pt x="1" y="582"/>
                      </a:lnTo>
                      <a:lnTo>
                        <a:pt x="51" y="582"/>
                      </a:lnTo>
                      <a:lnTo>
                        <a:pt x="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38"/>
                <p:cNvSpPr/>
                <p:nvPr/>
              </p:nvSpPr>
              <p:spPr>
                <a:xfrm>
                  <a:off x="7204784" y="1122479"/>
                  <a:ext cx="1241" cy="14095"/>
                </a:xfrm>
                <a:custGeom>
                  <a:avLst/>
                  <a:gdLst/>
                  <a:ahLst/>
                  <a:cxnLst/>
                  <a:rect l="l" t="t" r="r" b="b"/>
                  <a:pathLst>
                    <a:path w="51" h="583" extrusionOk="0">
                      <a:moveTo>
                        <a:pt x="0" y="0"/>
                      </a:moveTo>
                      <a:lnTo>
                        <a:pt x="0" y="582"/>
                      </a:lnTo>
                      <a:lnTo>
                        <a:pt x="50" y="582"/>
                      </a:ln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38"/>
                <p:cNvSpPr/>
                <p:nvPr/>
              </p:nvSpPr>
              <p:spPr>
                <a:xfrm>
                  <a:off x="7218950" y="1111551"/>
                  <a:ext cx="6840" cy="22340"/>
                </a:xfrm>
                <a:custGeom>
                  <a:avLst/>
                  <a:gdLst/>
                  <a:ahLst/>
                  <a:cxnLst/>
                  <a:rect l="l" t="t" r="r" b="b"/>
                  <a:pathLst>
                    <a:path w="281" h="924" extrusionOk="0">
                      <a:moveTo>
                        <a:pt x="0" y="1"/>
                      </a:moveTo>
                      <a:lnTo>
                        <a:pt x="231" y="924"/>
                      </a:lnTo>
                      <a:lnTo>
                        <a:pt x="281" y="924"/>
                      </a:lnTo>
                      <a:lnTo>
                        <a:pt x="5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38"/>
                <p:cNvSpPr/>
                <p:nvPr/>
              </p:nvSpPr>
              <p:spPr>
                <a:xfrm>
                  <a:off x="7229197" y="1108650"/>
                  <a:ext cx="28088" cy="23791"/>
                </a:xfrm>
                <a:custGeom>
                  <a:avLst/>
                  <a:gdLst/>
                  <a:ahLst/>
                  <a:cxnLst/>
                  <a:rect l="l" t="t" r="r" b="b"/>
                  <a:pathLst>
                    <a:path w="1154" h="984" extrusionOk="0">
                      <a:moveTo>
                        <a:pt x="1104" y="1"/>
                      </a:moveTo>
                      <a:lnTo>
                        <a:pt x="0" y="984"/>
                      </a:lnTo>
                      <a:lnTo>
                        <a:pt x="50" y="984"/>
                      </a:lnTo>
                      <a:lnTo>
                        <a:pt x="115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38"/>
                <p:cNvSpPr/>
                <p:nvPr/>
              </p:nvSpPr>
              <p:spPr>
                <a:xfrm>
                  <a:off x="7115188" y="1147454"/>
                  <a:ext cx="75697" cy="29134"/>
                </a:xfrm>
                <a:custGeom>
                  <a:avLst/>
                  <a:gdLst/>
                  <a:ahLst/>
                  <a:cxnLst/>
                  <a:rect l="l" t="t" r="r" b="b"/>
                  <a:pathLst>
                    <a:path w="3110" h="1205" extrusionOk="0">
                      <a:moveTo>
                        <a:pt x="2337" y="41"/>
                      </a:moveTo>
                      <a:cubicBezTo>
                        <a:pt x="3089" y="41"/>
                        <a:pt x="3089" y="1164"/>
                        <a:pt x="2337" y="1164"/>
                      </a:cubicBezTo>
                      <a:lnTo>
                        <a:pt x="772" y="1164"/>
                      </a:lnTo>
                      <a:cubicBezTo>
                        <a:pt x="30" y="1164"/>
                        <a:pt x="30" y="41"/>
                        <a:pt x="772" y="41"/>
                      </a:cubicBezTo>
                      <a:close/>
                      <a:moveTo>
                        <a:pt x="772" y="0"/>
                      </a:moveTo>
                      <a:cubicBezTo>
                        <a:pt x="0" y="31"/>
                        <a:pt x="0" y="1174"/>
                        <a:pt x="772" y="1204"/>
                      </a:cubicBezTo>
                      <a:lnTo>
                        <a:pt x="2337" y="1204"/>
                      </a:lnTo>
                      <a:cubicBezTo>
                        <a:pt x="3110" y="1174"/>
                        <a:pt x="3110" y="31"/>
                        <a:pt x="23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38"/>
                <p:cNvSpPr/>
                <p:nvPr/>
              </p:nvSpPr>
              <p:spPr>
                <a:xfrm>
                  <a:off x="7120787" y="1156908"/>
                  <a:ext cx="64720" cy="1475"/>
                </a:xfrm>
                <a:custGeom>
                  <a:avLst/>
                  <a:gdLst/>
                  <a:ahLst/>
                  <a:cxnLst/>
                  <a:rect l="l" t="t" r="r" b="b"/>
                  <a:pathLst>
                    <a:path w="2659" h="61" extrusionOk="0">
                      <a:moveTo>
                        <a:pt x="1" y="1"/>
                      </a:moveTo>
                      <a:lnTo>
                        <a:pt x="1" y="61"/>
                      </a:lnTo>
                      <a:lnTo>
                        <a:pt x="2659" y="61"/>
                      </a:lnTo>
                      <a:lnTo>
                        <a:pt x="26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38"/>
                <p:cNvSpPr/>
                <p:nvPr/>
              </p:nvSpPr>
              <p:spPr>
                <a:xfrm>
                  <a:off x="7120787" y="1164185"/>
                  <a:ext cx="64720" cy="1475"/>
                </a:xfrm>
                <a:custGeom>
                  <a:avLst/>
                  <a:gdLst/>
                  <a:ahLst/>
                  <a:cxnLst/>
                  <a:rect l="l" t="t" r="r" b="b"/>
                  <a:pathLst>
                    <a:path w="2659" h="61" extrusionOk="0">
                      <a:moveTo>
                        <a:pt x="1" y="1"/>
                      </a:moveTo>
                      <a:lnTo>
                        <a:pt x="1" y="61"/>
                      </a:lnTo>
                      <a:lnTo>
                        <a:pt x="2659" y="61"/>
                      </a:lnTo>
                      <a:lnTo>
                        <a:pt x="265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38"/>
                <p:cNvSpPr/>
                <p:nvPr/>
              </p:nvSpPr>
              <p:spPr>
                <a:xfrm>
                  <a:off x="7123975" y="1171705"/>
                  <a:ext cx="58367" cy="1233"/>
                </a:xfrm>
                <a:custGeom>
                  <a:avLst/>
                  <a:gdLst/>
                  <a:ahLst/>
                  <a:cxnLst/>
                  <a:rect l="l" t="t" r="r" b="b"/>
                  <a:pathLst>
                    <a:path w="2398" h="51" extrusionOk="0">
                      <a:moveTo>
                        <a:pt x="0" y="1"/>
                      </a:moveTo>
                      <a:lnTo>
                        <a:pt x="0" y="51"/>
                      </a:lnTo>
                      <a:lnTo>
                        <a:pt x="2397" y="51"/>
                      </a:lnTo>
                      <a:lnTo>
                        <a:pt x="23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38"/>
                <p:cNvSpPr/>
                <p:nvPr/>
              </p:nvSpPr>
              <p:spPr>
                <a:xfrm>
                  <a:off x="7123975" y="1151565"/>
                  <a:ext cx="58367" cy="1257"/>
                </a:xfrm>
                <a:custGeom>
                  <a:avLst/>
                  <a:gdLst/>
                  <a:ahLst/>
                  <a:cxnLst/>
                  <a:rect l="l" t="t" r="r" b="b"/>
                  <a:pathLst>
                    <a:path w="2398" h="52" extrusionOk="0">
                      <a:moveTo>
                        <a:pt x="0" y="1"/>
                      </a:moveTo>
                      <a:lnTo>
                        <a:pt x="0" y="51"/>
                      </a:lnTo>
                      <a:lnTo>
                        <a:pt x="2397" y="51"/>
                      </a:lnTo>
                      <a:lnTo>
                        <a:pt x="239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38"/>
                <p:cNvSpPr/>
                <p:nvPr/>
              </p:nvSpPr>
              <p:spPr>
                <a:xfrm>
                  <a:off x="7130304" y="1148180"/>
                  <a:ext cx="535" cy="27441"/>
                </a:xfrm>
                <a:custGeom>
                  <a:avLst/>
                  <a:gdLst/>
                  <a:ahLst/>
                  <a:cxnLst/>
                  <a:rect l="l" t="t" r="r" b="b"/>
                  <a:pathLst>
                    <a:path w="22" h="1135" extrusionOk="0">
                      <a:moveTo>
                        <a:pt x="1" y="1"/>
                      </a:moveTo>
                      <a:lnTo>
                        <a:pt x="1" y="1134"/>
                      </a:lnTo>
                      <a:lnTo>
                        <a:pt x="21" y="1134"/>
                      </a:lnTo>
                      <a:lnTo>
                        <a:pt x="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38"/>
                <p:cNvSpPr/>
                <p:nvPr/>
              </p:nvSpPr>
              <p:spPr>
                <a:xfrm>
                  <a:off x="7136900" y="1148180"/>
                  <a:ext cx="511" cy="27441"/>
                </a:xfrm>
                <a:custGeom>
                  <a:avLst/>
                  <a:gdLst/>
                  <a:ahLst/>
                  <a:cxnLst/>
                  <a:rect l="l" t="t" r="r" b="b"/>
                  <a:pathLst>
                    <a:path w="21" h="1135" extrusionOk="0">
                      <a:moveTo>
                        <a:pt x="1" y="1"/>
                      </a:moveTo>
                      <a:lnTo>
                        <a:pt x="1" y="1134"/>
                      </a:lnTo>
                      <a:lnTo>
                        <a:pt x="21" y="1134"/>
                      </a:lnTo>
                      <a:lnTo>
                        <a:pt x="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38"/>
                <p:cNvSpPr/>
                <p:nvPr/>
              </p:nvSpPr>
              <p:spPr>
                <a:xfrm>
                  <a:off x="7143739" y="1148180"/>
                  <a:ext cx="511" cy="27441"/>
                </a:xfrm>
                <a:custGeom>
                  <a:avLst/>
                  <a:gdLst/>
                  <a:ahLst/>
                  <a:cxnLst/>
                  <a:rect l="l" t="t" r="r" b="b"/>
                  <a:pathLst>
                    <a:path w="21" h="1135" extrusionOk="0">
                      <a:moveTo>
                        <a:pt x="1" y="1"/>
                      </a:moveTo>
                      <a:lnTo>
                        <a:pt x="1" y="1134"/>
                      </a:lnTo>
                      <a:lnTo>
                        <a:pt x="21" y="1134"/>
                      </a:lnTo>
                      <a:lnTo>
                        <a:pt x="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38"/>
                <p:cNvSpPr/>
                <p:nvPr/>
              </p:nvSpPr>
              <p:spPr>
                <a:xfrm>
                  <a:off x="7150335" y="1148180"/>
                  <a:ext cx="511" cy="27441"/>
                </a:xfrm>
                <a:custGeom>
                  <a:avLst/>
                  <a:gdLst/>
                  <a:ahLst/>
                  <a:cxnLst/>
                  <a:rect l="l" t="t" r="r" b="b"/>
                  <a:pathLst>
                    <a:path w="21" h="1135" extrusionOk="0">
                      <a:moveTo>
                        <a:pt x="0" y="1"/>
                      </a:moveTo>
                      <a:lnTo>
                        <a:pt x="0" y="1134"/>
                      </a:lnTo>
                      <a:lnTo>
                        <a:pt x="21" y="1134"/>
                      </a:lnTo>
                      <a:lnTo>
                        <a:pt x="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38"/>
                <p:cNvSpPr/>
                <p:nvPr/>
              </p:nvSpPr>
              <p:spPr>
                <a:xfrm>
                  <a:off x="7156932" y="1148180"/>
                  <a:ext cx="511" cy="27441"/>
                </a:xfrm>
                <a:custGeom>
                  <a:avLst/>
                  <a:gdLst/>
                  <a:ahLst/>
                  <a:cxnLst/>
                  <a:rect l="l" t="t" r="r" b="b"/>
                  <a:pathLst>
                    <a:path w="21" h="1135" extrusionOk="0">
                      <a:moveTo>
                        <a:pt x="0" y="1"/>
                      </a:moveTo>
                      <a:lnTo>
                        <a:pt x="0" y="1134"/>
                      </a:lnTo>
                      <a:lnTo>
                        <a:pt x="20" y="1134"/>
                      </a:lnTo>
                      <a:lnTo>
                        <a:pt x="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38"/>
                <p:cNvSpPr/>
                <p:nvPr/>
              </p:nvSpPr>
              <p:spPr>
                <a:xfrm>
                  <a:off x="7163771" y="1148180"/>
                  <a:ext cx="511" cy="27441"/>
                </a:xfrm>
                <a:custGeom>
                  <a:avLst/>
                  <a:gdLst/>
                  <a:ahLst/>
                  <a:cxnLst/>
                  <a:rect l="l" t="t" r="r" b="b"/>
                  <a:pathLst>
                    <a:path w="21" h="1135" extrusionOk="0">
                      <a:moveTo>
                        <a:pt x="0" y="1"/>
                      </a:moveTo>
                      <a:lnTo>
                        <a:pt x="0" y="1134"/>
                      </a:lnTo>
                      <a:lnTo>
                        <a:pt x="20" y="1134"/>
                      </a:lnTo>
                      <a:lnTo>
                        <a:pt x="2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38"/>
                <p:cNvSpPr/>
                <p:nvPr/>
              </p:nvSpPr>
              <p:spPr>
                <a:xfrm>
                  <a:off x="7170343" y="1148180"/>
                  <a:ext cx="535" cy="27441"/>
                </a:xfrm>
                <a:custGeom>
                  <a:avLst/>
                  <a:gdLst/>
                  <a:ahLst/>
                  <a:cxnLst/>
                  <a:rect l="l" t="t" r="r" b="b"/>
                  <a:pathLst>
                    <a:path w="22" h="1135" extrusionOk="0">
                      <a:moveTo>
                        <a:pt x="1" y="1"/>
                      </a:moveTo>
                      <a:lnTo>
                        <a:pt x="1" y="1134"/>
                      </a:lnTo>
                      <a:lnTo>
                        <a:pt x="21" y="1134"/>
                      </a:lnTo>
                      <a:lnTo>
                        <a:pt x="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38"/>
                <p:cNvSpPr/>
                <p:nvPr/>
              </p:nvSpPr>
              <p:spPr>
                <a:xfrm>
                  <a:off x="7176939" y="1148180"/>
                  <a:ext cx="511" cy="27441"/>
                </a:xfrm>
                <a:custGeom>
                  <a:avLst/>
                  <a:gdLst/>
                  <a:ahLst/>
                  <a:cxnLst/>
                  <a:rect l="l" t="t" r="r" b="b"/>
                  <a:pathLst>
                    <a:path w="21" h="1135" extrusionOk="0">
                      <a:moveTo>
                        <a:pt x="1" y="1"/>
                      </a:moveTo>
                      <a:lnTo>
                        <a:pt x="1" y="1134"/>
                      </a:lnTo>
                      <a:lnTo>
                        <a:pt x="21" y="1134"/>
                      </a:lnTo>
                      <a:lnTo>
                        <a:pt x="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38"/>
                <p:cNvSpPr/>
                <p:nvPr/>
              </p:nvSpPr>
              <p:spPr>
                <a:xfrm>
                  <a:off x="7183779" y="1155215"/>
                  <a:ext cx="511" cy="13612"/>
                </a:xfrm>
                <a:custGeom>
                  <a:avLst/>
                  <a:gdLst/>
                  <a:ahLst/>
                  <a:cxnLst/>
                  <a:rect l="l" t="t" r="r" b="b"/>
                  <a:pathLst>
                    <a:path w="21" h="563" extrusionOk="0">
                      <a:moveTo>
                        <a:pt x="1" y="0"/>
                      </a:moveTo>
                      <a:lnTo>
                        <a:pt x="1" y="562"/>
                      </a:lnTo>
                      <a:lnTo>
                        <a:pt x="21" y="562"/>
                      </a:lnTo>
                      <a:lnTo>
                        <a:pt x="2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38"/>
                <p:cNvSpPr/>
                <p:nvPr/>
              </p:nvSpPr>
              <p:spPr>
                <a:xfrm>
                  <a:off x="7124219" y="1151831"/>
                  <a:ext cx="511" cy="20140"/>
                </a:xfrm>
                <a:custGeom>
                  <a:avLst/>
                  <a:gdLst/>
                  <a:ahLst/>
                  <a:cxnLst/>
                  <a:rect l="l" t="t" r="r" b="b"/>
                  <a:pathLst>
                    <a:path w="21" h="833" extrusionOk="0">
                      <a:moveTo>
                        <a:pt x="0" y="0"/>
                      </a:moveTo>
                      <a:lnTo>
                        <a:pt x="0" y="833"/>
                      </a:lnTo>
                      <a:lnTo>
                        <a:pt x="20" y="833"/>
                      </a:lnTo>
                      <a:lnTo>
                        <a:pt x="2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38"/>
                <p:cNvSpPr/>
                <p:nvPr/>
              </p:nvSpPr>
              <p:spPr>
                <a:xfrm>
                  <a:off x="7152039" y="1154974"/>
                  <a:ext cx="3700" cy="20889"/>
                </a:xfrm>
                <a:custGeom>
                  <a:avLst/>
                  <a:gdLst/>
                  <a:ahLst/>
                  <a:cxnLst/>
                  <a:rect l="l" t="t" r="r" b="b"/>
                  <a:pathLst>
                    <a:path w="152" h="864" extrusionOk="0">
                      <a:moveTo>
                        <a:pt x="1" y="0"/>
                      </a:moveTo>
                      <a:lnTo>
                        <a:pt x="1" y="863"/>
                      </a:lnTo>
                      <a:lnTo>
                        <a:pt x="151" y="863"/>
                      </a:lnTo>
                      <a:lnTo>
                        <a:pt x="15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38"/>
                <p:cNvSpPr/>
                <p:nvPr/>
              </p:nvSpPr>
              <p:spPr>
                <a:xfrm>
                  <a:off x="7143253" y="1165878"/>
                  <a:ext cx="21030" cy="3675"/>
                </a:xfrm>
                <a:custGeom>
                  <a:avLst/>
                  <a:gdLst/>
                  <a:ahLst/>
                  <a:cxnLst/>
                  <a:rect l="l" t="t" r="r" b="b"/>
                  <a:pathLst>
                    <a:path w="864" h="152" extrusionOk="0">
                      <a:moveTo>
                        <a:pt x="1" y="1"/>
                      </a:moveTo>
                      <a:lnTo>
                        <a:pt x="1" y="151"/>
                      </a:lnTo>
                      <a:lnTo>
                        <a:pt x="863" y="151"/>
                      </a:lnTo>
                      <a:lnTo>
                        <a:pt x="8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38"/>
                <p:cNvSpPr/>
                <p:nvPr/>
              </p:nvSpPr>
              <p:spPr>
                <a:xfrm>
                  <a:off x="7145443" y="1181641"/>
                  <a:ext cx="17111" cy="6818"/>
                </a:xfrm>
                <a:custGeom>
                  <a:avLst/>
                  <a:gdLst/>
                  <a:ahLst/>
                  <a:cxnLst/>
                  <a:rect l="l" t="t" r="r" b="b"/>
                  <a:pathLst>
                    <a:path w="703" h="282" extrusionOk="0">
                      <a:moveTo>
                        <a:pt x="1" y="1"/>
                      </a:moveTo>
                      <a:lnTo>
                        <a:pt x="1" y="282"/>
                      </a:lnTo>
                      <a:lnTo>
                        <a:pt x="703" y="282"/>
                      </a:lnTo>
                      <a:lnTo>
                        <a:pt x="70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38"/>
                <p:cNvSpPr/>
                <p:nvPr/>
              </p:nvSpPr>
              <p:spPr>
                <a:xfrm>
                  <a:off x="7147415" y="1167087"/>
                  <a:ext cx="2215" cy="17021"/>
                </a:xfrm>
                <a:custGeom>
                  <a:avLst/>
                  <a:gdLst/>
                  <a:ahLst/>
                  <a:cxnLst/>
                  <a:rect l="l" t="t" r="r" b="b"/>
                  <a:pathLst>
                    <a:path w="91" h="704" extrusionOk="0">
                      <a:moveTo>
                        <a:pt x="0" y="1"/>
                      </a:moveTo>
                      <a:lnTo>
                        <a:pt x="0" y="703"/>
                      </a:lnTo>
                      <a:lnTo>
                        <a:pt x="90" y="703"/>
                      </a:lnTo>
                      <a:lnTo>
                        <a:pt x="9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38"/>
                <p:cNvSpPr/>
                <p:nvPr/>
              </p:nvSpPr>
              <p:spPr>
                <a:xfrm>
                  <a:off x="7158392" y="1167087"/>
                  <a:ext cx="2215" cy="17021"/>
                </a:xfrm>
                <a:custGeom>
                  <a:avLst/>
                  <a:gdLst/>
                  <a:ahLst/>
                  <a:cxnLst/>
                  <a:rect l="l" t="t" r="r" b="b"/>
                  <a:pathLst>
                    <a:path w="91" h="704" extrusionOk="0">
                      <a:moveTo>
                        <a:pt x="0" y="1"/>
                      </a:moveTo>
                      <a:lnTo>
                        <a:pt x="0" y="703"/>
                      </a:lnTo>
                      <a:lnTo>
                        <a:pt x="91" y="703"/>
                      </a:lnTo>
                      <a:lnTo>
                        <a:pt x="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7" name="Google Shape;367;p38"/>
              <p:cNvSpPr/>
              <p:nvPr/>
            </p:nvSpPr>
            <p:spPr>
              <a:xfrm>
                <a:off x="7480897" y="1200331"/>
                <a:ext cx="25679" cy="25725"/>
              </a:xfrm>
              <a:custGeom>
                <a:avLst/>
                <a:gdLst/>
                <a:ahLst/>
                <a:cxnLst/>
                <a:rect l="l" t="t" r="r" b="b"/>
                <a:pathLst>
                  <a:path w="1055" h="1064" extrusionOk="0">
                    <a:moveTo>
                      <a:pt x="522" y="0"/>
                    </a:moveTo>
                    <a:cubicBezTo>
                      <a:pt x="232" y="0"/>
                      <a:pt x="1" y="241"/>
                      <a:pt x="1" y="532"/>
                    </a:cubicBezTo>
                    <a:cubicBezTo>
                      <a:pt x="1" y="823"/>
                      <a:pt x="232" y="1063"/>
                      <a:pt x="522" y="1063"/>
                    </a:cubicBezTo>
                    <a:cubicBezTo>
                      <a:pt x="823" y="1063"/>
                      <a:pt x="1054" y="823"/>
                      <a:pt x="1054" y="532"/>
                    </a:cubicBezTo>
                    <a:cubicBezTo>
                      <a:pt x="1054" y="241"/>
                      <a:pt x="823" y="0"/>
                      <a:pt x="5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38"/>
              <p:cNvSpPr/>
              <p:nvPr/>
            </p:nvSpPr>
            <p:spPr>
              <a:xfrm>
                <a:off x="7356641" y="1208575"/>
                <a:ext cx="19302" cy="56769"/>
              </a:xfrm>
              <a:custGeom>
                <a:avLst/>
                <a:gdLst/>
                <a:ahLst/>
                <a:cxnLst/>
                <a:rect l="l" t="t" r="r" b="b"/>
                <a:pathLst>
                  <a:path w="793" h="2348" extrusionOk="0">
                    <a:moveTo>
                      <a:pt x="0" y="0"/>
                    </a:moveTo>
                    <a:lnTo>
                      <a:pt x="0" y="2347"/>
                    </a:lnTo>
                    <a:lnTo>
                      <a:pt x="793" y="2347"/>
                    </a:lnTo>
                    <a:lnTo>
                      <a:pt x="79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38"/>
              <p:cNvSpPr/>
              <p:nvPr/>
            </p:nvSpPr>
            <p:spPr>
              <a:xfrm>
                <a:off x="7389841" y="1149147"/>
                <a:ext cx="1728" cy="93881"/>
              </a:xfrm>
              <a:custGeom>
                <a:avLst/>
                <a:gdLst/>
                <a:ahLst/>
                <a:cxnLst/>
                <a:rect l="l" t="t" r="r" b="b"/>
                <a:pathLst>
                  <a:path w="71" h="3883" extrusionOk="0">
                    <a:moveTo>
                      <a:pt x="0" y="1"/>
                    </a:moveTo>
                    <a:lnTo>
                      <a:pt x="0" y="3882"/>
                    </a:lnTo>
                    <a:lnTo>
                      <a:pt x="71" y="3882"/>
                    </a:lnTo>
                    <a:lnTo>
                      <a:pt x="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38"/>
              <p:cNvSpPr/>
              <p:nvPr/>
            </p:nvSpPr>
            <p:spPr>
              <a:xfrm>
                <a:off x="7417418" y="1149147"/>
                <a:ext cx="1752" cy="93881"/>
              </a:xfrm>
              <a:custGeom>
                <a:avLst/>
                <a:gdLst/>
                <a:ahLst/>
                <a:cxnLst/>
                <a:rect l="l" t="t" r="r" b="b"/>
                <a:pathLst>
                  <a:path w="72" h="3883" extrusionOk="0">
                    <a:moveTo>
                      <a:pt x="1" y="1"/>
                    </a:moveTo>
                    <a:lnTo>
                      <a:pt x="1" y="3882"/>
                    </a:lnTo>
                    <a:lnTo>
                      <a:pt x="71" y="3882"/>
                    </a:lnTo>
                    <a:lnTo>
                      <a:pt x="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38"/>
              <p:cNvSpPr/>
              <p:nvPr/>
            </p:nvSpPr>
            <p:spPr>
              <a:xfrm>
                <a:off x="7381054" y="1208575"/>
                <a:ext cx="22490" cy="56769"/>
              </a:xfrm>
              <a:custGeom>
                <a:avLst/>
                <a:gdLst/>
                <a:ahLst/>
                <a:cxnLst/>
                <a:rect l="l" t="t" r="r" b="b"/>
                <a:pathLst>
                  <a:path w="924" h="2348" extrusionOk="0">
                    <a:moveTo>
                      <a:pt x="0" y="0"/>
                    </a:moveTo>
                    <a:lnTo>
                      <a:pt x="0" y="2347"/>
                    </a:lnTo>
                    <a:lnTo>
                      <a:pt x="923" y="2347"/>
                    </a:lnTo>
                    <a:lnTo>
                      <a:pt x="9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38"/>
              <p:cNvSpPr/>
              <p:nvPr/>
            </p:nvSpPr>
            <p:spPr>
              <a:xfrm>
                <a:off x="7409605" y="1208575"/>
                <a:ext cx="22490" cy="56769"/>
              </a:xfrm>
              <a:custGeom>
                <a:avLst/>
                <a:gdLst/>
                <a:ahLst/>
                <a:cxnLst/>
                <a:rect l="l" t="t" r="r" b="b"/>
                <a:pathLst>
                  <a:path w="924" h="2348" extrusionOk="0">
                    <a:moveTo>
                      <a:pt x="1" y="0"/>
                    </a:moveTo>
                    <a:lnTo>
                      <a:pt x="1" y="2347"/>
                    </a:lnTo>
                    <a:lnTo>
                      <a:pt x="924" y="2347"/>
                    </a:lnTo>
                    <a:lnTo>
                      <a:pt x="9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38"/>
              <p:cNvSpPr/>
              <p:nvPr/>
            </p:nvSpPr>
            <p:spPr>
              <a:xfrm>
                <a:off x="7353453" y="1253424"/>
                <a:ext cx="95242" cy="96057"/>
              </a:xfrm>
              <a:custGeom>
                <a:avLst/>
                <a:gdLst/>
                <a:ahLst/>
                <a:cxnLst/>
                <a:rect l="l" t="t" r="r" b="b"/>
                <a:pathLst>
                  <a:path w="3913" h="3973" extrusionOk="0">
                    <a:moveTo>
                      <a:pt x="1" y="1"/>
                    </a:moveTo>
                    <a:lnTo>
                      <a:pt x="1" y="3973"/>
                    </a:lnTo>
                    <a:lnTo>
                      <a:pt x="3913" y="3973"/>
                    </a:lnTo>
                    <a:lnTo>
                      <a:pt x="35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38"/>
              <p:cNvSpPr/>
              <p:nvPr/>
            </p:nvSpPr>
            <p:spPr>
              <a:xfrm>
                <a:off x="7232361" y="1275740"/>
                <a:ext cx="95242" cy="96299"/>
              </a:xfrm>
              <a:custGeom>
                <a:avLst/>
                <a:gdLst/>
                <a:ahLst/>
                <a:cxnLst/>
                <a:rect l="l" t="t" r="r" b="b"/>
                <a:pathLst>
                  <a:path w="3913" h="3983" extrusionOk="0">
                    <a:moveTo>
                      <a:pt x="1" y="1"/>
                    </a:moveTo>
                    <a:lnTo>
                      <a:pt x="1" y="3983"/>
                    </a:lnTo>
                    <a:lnTo>
                      <a:pt x="3913" y="3983"/>
                    </a:lnTo>
                    <a:lnTo>
                      <a:pt x="35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38"/>
              <p:cNvSpPr/>
              <p:nvPr/>
            </p:nvSpPr>
            <p:spPr>
              <a:xfrm>
                <a:off x="7036570" y="1268946"/>
                <a:ext cx="92054" cy="73016"/>
              </a:xfrm>
              <a:custGeom>
                <a:avLst/>
                <a:gdLst/>
                <a:ahLst/>
                <a:cxnLst/>
                <a:rect l="l" t="t" r="r" b="b"/>
                <a:pathLst>
                  <a:path w="3782" h="3020" extrusionOk="0">
                    <a:moveTo>
                      <a:pt x="0" y="1"/>
                    </a:moveTo>
                    <a:lnTo>
                      <a:pt x="0" y="3020"/>
                    </a:lnTo>
                    <a:lnTo>
                      <a:pt x="3782" y="3020"/>
                    </a:lnTo>
                    <a:lnTo>
                      <a:pt x="37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38"/>
              <p:cNvSpPr/>
              <p:nvPr/>
            </p:nvSpPr>
            <p:spPr>
              <a:xfrm>
                <a:off x="7009942" y="1219479"/>
                <a:ext cx="6377" cy="73258"/>
              </a:xfrm>
              <a:custGeom>
                <a:avLst/>
                <a:gdLst/>
                <a:ahLst/>
                <a:cxnLst/>
                <a:rect l="l" t="t" r="r" b="b"/>
                <a:pathLst>
                  <a:path w="262" h="3030" extrusionOk="0">
                    <a:moveTo>
                      <a:pt x="1" y="1"/>
                    </a:moveTo>
                    <a:lnTo>
                      <a:pt x="1" y="3030"/>
                    </a:lnTo>
                    <a:lnTo>
                      <a:pt x="262" y="3030"/>
                    </a:lnTo>
                    <a:lnTo>
                      <a:pt x="2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38"/>
              <p:cNvSpPr/>
              <p:nvPr/>
            </p:nvSpPr>
            <p:spPr>
              <a:xfrm>
                <a:off x="7039735" y="1222381"/>
                <a:ext cx="25168" cy="73040"/>
              </a:xfrm>
              <a:custGeom>
                <a:avLst/>
                <a:gdLst/>
                <a:ahLst/>
                <a:cxnLst/>
                <a:rect l="l" t="t" r="r" b="b"/>
                <a:pathLst>
                  <a:path w="1034" h="3021" extrusionOk="0">
                    <a:moveTo>
                      <a:pt x="1" y="1"/>
                    </a:moveTo>
                    <a:lnTo>
                      <a:pt x="1" y="3020"/>
                    </a:lnTo>
                    <a:lnTo>
                      <a:pt x="1034" y="3020"/>
                    </a:lnTo>
                    <a:lnTo>
                      <a:pt x="10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38"/>
              <p:cNvSpPr/>
              <p:nvPr/>
            </p:nvSpPr>
            <p:spPr>
              <a:xfrm>
                <a:off x="7048034" y="1194020"/>
                <a:ext cx="8568" cy="65739"/>
              </a:xfrm>
              <a:custGeom>
                <a:avLst/>
                <a:gdLst/>
                <a:ahLst/>
                <a:cxnLst/>
                <a:rect l="l" t="t" r="r" b="b"/>
                <a:pathLst>
                  <a:path w="352" h="2719" extrusionOk="0">
                    <a:moveTo>
                      <a:pt x="1" y="0"/>
                    </a:moveTo>
                    <a:lnTo>
                      <a:pt x="1" y="2719"/>
                    </a:lnTo>
                    <a:lnTo>
                      <a:pt x="352" y="2719"/>
                    </a:lnTo>
                    <a:lnTo>
                      <a:pt x="35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38"/>
              <p:cNvSpPr/>
              <p:nvPr/>
            </p:nvSpPr>
            <p:spPr>
              <a:xfrm>
                <a:off x="6954033" y="1245180"/>
                <a:ext cx="124791" cy="80535"/>
              </a:xfrm>
              <a:custGeom>
                <a:avLst/>
                <a:gdLst/>
                <a:ahLst/>
                <a:cxnLst/>
                <a:rect l="l" t="t" r="r" b="b"/>
                <a:pathLst>
                  <a:path w="5127" h="3331" extrusionOk="0">
                    <a:moveTo>
                      <a:pt x="1004" y="1"/>
                    </a:moveTo>
                    <a:lnTo>
                      <a:pt x="1" y="3331"/>
                    </a:lnTo>
                    <a:lnTo>
                      <a:pt x="5127" y="3331"/>
                    </a:lnTo>
                    <a:lnTo>
                      <a:pt x="512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38"/>
              <p:cNvSpPr/>
              <p:nvPr/>
            </p:nvSpPr>
            <p:spPr>
              <a:xfrm>
                <a:off x="7455997" y="1271630"/>
                <a:ext cx="95242" cy="96299"/>
              </a:xfrm>
              <a:custGeom>
                <a:avLst/>
                <a:gdLst/>
                <a:ahLst/>
                <a:cxnLst/>
                <a:rect l="l" t="t" r="r" b="b"/>
                <a:pathLst>
                  <a:path w="3913" h="3983" extrusionOk="0">
                    <a:moveTo>
                      <a:pt x="1" y="0"/>
                    </a:moveTo>
                    <a:lnTo>
                      <a:pt x="1" y="3982"/>
                    </a:lnTo>
                    <a:lnTo>
                      <a:pt x="3913" y="3982"/>
                    </a:lnTo>
                    <a:lnTo>
                      <a:pt x="35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38"/>
              <p:cNvSpPr/>
              <p:nvPr/>
            </p:nvSpPr>
            <p:spPr>
              <a:xfrm>
                <a:off x="7497253" y="1248589"/>
                <a:ext cx="95242" cy="96299"/>
              </a:xfrm>
              <a:custGeom>
                <a:avLst/>
                <a:gdLst/>
                <a:ahLst/>
                <a:cxnLst/>
                <a:rect l="l" t="t" r="r" b="b"/>
                <a:pathLst>
                  <a:path w="3913" h="3983" extrusionOk="0">
                    <a:moveTo>
                      <a:pt x="1" y="0"/>
                    </a:moveTo>
                    <a:lnTo>
                      <a:pt x="1" y="3982"/>
                    </a:lnTo>
                    <a:lnTo>
                      <a:pt x="3913" y="3982"/>
                    </a:lnTo>
                    <a:lnTo>
                      <a:pt x="358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38"/>
              <p:cNvSpPr/>
              <p:nvPr/>
            </p:nvSpPr>
            <p:spPr>
              <a:xfrm>
                <a:off x="7019240" y="1275740"/>
                <a:ext cx="95218" cy="96299"/>
              </a:xfrm>
              <a:custGeom>
                <a:avLst/>
                <a:gdLst/>
                <a:ahLst/>
                <a:cxnLst/>
                <a:rect l="l" t="t" r="r" b="b"/>
                <a:pathLst>
                  <a:path w="3912" h="3983" extrusionOk="0">
                    <a:moveTo>
                      <a:pt x="0" y="1"/>
                    </a:moveTo>
                    <a:lnTo>
                      <a:pt x="0" y="3983"/>
                    </a:lnTo>
                    <a:lnTo>
                      <a:pt x="3912" y="3983"/>
                    </a:lnTo>
                    <a:lnTo>
                      <a:pt x="358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38"/>
              <p:cNvSpPr/>
              <p:nvPr/>
            </p:nvSpPr>
            <p:spPr>
              <a:xfrm>
                <a:off x="6951356" y="1306301"/>
                <a:ext cx="208277" cy="125167"/>
              </a:xfrm>
              <a:custGeom>
                <a:avLst/>
                <a:gdLst/>
                <a:ahLst/>
                <a:cxnLst/>
                <a:rect l="l" t="t" r="r" b="b"/>
                <a:pathLst>
                  <a:path w="8557" h="5177" extrusionOk="0">
                    <a:moveTo>
                      <a:pt x="1" y="0"/>
                    </a:moveTo>
                    <a:lnTo>
                      <a:pt x="1" y="5176"/>
                    </a:lnTo>
                    <a:lnTo>
                      <a:pt x="8557" y="5176"/>
                    </a:lnTo>
                    <a:lnTo>
                      <a:pt x="855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38"/>
              <p:cNvSpPr/>
              <p:nvPr/>
            </p:nvSpPr>
            <p:spPr>
              <a:xfrm>
                <a:off x="7271184" y="1306301"/>
                <a:ext cx="329369" cy="125167"/>
              </a:xfrm>
              <a:custGeom>
                <a:avLst/>
                <a:gdLst/>
                <a:ahLst/>
                <a:cxnLst/>
                <a:rect l="l" t="t" r="r" b="b"/>
                <a:pathLst>
                  <a:path w="13532" h="5177" extrusionOk="0">
                    <a:moveTo>
                      <a:pt x="1" y="0"/>
                    </a:moveTo>
                    <a:lnTo>
                      <a:pt x="1" y="5176"/>
                    </a:lnTo>
                    <a:lnTo>
                      <a:pt x="13532" y="5176"/>
                    </a:lnTo>
                    <a:lnTo>
                      <a:pt x="135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38"/>
              <p:cNvSpPr/>
              <p:nvPr/>
            </p:nvSpPr>
            <p:spPr>
              <a:xfrm>
                <a:off x="7488954" y="1275740"/>
                <a:ext cx="127712" cy="117164"/>
              </a:xfrm>
              <a:custGeom>
                <a:avLst/>
                <a:gdLst/>
                <a:ahLst/>
                <a:cxnLst/>
                <a:rect l="l" t="t" r="r" b="b"/>
                <a:pathLst>
                  <a:path w="5247" h="4846" extrusionOk="0">
                    <a:moveTo>
                      <a:pt x="1" y="1"/>
                    </a:moveTo>
                    <a:lnTo>
                      <a:pt x="1" y="4845"/>
                    </a:lnTo>
                    <a:lnTo>
                      <a:pt x="5247" y="2789"/>
                    </a:lnTo>
                    <a:lnTo>
                      <a:pt x="47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38"/>
              <p:cNvSpPr/>
              <p:nvPr/>
            </p:nvSpPr>
            <p:spPr>
              <a:xfrm>
                <a:off x="6967469" y="1333452"/>
                <a:ext cx="534458" cy="112329"/>
              </a:xfrm>
              <a:custGeom>
                <a:avLst/>
                <a:gdLst/>
                <a:ahLst/>
                <a:cxnLst/>
                <a:rect l="l" t="t" r="r" b="b"/>
                <a:pathLst>
                  <a:path w="21958" h="4646" extrusionOk="0">
                    <a:moveTo>
                      <a:pt x="6701" y="1"/>
                    </a:moveTo>
                    <a:lnTo>
                      <a:pt x="6701" y="1004"/>
                    </a:lnTo>
                    <a:lnTo>
                      <a:pt x="1" y="1004"/>
                    </a:lnTo>
                    <a:lnTo>
                      <a:pt x="1" y="4645"/>
                    </a:lnTo>
                    <a:lnTo>
                      <a:pt x="15257" y="4645"/>
                    </a:lnTo>
                    <a:lnTo>
                      <a:pt x="15257" y="3652"/>
                    </a:lnTo>
                    <a:lnTo>
                      <a:pt x="21957" y="3652"/>
                    </a:lnTo>
                    <a:lnTo>
                      <a:pt x="2195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38"/>
              <p:cNvSpPr/>
              <p:nvPr/>
            </p:nvSpPr>
            <p:spPr>
              <a:xfrm>
                <a:off x="7275833" y="1343171"/>
                <a:ext cx="340833" cy="125143"/>
              </a:xfrm>
              <a:custGeom>
                <a:avLst/>
                <a:gdLst/>
                <a:ahLst/>
                <a:cxnLst/>
                <a:rect l="l" t="t" r="r" b="b"/>
                <a:pathLst>
                  <a:path w="14003" h="5176" extrusionOk="0">
                    <a:moveTo>
                      <a:pt x="0" y="0"/>
                    </a:moveTo>
                    <a:lnTo>
                      <a:pt x="0" y="5176"/>
                    </a:lnTo>
                    <a:lnTo>
                      <a:pt x="14003" y="5176"/>
                    </a:lnTo>
                    <a:lnTo>
                      <a:pt x="140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38"/>
              <p:cNvSpPr/>
              <p:nvPr/>
            </p:nvSpPr>
            <p:spPr>
              <a:xfrm>
                <a:off x="6726990" y="1367180"/>
                <a:ext cx="458517" cy="83437"/>
              </a:xfrm>
              <a:custGeom>
                <a:avLst/>
                <a:gdLst/>
                <a:ahLst/>
                <a:cxnLst/>
                <a:rect l="l" t="t" r="r" b="b"/>
                <a:pathLst>
                  <a:path w="18838" h="3451" extrusionOk="0">
                    <a:moveTo>
                      <a:pt x="0" y="0"/>
                    </a:moveTo>
                    <a:lnTo>
                      <a:pt x="0" y="2859"/>
                    </a:lnTo>
                    <a:lnTo>
                      <a:pt x="3511" y="2859"/>
                    </a:lnTo>
                    <a:lnTo>
                      <a:pt x="3511" y="3451"/>
                    </a:lnTo>
                    <a:lnTo>
                      <a:pt x="18838" y="3451"/>
                    </a:lnTo>
                    <a:lnTo>
                      <a:pt x="18768" y="602"/>
                    </a:lnTo>
                    <a:lnTo>
                      <a:pt x="15879" y="602"/>
                    </a:lnTo>
                    <a:lnTo>
                      <a:pt x="15257"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38"/>
              <p:cNvSpPr/>
              <p:nvPr/>
            </p:nvSpPr>
            <p:spPr>
              <a:xfrm>
                <a:off x="6982852" y="1261911"/>
                <a:ext cx="27602" cy="7302"/>
              </a:xfrm>
              <a:custGeom>
                <a:avLst/>
                <a:gdLst/>
                <a:ahLst/>
                <a:cxnLst/>
                <a:rect l="l" t="t" r="r" b="b"/>
                <a:pathLst>
                  <a:path w="1134" h="302" extrusionOk="0">
                    <a:moveTo>
                      <a:pt x="1" y="1"/>
                    </a:moveTo>
                    <a:lnTo>
                      <a:pt x="1" y="302"/>
                    </a:lnTo>
                    <a:lnTo>
                      <a:pt x="1134" y="302"/>
                    </a:lnTo>
                    <a:lnTo>
                      <a:pt x="11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38"/>
              <p:cNvSpPr/>
              <p:nvPr/>
            </p:nvSpPr>
            <p:spPr>
              <a:xfrm>
                <a:off x="7014104" y="1261911"/>
                <a:ext cx="27602" cy="7302"/>
              </a:xfrm>
              <a:custGeom>
                <a:avLst/>
                <a:gdLst/>
                <a:ahLst/>
                <a:cxnLst/>
                <a:rect l="l" t="t" r="r" b="b"/>
                <a:pathLst>
                  <a:path w="1134" h="302" extrusionOk="0">
                    <a:moveTo>
                      <a:pt x="0" y="1"/>
                    </a:moveTo>
                    <a:lnTo>
                      <a:pt x="0" y="302"/>
                    </a:lnTo>
                    <a:lnTo>
                      <a:pt x="1134" y="302"/>
                    </a:lnTo>
                    <a:lnTo>
                      <a:pt x="11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38"/>
              <p:cNvSpPr/>
              <p:nvPr/>
            </p:nvSpPr>
            <p:spPr>
              <a:xfrm>
                <a:off x="7045357" y="1261911"/>
                <a:ext cx="27602" cy="7302"/>
              </a:xfrm>
              <a:custGeom>
                <a:avLst/>
                <a:gdLst/>
                <a:ahLst/>
                <a:cxnLst/>
                <a:rect l="l" t="t" r="r" b="b"/>
                <a:pathLst>
                  <a:path w="1134" h="302" extrusionOk="0">
                    <a:moveTo>
                      <a:pt x="0" y="1"/>
                    </a:moveTo>
                    <a:lnTo>
                      <a:pt x="0" y="302"/>
                    </a:lnTo>
                    <a:lnTo>
                      <a:pt x="1134" y="302"/>
                    </a:lnTo>
                    <a:lnTo>
                      <a:pt x="113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38"/>
              <p:cNvSpPr/>
              <p:nvPr/>
            </p:nvSpPr>
            <p:spPr>
              <a:xfrm>
                <a:off x="6983582" y="1248831"/>
                <a:ext cx="27626" cy="2925"/>
              </a:xfrm>
              <a:custGeom>
                <a:avLst/>
                <a:gdLst/>
                <a:ahLst/>
                <a:cxnLst/>
                <a:rect l="l" t="t" r="r" b="b"/>
                <a:pathLst>
                  <a:path w="1135" h="121" extrusionOk="0">
                    <a:moveTo>
                      <a:pt x="1" y="0"/>
                    </a:moveTo>
                    <a:lnTo>
                      <a:pt x="1" y="121"/>
                    </a:lnTo>
                    <a:lnTo>
                      <a:pt x="1134" y="121"/>
                    </a:lnTo>
                    <a:lnTo>
                      <a:pt x="11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38"/>
              <p:cNvSpPr/>
              <p:nvPr/>
            </p:nvSpPr>
            <p:spPr>
              <a:xfrm>
                <a:off x="7014835" y="1248831"/>
                <a:ext cx="27602" cy="2925"/>
              </a:xfrm>
              <a:custGeom>
                <a:avLst/>
                <a:gdLst/>
                <a:ahLst/>
                <a:cxnLst/>
                <a:rect l="l" t="t" r="r" b="b"/>
                <a:pathLst>
                  <a:path w="1134" h="121" extrusionOk="0">
                    <a:moveTo>
                      <a:pt x="1" y="0"/>
                    </a:moveTo>
                    <a:lnTo>
                      <a:pt x="1" y="121"/>
                    </a:lnTo>
                    <a:lnTo>
                      <a:pt x="1134" y="121"/>
                    </a:lnTo>
                    <a:lnTo>
                      <a:pt x="11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38"/>
              <p:cNvSpPr/>
              <p:nvPr/>
            </p:nvSpPr>
            <p:spPr>
              <a:xfrm>
                <a:off x="7046087" y="1248831"/>
                <a:ext cx="27602" cy="2925"/>
              </a:xfrm>
              <a:custGeom>
                <a:avLst/>
                <a:gdLst/>
                <a:ahLst/>
                <a:cxnLst/>
                <a:rect l="l" t="t" r="r" b="b"/>
                <a:pathLst>
                  <a:path w="1134" h="121" extrusionOk="0">
                    <a:moveTo>
                      <a:pt x="0" y="0"/>
                    </a:moveTo>
                    <a:lnTo>
                      <a:pt x="0" y="121"/>
                    </a:lnTo>
                    <a:lnTo>
                      <a:pt x="1134" y="121"/>
                    </a:lnTo>
                    <a:lnTo>
                      <a:pt x="11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38"/>
              <p:cNvSpPr/>
              <p:nvPr/>
            </p:nvSpPr>
            <p:spPr>
              <a:xfrm>
                <a:off x="7044870" y="1238870"/>
                <a:ext cx="14190" cy="36895"/>
              </a:xfrm>
              <a:custGeom>
                <a:avLst/>
                <a:gdLst/>
                <a:ahLst/>
                <a:cxnLst/>
                <a:rect l="l" t="t" r="r" b="b"/>
                <a:pathLst>
                  <a:path w="583" h="1526" extrusionOk="0">
                    <a:moveTo>
                      <a:pt x="0" y="1"/>
                    </a:moveTo>
                    <a:lnTo>
                      <a:pt x="0" y="1526"/>
                    </a:lnTo>
                    <a:lnTo>
                      <a:pt x="582" y="1526"/>
                    </a:lnTo>
                    <a:lnTo>
                      <a:pt x="5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38"/>
              <p:cNvSpPr/>
              <p:nvPr/>
            </p:nvSpPr>
            <p:spPr>
              <a:xfrm>
                <a:off x="7062687" y="1238870"/>
                <a:ext cx="16381" cy="36895"/>
              </a:xfrm>
              <a:custGeom>
                <a:avLst/>
                <a:gdLst/>
                <a:ahLst/>
                <a:cxnLst/>
                <a:rect l="l" t="t" r="r" b="b"/>
                <a:pathLst>
                  <a:path w="673" h="1526" extrusionOk="0">
                    <a:moveTo>
                      <a:pt x="0" y="1"/>
                    </a:moveTo>
                    <a:lnTo>
                      <a:pt x="0" y="1526"/>
                    </a:lnTo>
                    <a:lnTo>
                      <a:pt x="673" y="1526"/>
                    </a:lnTo>
                    <a:lnTo>
                      <a:pt x="6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38"/>
              <p:cNvSpPr/>
              <p:nvPr/>
            </p:nvSpPr>
            <p:spPr>
              <a:xfrm>
                <a:off x="7083449" y="1238870"/>
                <a:ext cx="16381" cy="36895"/>
              </a:xfrm>
              <a:custGeom>
                <a:avLst/>
                <a:gdLst/>
                <a:ahLst/>
                <a:cxnLst/>
                <a:rect l="l" t="t" r="r" b="b"/>
                <a:pathLst>
                  <a:path w="673" h="1526" extrusionOk="0">
                    <a:moveTo>
                      <a:pt x="0" y="1"/>
                    </a:moveTo>
                    <a:lnTo>
                      <a:pt x="0" y="1526"/>
                    </a:lnTo>
                    <a:lnTo>
                      <a:pt x="672" y="1526"/>
                    </a:lnTo>
                    <a:lnTo>
                      <a:pt x="67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38"/>
              <p:cNvSpPr/>
              <p:nvPr/>
            </p:nvSpPr>
            <p:spPr>
              <a:xfrm>
                <a:off x="7017755" y="1355768"/>
                <a:ext cx="15407" cy="8994"/>
              </a:xfrm>
              <a:custGeom>
                <a:avLst/>
                <a:gdLst/>
                <a:ahLst/>
                <a:cxnLst/>
                <a:rect l="l" t="t" r="r" b="b"/>
                <a:pathLst>
                  <a:path w="633" h="372" extrusionOk="0">
                    <a:moveTo>
                      <a:pt x="91" y="1"/>
                    </a:moveTo>
                    <a:cubicBezTo>
                      <a:pt x="41" y="1"/>
                      <a:pt x="1" y="81"/>
                      <a:pt x="1" y="191"/>
                    </a:cubicBezTo>
                    <a:cubicBezTo>
                      <a:pt x="1" y="292"/>
                      <a:pt x="41" y="372"/>
                      <a:pt x="91" y="372"/>
                    </a:cubicBezTo>
                    <a:lnTo>
                      <a:pt x="543" y="372"/>
                    </a:lnTo>
                    <a:cubicBezTo>
                      <a:pt x="593" y="372"/>
                      <a:pt x="633" y="292"/>
                      <a:pt x="633" y="191"/>
                    </a:cubicBezTo>
                    <a:cubicBezTo>
                      <a:pt x="633" y="81"/>
                      <a:pt x="593" y="1"/>
                      <a:pt x="5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38"/>
              <p:cNvSpPr/>
              <p:nvPr/>
            </p:nvSpPr>
            <p:spPr>
              <a:xfrm>
                <a:off x="7034112" y="1355768"/>
                <a:ext cx="15651" cy="8994"/>
              </a:xfrm>
              <a:custGeom>
                <a:avLst/>
                <a:gdLst/>
                <a:ahLst/>
                <a:cxnLst/>
                <a:rect l="l" t="t" r="r" b="b"/>
                <a:pathLst>
                  <a:path w="643" h="372" extrusionOk="0">
                    <a:moveTo>
                      <a:pt x="101" y="1"/>
                    </a:moveTo>
                    <a:cubicBezTo>
                      <a:pt x="41" y="1"/>
                      <a:pt x="1" y="81"/>
                      <a:pt x="1" y="191"/>
                    </a:cubicBezTo>
                    <a:cubicBezTo>
                      <a:pt x="1" y="292"/>
                      <a:pt x="41" y="372"/>
                      <a:pt x="101" y="372"/>
                    </a:cubicBezTo>
                    <a:lnTo>
                      <a:pt x="543" y="372"/>
                    </a:lnTo>
                    <a:cubicBezTo>
                      <a:pt x="593" y="372"/>
                      <a:pt x="643" y="292"/>
                      <a:pt x="643" y="191"/>
                    </a:cubicBezTo>
                    <a:cubicBezTo>
                      <a:pt x="643" y="81"/>
                      <a:pt x="593" y="1"/>
                      <a:pt x="5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 name="Google Shape;400;p38"/>
              <p:cNvSpPr/>
              <p:nvPr/>
            </p:nvSpPr>
            <p:spPr>
              <a:xfrm>
                <a:off x="7050468" y="1355768"/>
                <a:ext cx="15651" cy="8994"/>
              </a:xfrm>
              <a:custGeom>
                <a:avLst/>
                <a:gdLst/>
                <a:ahLst/>
                <a:cxnLst/>
                <a:rect l="l" t="t" r="r" b="b"/>
                <a:pathLst>
                  <a:path w="643" h="372" extrusionOk="0">
                    <a:moveTo>
                      <a:pt x="101" y="1"/>
                    </a:moveTo>
                    <a:cubicBezTo>
                      <a:pt x="41" y="1"/>
                      <a:pt x="1" y="81"/>
                      <a:pt x="1" y="191"/>
                    </a:cubicBezTo>
                    <a:cubicBezTo>
                      <a:pt x="1" y="292"/>
                      <a:pt x="41" y="372"/>
                      <a:pt x="101" y="372"/>
                    </a:cubicBezTo>
                    <a:lnTo>
                      <a:pt x="543" y="372"/>
                    </a:lnTo>
                    <a:cubicBezTo>
                      <a:pt x="593" y="372"/>
                      <a:pt x="643" y="292"/>
                      <a:pt x="643" y="191"/>
                    </a:cubicBezTo>
                    <a:lnTo>
                      <a:pt x="633" y="191"/>
                    </a:lnTo>
                    <a:cubicBezTo>
                      <a:pt x="633" y="81"/>
                      <a:pt x="593" y="1"/>
                      <a:pt x="54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38"/>
              <p:cNvSpPr/>
              <p:nvPr/>
            </p:nvSpPr>
            <p:spPr>
              <a:xfrm>
                <a:off x="7066849" y="1355768"/>
                <a:ext cx="15626" cy="8994"/>
              </a:xfrm>
              <a:custGeom>
                <a:avLst/>
                <a:gdLst/>
                <a:ahLst/>
                <a:cxnLst/>
                <a:rect l="l" t="t" r="r" b="b"/>
                <a:pathLst>
                  <a:path w="642" h="372" extrusionOk="0">
                    <a:moveTo>
                      <a:pt x="100" y="1"/>
                    </a:moveTo>
                    <a:cubicBezTo>
                      <a:pt x="50" y="1"/>
                      <a:pt x="0" y="81"/>
                      <a:pt x="0" y="191"/>
                    </a:cubicBezTo>
                    <a:cubicBezTo>
                      <a:pt x="0" y="292"/>
                      <a:pt x="50" y="372"/>
                      <a:pt x="100" y="372"/>
                    </a:cubicBezTo>
                    <a:lnTo>
                      <a:pt x="542" y="372"/>
                    </a:lnTo>
                    <a:cubicBezTo>
                      <a:pt x="602" y="372"/>
                      <a:pt x="642" y="292"/>
                      <a:pt x="642" y="191"/>
                    </a:cubicBezTo>
                    <a:cubicBezTo>
                      <a:pt x="642" y="81"/>
                      <a:pt x="602" y="1"/>
                      <a:pt x="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38"/>
              <p:cNvSpPr/>
              <p:nvPr/>
            </p:nvSpPr>
            <p:spPr>
              <a:xfrm>
                <a:off x="7083206" y="1355768"/>
                <a:ext cx="15651" cy="8994"/>
              </a:xfrm>
              <a:custGeom>
                <a:avLst/>
                <a:gdLst/>
                <a:ahLst/>
                <a:cxnLst/>
                <a:rect l="l" t="t" r="r" b="b"/>
                <a:pathLst>
                  <a:path w="643" h="372" extrusionOk="0">
                    <a:moveTo>
                      <a:pt x="100" y="1"/>
                    </a:moveTo>
                    <a:cubicBezTo>
                      <a:pt x="40" y="1"/>
                      <a:pt x="0" y="81"/>
                      <a:pt x="0" y="191"/>
                    </a:cubicBezTo>
                    <a:cubicBezTo>
                      <a:pt x="0" y="292"/>
                      <a:pt x="40" y="372"/>
                      <a:pt x="100" y="372"/>
                    </a:cubicBezTo>
                    <a:lnTo>
                      <a:pt x="542" y="372"/>
                    </a:lnTo>
                    <a:cubicBezTo>
                      <a:pt x="602" y="372"/>
                      <a:pt x="642" y="292"/>
                      <a:pt x="642" y="191"/>
                    </a:cubicBezTo>
                    <a:cubicBezTo>
                      <a:pt x="642" y="81"/>
                      <a:pt x="602" y="1"/>
                      <a:pt x="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38"/>
              <p:cNvSpPr/>
              <p:nvPr/>
            </p:nvSpPr>
            <p:spPr>
              <a:xfrm>
                <a:off x="7017755" y="1345347"/>
                <a:ext cx="15407" cy="9236"/>
              </a:xfrm>
              <a:custGeom>
                <a:avLst/>
                <a:gdLst/>
                <a:ahLst/>
                <a:cxnLst/>
                <a:rect l="l" t="t" r="r" b="b"/>
                <a:pathLst>
                  <a:path w="633" h="382" extrusionOk="0">
                    <a:moveTo>
                      <a:pt x="91" y="0"/>
                    </a:moveTo>
                    <a:cubicBezTo>
                      <a:pt x="41" y="0"/>
                      <a:pt x="1" y="91"/>
                      <a:pt x="1" y="191"/>
                    </a:cubicBezTo>
                    <a:cubicBezTo>
                      <a:pt x="1" y="291"/>
                      <a:pt x="41" y="382"/>
                      <a:pt x="91" y="382"/>
                    </a:cubicBezTo>
                    <a:lnTo>
                      <a:pt x="543" y="382"/>
                    </a:lnTo>
                    <a:cubicBezTo>
                      <a:pt x="593" y="382"/>
                      <a:pt x="633" y="291"/>
                      <a:pt x="633" y="191"/>
                    </a:cubicBezTo>
                    <a:cubicBezTo>
                      <a:pt x="633" y="91"/>
                      <a:pt x="593" y="0"/>
                      <a:pt x="5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38"/>
              <p:cNvSpPr/>
              <p:nvPr/>
            </p:nvSpPr>
            <p:spPr>
              <a:xfrm>
                <a:off x="7034112" y="1345347"/>
                <a:ext cx="15651" cy="9236"/>
              </a:xfrm>
              <a:custGeom>
                <a:avLst/>
                <a:gdLst/>
                <a:ahLst/>
                <a:cxnLst/>
                <a:rect l="l" t="t" r="r" b="b"/>
                <a:pathLst>
                  <a:path w="643" h="382" extrusionOk="0">
                    <a:moveTo>
                      <a:pt x="101" y="0"/>
                    </a:moveTo>
                    <a:cubicBezTo>
                      <a:pt x="41" y="0"/>
                      <a:pt x="1" y="91"/>
                      <a:pt x="1" y="191"/>
                    </a:cubicBezTo>
                    <a:cubicBezTo>
                      <a:pt x="1" y="291"/>
                      <a:pt x="41" y="382"/>
                      <a:pt x="101" y="382"/>
                    </a:cubicBezTo>
                    <a:lnTo>
                      <a:pt x="543" y="382"/>
                    </a:lnTo>
                    <a:cubicBezTo>
                      <a:pt x="593" y="382"/>
                      <a:pt x="643" y="291"/>
                      <a:pt x="643" y="191"/>
                    </a:cubicBezTo>
                    <a:cubicBezTo>
                      <a:pt x="643" y="91"/>
                      <a:pt x="593" y="0"/>
                      <a:pt x="5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38"/>
              <p:cNvSpPr/>
              <p:nvPr/>
            </p:nvSpPr>
            <p:spPr>
              <a:xfrm>
                <a:off x="7050468" y="1345347"/>
                <a:ext cx="15651" cy="9236"/>
              </a:xfrm>
              <a:custGeom>
                <a:avLst/>
                <a:gdLst/>
                <a:ahLst/>
                <a:cxnLst/>
                <a:rect l="l" t="t" r="r" b="b"/>
                <a:pathLst>
                  <a:path w="643" h="382" extrusionOk="0">
                    <a:moveTo>
                      <a:pt x="101" y="0"/>
                    </a:moveTo>
                    <a:cubicBezTo>
                      <a:pt x="41" y="0"/>
                      <a:pt x="1" y="91"/>
                      <a:pt x="1" y="191"/>
                    </a:cubicBezTo>
                    <a:cubicBezTo>
                      <a:pt x="1" y="291"/>
                      <a:pt x="41" y="382"/>
                      <a:pt x="101" y="382"/>
                    </a:cubicBezTo>
                    <a:lnTo>
                      <a:pt x="543" y="382"/>
                    </a:lnTo>
                    <a:cubicBezTo>
                      <a:pt x="593" y="382"/>
                      <a:pt x="643" y="291"/>
                      <a:pt x="643" y="191"/>
                    </a:cubicBezTo>
                    <a:lnTo>
                      <a:pt x="633" y="191"/>
                    </a:lnTo>
                    <a:cubicBezTo>
                      <a:pt x="633" y="91"/>
                      <a:pt x="593" y="0"/>
                      <a:pt x="5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38"/>
              <p:cNvSpPr/>
              <p:nvPr/>
            </p:nvSpPr>
            <p:spPr>
              <a:xfrm>
                <a:off x="7066849" y="1345347"/>
                <a:ext cx="15626" cy="9236"/>
              </a:xfrm>
              <a:custGeom>
                <a:avLst/>
                <a:gdLst/>
                <a:ahLst/>
                <a:cxnLst/>
                <a:rect l="l" t="t" r="r" b="b"/>
                <a:pathLst>
                  <a:path w="642" h="382" extrusionOk="0">
                    <a:moveTo>
                      <a:pt x="100" y="0"/>
                    </a:moveTo>
                    <a:cubicBezTo>
                      <a:pt x="50" y="0"/>
                      <a:pt x="0" y="91"/>
                      <a:pt x="0" y="191"/>
                    </a:cubicBezTo>
                    <a:cubicBezTo>
                      <a:pt x="0" y="291"/>
                      <a:pt x="50" y="382"/>
                      <a:pt x="100" y="382"/>
                    </a:cubicBezTo>
                    <a:lnTo>
                      <a:pt x="542" y="382"/>
                    </a:lnTo>
                    <a:cubicBezTo>
                      <a:pt x="602" y="382"/>
                      <a:pt x="642" y="291"/>
                      <a:pt x="642" y="191"/>
                    </a:cubicBezTo>
                    <a:cubicBezTo>
                      <a:pt x="642" y="91"/>
                      <a:pt x="602" y="0"/>
                      <a:pt x="5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38"/>
              <p:cNvSpPr/>
              <p:nvPr/>
            </p:nvSpPr>
            <p:spPr>
              <a:xfrm>
                <a:off x="7083206" y="1345347"/>
                <a:ext cx="15651" cy="9236"/>
              </a:xfrm>
              <a:custGeom>
                <a:avLst/>
                <a:gdLst/>
                <a:ahLst/>
                <a:cxnLst/>
                <a:rect l="l" t="t" r="r" b="b"/>
                <a:pathLst>
                  <a:path w="643" h="382" extrusionOk="0">
                    <a:moveTo>
                      <a:pt x="100" y="0"/>
                    </a:moveTo>
                    <a:cubicBezTo>
                      <a:pt x="40" y="0"/>
                      <a:pt x="0" y="91"/>
                      <a:pt x="0" y="191"/>
                    </a:cubicBezTo>
                    <a:cubicBezTo>
                      <a:pt x="0" y="291"/>
                      <a:pt x="40" y="382"/>
                      <a:pt x="100" y="382"/>
                    </a:cubicBezTo>
                    <a:lnTo>
                      <a:pt x="542" y="382"/>
                    </a:lnTo>
                    <a:cubicBezTo>
                      <a:pt x="602" y="382"/>
                      <a:pt x="642" y="291"/>
                      <a:pt x="642" y="191"/>
                    </a:cubicBezTo>
                    <a:cubicBezTo>
                      <a:pt x="642" y="91"/>
                      <a:pt x="602" y="0"/>
                      <a:pt x="5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38"/>
              <p:cNvSpPr/>
              <p:nvPr/>
            </p:nvSpPr>
            <p:spPr>
              <a:xfrm>
                <a:off x="7111757" y="1352867"/>
                <a:ext cx="98407" cy="15788"/>
              </a:xfrm>
              <a:custGeom>
                <a:avLst/>
                <a:gdLst/>
                <a:ahLst/>
                <a:cxnLst/>
                <a:rect l="l" t="t" r="r" b="b"/>
                <a:pathLst>
                  <a:path w="4043" h="653" extrusionOk="0">
                    <a:moveTo>
                      <a:pt x="1" y="0"/>
                    </a:moveTo>
                    <a:cubicBezTo>
                      <a:pt x="51" y="371"/>
                      <a:pt x="231" y="652"/>
                      <a:pt x="462" y="652"/>
                    </a:cubicBezTo>
                    <a:lnTo>
                      <a:pt x="3582" y="652"/>
                    </a:lnTo>
                    <a:cubicBezTo>
                      <a:pt x="3812" y="652"/>
                      <a:pt x="4003" y="371"/>
                      <a:pt x="404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09" name="Google Shape;409;p38"/>
              <p:cNvGrpSpPr/>
              <p:nvPr/>
            </p:nvGrpSpPr>
            <p:grpSpPr>
              <a:xfrm>
                <a:off x="6877387" y="1372257"/>
                <a:ext cx="212415" cy="16513"/>
                <a:chOff x="6877387" y="1372257"/>
                <a:chExt cx="212415" cy="16513"/>
              </a:xfrm>
            </p:grpSpPr>
            <p:sp>
              <p:nvSpPr>
                <p:cNvPr id="410" name="Google Shape;410;p38"/>
                <p:cNvSpPr/>
                <p:nvPr/>
              </p:nvSpPr>
              <p:spPr>
                <a:xfrm>
                  <a:off x="6877387" y="1372257"/>
                  <a:ext cx="9054" cy="16513"/>
                </a:xfrm>
                <a:custGeom>
                  <a:avLst/>
                  <a:gdLst/>
                  <a:ahLst/>
                  <a:cxnLst/>
                  <a:rect l="l" t="t" r="r" b="b"/>
                  <a:pathLst>
                    <a:path w="372" h="683" extrusionOk="0">
                      <a:moveTo>
                        <a:pt x="0" y="1"/>
                      </a:moveTo>
                      <a:lnTo>
                        <a:pt x="0" y="683"/>
                      </a:lnTo>
                      <a:lnTo>
                        <a:pt x="371" y="683"/>
                      </a:lnTo>
                      <a:lnTo>
                        <a:pt x="3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38"/>
                <p:cNvSpPr/>
                <p:nvPr/>
              </p:nvSpPr>
              <p:spPr>
                <a:xfrm>
                  <a:off x="6893013" y="1372257"/>
                  <a:ext cx="9054" cy="16513"/>
                </a:xfrm>
                <a:custGeom>
                  <a:avLst/>
                  <a:gdLst/>
                  <a:ahLst/>
                  <a:cxnLst/>
                  <a:rect l="l" t="t" r="r" b="b"/>
                  <a:pathLst>
                    <a:path w="372" h="683" extrusionOk="0">
                      <a:moveTo>
                        <a:pt x="0" y="1"/>
                      </a:moveTo>
                      <a:lnTo>
                        <a:pt x="0" y="683"/>
                      </a:lnTo>
                      <a:lnTo>
                        <a:pt x="371" y="683"/>
                      </a:lnTo>
                      <a:lnTo>
                        <a:pt x="3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38"/>
                <p:cNvSpPr/>
                <p:nvPr/>
              </p:nvSpPr>
              <p:spPr>
                <a:xfrm>
                  <a:off x="6908639" y="1372257"/>
                  <a:ext cx="9298" cy="16513"/>
                </a:xfrm>
                <a:custGeom>
                  <a:avLst/>
                  <a:gdLst/>
                  <a:ahLst/>
                  <a:cxnLst/>
                  <a:rect l="l" t="t" r="r" b="b"/>
                  <a:pathLst>
                    <a:path w="382" h="683" extrusionOk="0">
                      <a:moveTo>
                        <a:pt x="0" y="1"/>
                      </a:moveTo>
                      <a:lnTo>
                        <a:pt x="0" y="683"/>
                      </a:lnTo>
                      <a:lnTo>
                        <a:pt x="381" y="683"/>
                      </a:lnTo>
                      <a:lnTo>
                        <a:pt x="3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38"/>
                <p:cNvSpPr/>
                <p:nvPr/>
              </p:nvSpPr>
              <p:spPr>
                <a:xfrm>
                  <a:off x="6924266" y="1372257"/>
                  <a:ext cx="9298" cy="16513"/>
                </a:xfrm>
                <a:custGeom>
                  <a:avLst/>
                  <a:gdLst/>
                  <a:ahLst/>
                  <a:cxnLst/>
                  <a:rect l="l" t="t" r="r" b="b"/>
                  <a:pathLst>
                    <a:path w="382" h="683" extrusionOk="0">
                      <a:moveTo>
                        <a:pt x="0" y="1"/>
                      </a:moveTo>
                      <a:lnTo>
                        <a:pt x="0" y="683"/>
                      </a:lnTo>
                      <a:lnTo>
                        <a:pt x="381" y="683"/>
                      </a:lnTo>
                      <a:lnTo>
                        <a:pt x="3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38"/>
                <p:cNvSpPr/>
                <p:nvPr/>
              </p:nvSpPr>
              <p:spPr>
                <a:xfrm>
                  <a:off x="6939892" y="1372257"/>
                  <a:ext cx="9298" cy="16513"/>
                </a:xfrm>
                <a:custGeom>
                  <a:avLst/>
                  <a:gdLst/>
                  <a:ahLst/>
                  <a:cxnLst/>
                  <a:rect l="l" t="t" r="r" b="b"/>
                  <a:pathLst>
                    <a:path w="382" h="683" extrusionOk="0">
                      <a:moveTo>
                        <a:pt x="0" y="1"/>
                      </a:moveTo>
                      <a:lnTo>
                        <a:pt x="0" y="683"/>
                      </a:lnTo>
                      <a:lnTo>
                        <a:pt x="381" y="683"/>
                      </a:lnTo>
                      <a:lnTo>
                        <a:pt x="3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38"/>
                <p:cNvSpPr/>
                <p:nvPr/>
              </p:nvSpPr>
              <p:spPr>
                <a:xfrm>
                  <a:off x="6955518" y="1372257"/>
                  <a:ext cx="9298" cy="16513"/>
                </a:xfrm>
                <a:custGeom>
                  <a:avLst/>
                  <a:gdLst/>
                  <a:ahLst/>
                  <a:cxnLst/>
                  <a:rect l="l" t="t" r="r" b="b"/>
                  <a:pathLst>
                    <a:path w="382" h="683" extrusionOk="0">
                      <a:moveTo>
                        <a:pt x="0" y="1"/>
                      </a:moveTo>
                      <a:lnTo>
                        <a:pt x="0" y="683"/>
                      </a:lnTo>
                      <a:lnTo>
                        <a:pt x="381" y="683"/>
                      </a:lnTo>
                      <a:lnTo>
                        <a:pt x="3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38"/>
                <p:cNvSpPr/>
                <p:nvPr/>
              </p:nvSpPr>
              <p:spPr>
                <a:xfrm>
                  <a:off x="6971144" y="1372257"/>
                  <a:ext cx="9298" cy="16513"/>
                </a:xfrm>
                <a:custGeom>
                  <a:avLst/>
                  <a:gdLst/>
                  <a:ahLst/>
                  <a:cxnLst/>
                  <a:rect l="l" t="t" r="r" b="b"/>
                  <a:pathLst>
                    <a:path w="382" h="683" extrusionOk="0">
                      <a:moveTo>
                        <a:pt x="0" y="1"/>
                      </a:moveTo>
                      <a:lnTo>
                        <a:pt x="0" y="683"/>
                      </a:lnTo>
                      <a:lnTo>
                        <a:pt x="381" y="683"/>
                      </a:lnTo>
                      <a:lnTo>
                        <a:pt x="3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38"/>
                <p:cNvSpPr/>
                <p:nvPr/>
              </p:nvSpPr>
              <p:spPr>
                <a:xfrm>
                  <a:off x="6986746" y="1372257"/>
                  <a:ext cx="9322" cy="16513"/>
                </a:xfrm>
                <a:custGeom>
                  <a:avLst/>
                  <a:gdLst/>
                  <a:ahLst/>
                  <a:cxnLst/>
                  <a:rect l="l" t="t" r="r" b="b"/>
                  <a:pathLst>
                    <a:path w="383" h="683" extrusionOk="0">
                      <a:moveTo>
                        <a:pt x="1" y="1"/>
                      </a:moveTo>
                      <a:lnTo>
                        <a:pt x="1" y="683"/>
                      </a:lnTo>
                      <a:lnTo>
                        <a:pt x="382" y="683"/>
                      </a:lnTo>
                      <a:lnTo>
                        <a:pt x="3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38"/>
                <p:cNvSpPr/>
                <p:nvPr/>
              </p:nvSpPr>
              <p:spPr>
                <a:xfrm>
                  <a:off x="7002373" y="1372257"/>
                  <a:ext cx="9322" cy="16513"/>
                </a:xfrm>
                <a:custGeom>
                  <a:avLst/>
                  <a:gdLst/>
                  <a:ahLst/>
                  <a:cxnLst/>
                  <a:rect l="l" t="t" r="r" b="b"/>
                  <a:pathLst>
                    <a:path w="383" h="683" extrusionOk="0">
                      <a:moveTo>
                        <a:pt x="1" y="1"/>
                      </a:moveTo>
                      <a:lnTo>
                        <a:pt x="1" y="683"/>
                      </a:lnTo>
                      <a:lnTo>
                        <a:pt x="382" y="683"/>
                      </a:lnTo>
                      <a:lnTo>
                        <a:pt x="3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38"/>
                <p:cNvSpPr/>
                <p:nvPr/>
              </p:nvSpPr>
              <p:spPr>
                <a:xfrm>
                  <a:off x="7017999" y="1372257"/>
                  <a:ext cx="9322" cy="16513"/>
                </a:xfrm>
                <a:custGeom>
                  <a:avLst/>
                  <a:gdLst/>
                  <a:ahLst/>
                  <a:cxnLst/>
                  <a:rect l="l" t="t" r="r" b="b"/>
                  <a:pathLst>
                    <a:path w="383" h="683" extrusionOk="0">
                      <a:moveTo>
                        <a:pt x="1" y="1"/>
                      </a:moveTo>
                      <a:lnTo>
                        <a:pt x="1" y="683"/>
                      </a:lnTo>
                      <a:lnTo>
                        <a:pt x="382" y="683"/>
                      </a:lnTo>
                      <a:lnTo>
                        <a:pt x="3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38"/>
                <p:cNvSpPr/>
                <p:nvPr/>
              </p:nvSpPr>
              <p:spPr>
                <a:xfrm>
                  <a:off x="7033625" y="1372257"/>
                  <a:ext cx="9322" cy="16513"/>
                </a:xfrm>
                <a:custGeom>
                  <a:avLst/>
                  <a:gdLst/>
                  <a:ahLst/>
                  <a:cxnLst/>
                  <a:rect l="l" t="t" r="r" b="b"/>
                  <a:pathLst>
                    <a:path w="383" h="683" extrusionOk="0">
                      <a:moveTo>
                        <a:pt x="1" y="1"/>
                      </a:moveTo>
                      <a:lnTo>
                        <a:pt x="1" y="683"/>
                      </a:lnTo>
                      <a:lnTo>
                        <a:pt x="382" y="683"/>
                      </a:lnTo>
                      <a:lnTo>
                        <a:pt x="3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38"/>
                <p:cNvSpPr/>
                <p:nvPr/>
              </p:nvSpPr>
              <p:spPr>
                <a:xfrm>
                  <a:off x="7049251" y="1372257"/>
                  <a:ext cx="9298" cy="16513"/>
                </a:xfrm>
                <a:custGeom>
                  <a:avLst/>
                  <a:gdLst/>
                  <a:ahLst/>
                  <a:cxnLst/>
                  <a:rect l="l" t="t" r="r" b="b"/>
                  <a:pathLst>
                    <a:path w="382" h="683" extrusionOk="0">
                      <a:moveTo>
                        <a:pt x="1" y="1"/>
                      </a:moveTo>
                      <a:lnTo>
                        <a:pt x="1" y="683"/>
                      </a:lnTo>
                      <a:lnTo>
                        <a:pt x="382" y="683"/>
                      </a:lnTo>
                      <a:lnTo>
                        <a:pt x="38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38"/>
                <p:cNvSpPr/>
                <p:nvPr/>
              </p:nvSpPr>
              <p:spPr>
                <a:xfrm>
                  <a:off x="7065121" y="1372257"/>
                  <a:ext cx="9054" cy="16513"/>
                </a:xfrm>
                <a:custGeom>
                  <a:avLst/>
                  <a:gdLst/>
                  <a:ahLst/>
                  <a:cxnLst/>
                  <a:rect l="l" t="t" r="r" b="b"/>
                  <a:pathLst>
                    <a:path w="372" h="683" extrusionOk="0">
                      <a:moveTo>
                        <a:pt x="1" y="1"/>
                      </a:moveTo>
                      <a:lnTo>
                        <a:pt x="1" y="683"/>
                      </a:lnTo>
                      <a:lnTo>
                        <a:pt x="372" y="683"/>
                      </a:lnTo>
                      <a:lnTo>
                        <a:pt x="3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38"/>
                <p:cNvSpPr/>
                <p:nvPr/>
              </p:nvSpPr>
              <p:spPr>
                <a:xfrm>
                  <a:off x="7080747" y="1372257"/>
                  <a:ext cx="9054" cy="16513"/>
                </a:xfrm>
                <a:custGeom>
                  <a:avLst/>
                  <a:gdLst/>
                  <a:ahLst/>
                  <a:cxnLst/>
                  <a:rect l="l" t="t" r="r" b="b"/>
                  <a:pathLst>
                    <a:path w="372" h="683" extrusionOk="0">
                      <a:moveTo>
                        <a:pt x="1" y="1"/>
                      </a:moveTo>
                      <a:lnTo>
                        <a:pt x="1" y="683"/>
                      </a:lnTo>
                      <a:lnTo>
                        <a:pt x="372" y="683"/>
                      </a:lnTo>
                      <a:lnTo>
                        <a:pt x="3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38"/>
              <p:cNvSpPr/>
              <p:nvPr/>
            </p:nvSpPr>
            <p:spPr>
              <a:xfrm>
                <a:off x="6954520" y="1310169"/>
                <a:ext cx="80103" cy="4400"/>
              </a:xfrm>
              <a:custGeom>
                <a:avLst/>
                <a:gdLst/>
                <a:ahLst/>
                <a:cxnLst/>
                <a:rect l="l" t="t" r="r" b="b"/>
                <a:pathLst>
                  <a:path w="3291" h="182" extrusionOk="0">
                    <a:moveTo>
                      <a:pt x="1" y="1"/>
                    </a:moveTo>
                    <a:lnTo>
                      <a:pt x="1" y="181"/>
                    </a:lnTo>
                    <a:lnTo>
                      <a:pt x="3291" y="181"/>
                    </a:lnTo>
                    <a:lnTo>
                      <a:pt x="3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38"/>
              <p:cNvSpPr/>
              <p:nvPr/>
            </p:nvSpPr>
            <p:spPr>
              <a:xfrm>
                <a:off x="6991395" y="1322064"/>
                <a:ext cx="16624" cy="18206"/>
              </a:xfrm>
              <a:custGeom>
                <a:avLst/>
                <a:gdLst/>
                <a:ahLst/>
                <a:cxnLst/>
                <a:rect l="l" t="t" r="r" b="b"/>
                <a:pathLst>
                  <a:path w="683" h="753" extrusionOk="0">
                    <a:moveTo>
                      <a:pt x="1" y="0"/>
                    </a:moveTo>
                    <a:lnTo>
                      <a:pt x="1" y="753"/>
                    </a:lnTo>
                    <a:lnTo>
                      <a:pt x="683" y="753"/>
                    </a:lnTo>
                    <a:lnTo>
                      <a:pt x="6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38"/>
              <p:cNvSpPr/>
              <p:nvPr/>
            </p:nvSpPr>
            <p:spPr>
              <a:xfrm>
                <a:off x="6978446" y="1337586"/>
                <a:ext cx="4673" cy="28143"/>
              </a:xfrm>
              <a:custGeom>
                <a:avLst/>
                <a:gdLst/>
                <a:ahLst/>
                <a:cxnLst/>
                <a:rect l="l" t="t" r="r" b="b"/>
                <a:pathLst>
                  <a:path w="192" h="1164" extrusionOk="0">
                    <a:moveTo>
                      <a:pt x="1" y="0"/>
                    </a:moveTo>
                    <a:lnTo>
                      <a:pt x="1" y="1164"/>
                    </a:lnTo>
                    <a:lnTo>
                      <a:pt x="192" y="1164"/>
                    </a:lnTo>
                    <a:lnTo>
                      <a:pt x="19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38"/>
              <p:cNvSpPr/>
              <p:nvPr/>
            </p:nvSpPr>
            <p:spPr>
              <a:xfrm>
                <a:off x="6986016" y="1276224"/>
                <a:ext cx="8081" cy="21856"/>
              </a:xfrm>
              <a:custGeom>
                <a:avLst/>
                <a:gdLst/>
                <a:ahLst/>
                <a:cxnLst/>
                <a:rect l="l" t="t" r="r" b="b"/>
                <a:pathLst>
                  <a:path w="332" h="904" extrusionOk="0">
                    <a:moveTo>
                      <a:pt x="1" y="1"/>
                    </a:moveTo>
                    <a:lnTo>
                      <a:pt x="1" y="903"/>
                    </a:lnTo>
                    <a:lnTo>
                      <a:pt x="332" y="903"/>
                    </a:lnTo>
                    <a:lnTo>
                      <a:pt x="3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38"/>
              <p:cNvSpPr/>
              <p:nvPr/>
            </p:nvSpPr>
            <p:spPr>
              <a:xfrm>
                <a:off x="6997991" y="1276224"/>
                <a:ext cx="8081" cy="21856"/>
              </a:xfrm>
              <a:custGeom>
                <a:avLst/>
                <a:gdLst/>
                <a:ahLst/>
                <a:cxnLst/>
                <a:rect l="l" t="t" r="r" b="b"/>
                <a:pathLst>
                  <a:path w="332" h="904" extrusionOk="0">
                    <a:moveTo>
                      <a:pt x="0" y="1"/>
                    </a:moveTo>
                    <a:lnTo>
                      <a:pt x="0" y="903"/>
                    </a:lnTo>
                    <a:lnTo>
                      <a:pt x="331" y="903"/>
                    </a:lnTo>
                    <a:lnTo>
                      <a:pt x="33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38"/>
              <p:cNvSpPr/>
              <p:nvPr/>
            </p:nvSpPr>
            <p:spPr>
              <a:xfrm>
                <a:off x="7009942" y="1276224"/>
                <a:ext cx="8081" cy="21856"/>
              </a:xfrm>
              <a:custGeom>
                <a:avLst/>
                <a:gdLst/>
                <a:ahLst/>
                <a:cxnLst/>
                <a:rect l="l" t="t" r="r" b="b"/>
                <a:pathLst>
                  <a:path w="332" h="904" extrusionOk="0">
                    <a:moveTo>
                      <a:pt x="1" y="1"/>
                    </a:moveTo>
                    <a:lnTo>
                      <a:pt x="1" y="903"/>
                    </a:lnTo>
                    <a:lnTo>
                      <a:pt x="332" y="903"/>
                    </a:lnTo>
                    <a:lnTo>
                      <a:pt x="33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38"/>
              <p:cNvSpPr/>
              <p:nvPr/>
            </p:nvSpPr>
            <p:spPr>
              <a:xfrm>
                <a:off x="7021674" y="1276224"/>
                <a:ext cx="8324" cy="21856"/>
              </a:xfrm>
              <a:custGeom>
                <a:avLst/>
                <a:gdLst/>
                <a:ahLst/>
                <a:cxnLst/>
                <a:rect l="l" t="t" r="r" b="b"/>
                <a:pathLst>
                  <a:path w="342" h="904" extrusionOk="0">
                    <a:moveTo>
                      <a:pt x="0" y="1"/>
                    </a:moveTo>
                    <a:lnTo>
                      <a:pt x="0" y="903"/>
                    </a:lnTo>
                    <a:lnTo>
                      <a:pt x="341" y="903"/>
                    </a:lnTo>
                    <a:lnTo>
                      <a:pt x="34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38"/>
              <p:cNvSpPr/>
              <p:nvPr/>
            </p:nvSpPr>
            <p:spPr>
              <a:xfrm>
                <a:off x="7041195" y="1287152"/>
                <a:ext cx="8324" cy="12862"/>
              </a:xfrm>
              <a:custGeom>
                <a:avLst/>
                <a:gdLst/>
                <a:ahLst/>
                <a:cxnLst/>
                <a:rect l="l" t="t" r="r" b="b"/>
                <a:pathLst>
                  <a:path w="342" h="532" extrusionOk="0">
                    <a:moveTo>
                      <a:pt x="1" y="0"/>
                    </a:moveTo>
                    <a:lnTo>
                      <a:pt x="1" y="532"/>
                    </a:lnTo>
                    <a:lnTo>
                      <a:pt x="342" y="532"/>
                    </a:lnTo>
                    <a:lnTo>
                      <a:pt x="3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38"/>
              <p:cNvSpPr/>
              <p:nvPr/>
            </p:nvSpPr>
            <p:spPr>
              <a:xfrm>
                <a:off x="7054874" y="1287152"/>
                <a:ext cx="8324" cy="12862"/>
              </a:xfrm>
              <a:custGeom>
                <a:avLst/>
                <a:gdLst/>
                <a:ahLst/>
                <a:cxnLst/>
                <a:rect l="l" t="t" r="r" b="b"/>
                <a:pathLst>
                  <a:path w="342" h="532" extrusionOk="0">
                    <a:moveTo>
                      <a:pt x="1" y="0"/>
                    </a:moveTo>
                    <a:lnTo>
                      <a:pt x="1" y="532"/>
                    </a:lnTo>
                    <a:lnTo>
                      <a:pt x="342" y="532"/>
                    </a:lnTo>
                    <a:lnTo>
                      <a:pt x="34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38"/>
              <p:cNvSpPr/>
              <p:nvPr/>
            </p:nvSpPr>
            <p:spPr>
              <a:xfrm>
                <a:off x="7068796" y="1287152"/>
                <a:ext cx="8081" cy="12862"/>
              </a:xfrm>
              <a:custGeom>
                <a:avLst/>
                <a:gdLst/>
                <a:ahLst/>
                <a:cxnLst/>
                <a:rect l="l" t="t" r="r" b="b"/>
                <a:pathLst>
                  <a:path w="332" h="532" extrusionOk="0">
                    <a:moveTo>
                      <a:pt x="0" y="0"/>
                    </a:moveTo>
                    <a:lnTo>
                      <a:pt x="0" y="532"/>
                    </a:lnTo>
                    <a:lnTo>
                      <a:pt x="331" y="532"/>
                    </a:lnTo>
                    <a:lnTo>
                      <a:pt x="3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38"/>
              <p:cNvSpPr/>
              <p:nvPr/>
            </p:nvSpPr>
            <p:spPr>
              <a:xfrm>
                <a:off x="6727477" y="1355284"/>
                <a:ext cx="173861" cy="11920"/>
              </a:xfrm>
              <a:custGeom>
                <a:avLst/>
                <a:gdLst/>
                <a:ahLst/>
                <a:cxnLst/>
                <a:rect l="l" t="t" r="r" b="b"/>
                <a:pathLst>
                  <a:path w="7143" h="493" extrusionOk="0">
                    <a:moveTo>
                      <a:pt x="1" y="1"/>
                    </a:moveTo>
                    <a:lnTo>
                      <a:pt x="1" y="61"/>
                    </a:lnTo>
                    <a:lnTo>
                      <a:pt x="1" y="492"/>
                    </a:lnTo>
                    <a:lnTo>
                      <a:pt x="51" y="492"/>
                    </a:lnTo>
                    <a:lnTo>
                      <a:pt x="51" y="61"/>
                    </a:lnTo>
                    <a:lnTo>
                      <a:pt x="703" y="61"/>
                    </a:lnTo>
                    <a:lnTo>
                      <a:pt x="703" y="492"/>
                    </a:lnTo>
                    <a:lnTo>
                      <a:pt x="763" y="492"/>
                    </a:lnTo>
                    <a:lnTo>
                      <a:pt x="763" y="61"/>
                    </a:lnTo>
                    <a:lnTo>
                      <a:pt x="1415" y="61"/>
                    </a:lnTo>
                    <a:lnTo>
                      <a:pt x="1415" y="492"/>
                    </a:lnTo>
                    <a:lnTo>
                      <a:pt x="1475" y="492"/>
                    </a:lnTo>
                    <a:lnTo>
                      <a:pt x="1475" y="61"/>
                    </a:lnTo>
                    <a:lnTo>
                      <a:pt x="2127" y="61"/>
                    </a:lnTo>
                    <a:lnTo>
                      <a:pt x="2127" y="492"/>
                    </a:lnTo>
                    <a:lnTo>
                      <a:pt x="2177" y="492"/>
                    </a:lnTo>
                    <a:lnTo>
                      <a:pt x="2177" y="61"/>
                    </a:lnTo>
                    <a:lnTo>
                      <a:pt x="2247" y="61"/>
                    </a:lnTo>
                    <a:lnTo>
                      <a:pt x="2247" y="472"/>
                    </a:lnTo>
                    <a:lnTo>
                      <a:pt x="2418" y="472"/>
                    </a:lnTo>
                    <a:lnTo>
                      <a:pt x="2418" y="61"/>
                    </a:lnTo>
                    <a:lnTo>
                      <a:pt x="2829" y="61"/>
                    </a:lnTo>
                    <a:lnTo>
                      <a:pt x="2829" y="492"/>
                    </a:lnTo>
                    <a:lnTo>
                      <a:pt x="2889" y="492"/>
                    </a:lnTo>
                    <a:lnTo>
                      <a:pt x="2889" y="61"/>
                    </a:lnTo>
                    <a:lnTo>
                      <a:pt x="3541" y="61"/>
                    </a:lnTo>
                    <a:lnTo>
                      <a:pt x="3541" y="492"/>
                    </a:lnTo>
                    <a:lnTo>
                      <a:pt x="3602" y="492"/>
                    </a:lnTo>
                    <a:lnTo>
                      <a:pt x="3602" y="61"/>
                    </a:lnTo>
                    <a:lnTo>
                      <a:pt x="3782" y="61"/>
                    </a:lnTo>
                    <a:lnTo>
                      <a:pt x="3782" y="472"/>
                    </a:lnTo>
                    <a:lnTo>
                      <a:pt x="3943" y="472"/>
                    </a:lnTo>
                    <a:lnTo>
                      <a:pt x="3943" y="61"/>
                    </a:lnTo>
                    <a:lnTo>
                      <a:pt x="4254" y="61"/>
                    </a:lnTo>
                    <a:lnTo>
                      <a:pt x="4254" y="492"/>
                    </a:lnTo>
                    <a:lnTo>
                      <a:pt x="4304" y="492"/>
                    </a:lnTo>
                    <a:lnTo>
                      <a:pt x="4304" y="61"/>
                    </a:lnTo>
                    <a:lnTo>
                      <a:pt x="4956" y="61"/>
                    </a:lnTo>
                    <a:lnTo>
                      <a:pt x="4956" y="492"/>
                    </a:lnTo>
                    <a:lnTo>
                      <a:pt x="5016" y="492"/>
                    </a:lnTo>
                    <a:lnTo>
                      <a:pt x="5016" y="61"/>
                    </a:lnTo>
                    <a:lnTo>
                      <a:pt x="5668" y="61"/>
                    </a:lnTo>
                    <a:lnTo>
                      <a:pt x="5668" y="492"/>
                    </a:lnTo>
                    <a:lnTo>
                      <a:pt x="5728" y="492"/>
                    </a:lnTo>
                    <a:lnTo>
                      <a:pt x="5728" y="61"/>
                    </a:lnTo>
                    <a:lnTo>
                      <a:pt x="6380" y="61"/>
                    </a:lnTo>
                    <a:lnTo>
                      <a:pt x="6380" y="492"/>
                    </a:lnTo>
                    <a:lnTo>
                      <a:pt x="6430" y="492"/>
                    </a:lnTo>
                    <a:lnTo>
                      <a:pt x="6430" y="61"/>
                    </a:lnTo>
                    <a:lnTo>
                      <a:pt x="7082" y="61"/>
                    </a:lnTo>
                    <a:lnTo>
                      <a:pt x="7082" y="492"/>
                    </a:lnTo>
                    <a:lnTo>
                      <a:pt x="7142" y="492"/>
                    </a:lnTo>
                    <a:lnTo>
                      <a:pt x="714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38"/>
              <p:cNvSpPr/>
              <p:nvPr/>
            </p:nvSpPr>
            <p:spPr>
              <a:xfrm>
                <a:off x="7031435" y="1285194"/>
                <a:ext cx="9054" cy="18230"/>
              </a:xfrm>
              <a:custGeom>
                <a:avLst/>
                <a:gdLst/>
                <a:ahLst/>
                <a:cxnLst/>
                <a:rect l="l" t="t" r="r" b="b"/>
                <a:pathLst>
                  <a:path w="372" h="754" extrusionOk="0">
                    <a:moveTo>
                      <a:pt x="1" y="1"/>
                    </a:moveTo>
                    <a:lnTo>
                      <a:pt x="1" y="753"/>
                    </a:lnTo>
                    <a:lnTo>
                      <a:pt x="372" y="753"/>
                    </a:lnTo>
                    <a:lnTo>
                      <a:pt x="3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38"/>
              <p:cNvSpPr/>
              <p:nvPr/>
            </p:nvSpPr>
            <p:spPr>
              <a:xfrm>
                <a:off x="7050468" y="1285194"/>
                <a:ext cx="9079" cy="18230"/>
              </a:xfrm>
              <a:custGeom>
                <a:avLst/>
                <a:gdLst/>
                <a:ahLst/>
                <a:cxnLst/>
                <a:rect l="l" t="t" r="r" b="b"/>
                <a:pathLst>
                  <a:path w="373" h="754" extrusionOk="0">
                    <a:moveTo>
                      <a:pt x="1" y="1"/>
                    </a:moveTo>
                    <a:lnTo>
                      <a:pt x="1" y="753"/>
                    </a:lnTo>
                    <a:lnTo>
                      <a:pt x="372" y="753"/>
                    </a:lnTo>
                    <a:lnTo>
                      <a:pt x="3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38"/>
              <p:cNvSpPr/>
              <p:nvPr/>
            </p:nvSpPr>
            <p:spPr>
              <a:xfrm>
                <a:off x="7069527" y="1285194"/>
                <a:ext cx="9054" cy="18230"/>
              </a:xfrm>
              <a:custGeom>
                <a:avLst/>
                <a:gdLst/>
                <a:ahLst/>
                <a:cxnLst/>
                <a:rect l="l" t="t" r="r" b="b"/>
                <a:pathLst>
                  <a:path w="372" h="754" extrusionOk="0">
                    <a:moveTo>
                      <a:pt x="0" y="1"/>
                    </a:moveTo>
                    <a:lnTo>
                      <a:pt x="0" y="753"/>
                    </a:lnTo>
                    <a:lnTo>
                      <a:pt x="371" y="753"/>
                    </a:lnTo>
                    <a:lnTo>
                      <a:pt x="37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38"/>
              <p:cNvSpPr/>
              <p:nvPr/>
            </p:nvSpPr>
            <p:spPr>
              <a:xfrm>
                <a:off x="7088561" y="1285194"/>
                <a:ext cx="9054" cy="18230"/>
              </a:xfrm>
              <a:custGeom>
                <a:avLst/>
                <a:gdLst/>
                <a:ahLst/>
                <a:cxnLst/>
                <a:rect l="l" t="t" r="r" b="b"/>
                <a:pathLst>
                  <a:path w="372" h="754" extrusionOk="0">
                    <a:moveTo>
                      <a:pt x="1" y="1"/>
                    </a:moveTo>
                    <a:lnTo>
                      <a:pt x="1" y="753"/>
                    </a:lnTo>
                    <a:lnTo>
                      <a:pt x="372" y="753"/>
                    </a:lnTo>
                    <a:lnTo>
                      <a:pt x="3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38"/>
              <p:cNvSpPr/>
              <p:nvPr/>
            </p:nvSpPr>
            <p:spPr>
              <a:xfrm>
                <a:off x="7114945" y="1259493"/>
                <a:ext cx="7326" cy="9478"/>
              </a:xfrm>
              <a:custGeom>
                <a:avLst/>
                <a:gdLst/>
                <a:ahLst/>
                <a:cxnLst/>
                <a:rect l="l" t="t" r="r" b="b"/>
                <a:pathLst>
                  <a:path w="301" h="392" extrusionOk="0">
                    <a:moveTo>
                      <a:pt x="0" y="1"/>
                    </a:moveTo>
                    <a:lnTo>
                      <a:pt x="0" y="392"/>
                    </a:lnTo>
                    <a:lnTo>
                      <a:pt x="301" y="392"/>
                    </a:lnTo>
                    <a:lnTo>
                      <a:pt x="3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 name="Google Shape;440;p38"/>
              <p:cNvSpPr/>
              <p:nvPr/>
            </p:nvSpPr>
            <p:spPr>
              <a:xfrm>
                <a:off x="7102970" y="1259493"/>
                <a:ext cx="7351" cy="9478"/>
              </a:xfrm>
              <a:custGeom>
                <a:avLst/>
                <a:gdLst/>
                <a:ahLst/>
                <a:cxnLst/>
                <a:rect l="l" t="t" r="r" b="b"/>
                <a:pathLst>
                  <a:path w="302" h="392" extrusionOk="0">
                    <a:moveTo>
                      <a:pt x="1" y="1"/>
                    </a:moveTo>
                    <a:lnTo>
                      <a:pt x="1" y="392"/>
                    </a:lnTo>
                    <a:lnTo>
                      <a:pt x="301" y="392"/>
                    </a:lnTo>
                    <a:lnTo>
                      <a:pt x="30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38"/>
              <p:cNvSpPr/>
              <p:nvPr/>
            </p:nvSpPr>
            <p:spPr>
              <a:xfrm>
                <a:off x="7291946" y="1253908"/>
                <a:ext cx="11002" cy="79326"/>
              </a:xfrm>
              <a:custGeom>
                <a:avLst/>
                <a:gdLst/>
                <a:ahLst/>
                <a:cxnLst/>
                <a:rect l="l" t="t" r="r" b="b"/>
                <a:pathLst>
                  <a:path w="452" h="3281" extrusionOk="0">
                    <a:moveTo>
                      <a:pt x="0" y="1"/>
                    </a:moveTo>
                    <a:lnTo>
                      <a:pt x="0" y="3281"/>
                    </a:lnTo>
                    <a:lnTo>
                      <a:pt x="452" y="3281"/>
                    </a:lnTo>
                    <a:lnTo>
                      <a:pt x="4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38"/>
              <p:cNvSpPr/>
              <p:nvPr/>
            </p:nvSpPr>
            <p:spPr>
              <a:xfrm>
                <a:off x="7284619" y="1291262"/>
                <a:ext cx="24437" cy="18689"/>
              </a:xfrm>
              <a:custGeom>
                <a:avLst/>
                <a:gdLst/>
                <a:ahLst/>
                <a:cxnLst/>
                <a:rect l="l" t="t" r="r" b="b"/>
                <a:pathLst>
                  <a:path w="1004" h="773" extrusionOk="0">
                    <a:moveTo>
                      <a:pt x="0" y="1"/>
                    </a:moveTo>
                    <a:lnTo>
                      <a:pt x="0" y="773"/>
                    </a:lnTo>
                    <a:lnTo>
                      <a:pt x="1003" y="773"/>
                    </a:lnTo>
                    <a:lnTo>
                      <a:pt x="100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38"/>
              <p:cNvSpPr/>
              <p:nvPr/>
            </p:nvSpPr>
            <p:spPr>
              <a:xfrm>
                <a:off x="7278510" y="1305092"/>
                <a:ext cx="36169" cy="13612"/>
              </a:xfrm>
              <a:custGeom>
                <a:avLst/>
                <a:gdLst/>
                <a:ahLst/>
                <a:cxnLst/>
                <a:rect l="l" t="t" r="r" b="b"/>
                <a:pathLst>
                  <a:path w="1486" h="563" extrusionOk="0">
                    <a:moveTo>
                      <a:pt x="0" y="0"/>
                    </a:moveTo>
                    <a:lnTo>
                      <a:pt x="0" y="562"/>
                    </a:lnTo>
                    <a:lnTo>
                      <a:pt x="1485" y="562"/>
                    </a:lnTo>
                    <a:lnTo>
                      <a:pt x="148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38"/>
              <p:cNvSpPr/>
              <p:nvPr/>
            </p:nvSpPr>
            <p:spPr>
              <a:xfrm>
                <a:off x="7274104" y="1315996"/>
                <a:ext cx="46173" cy="16755"/>
              </a:xfrm>
              <a:custGeom>
                <a:avLst/>
                <a:gdLst/>
                <a:ahLst/>
                <a:cxnLst/>
                <a:rect l="l" t="t" r="r" b="b"/>
                <a:pathLst>
                  <a:path w="1897" h="693" extrusionOk="0">
                    <a:moveTo>
                      <a:pt x="1" y="1"/>
                    </a:moveTo>
                    <a:lnTo>
                      <a:pt x="1" y="693"/>
                    </a:lnTo>
                    <a:lnTo>
                      <a:pt x="1897" y="693"/>
                    </a:lnTo>
                    <a:lnTo>
                      <a:pt x="189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38"/>
              <p:cNvSpPr/>
              <p:nvPr/>
            </p:nvSpPr>
            <p:spPr>
              <a:xfrm>
                <a:off x="7434018" y="1338312"/>
                <a:ext cx="2239" cy="56043"/>
              </a:xfrm>
              <a:custGeom>
                <a:avLst/>
                <a:gdLst/>
                <a:ahLst/>
                <a:cxnLst/>
                <a:rect l="l" t="t" r="r" b="b"/>
                <a:pathLst>
                  <a:path w="92" h="2318" extrusionOk="0">
                    <a:moveTo>
                      <a:pt x="1" y="0"/>
                    </a:moveTo>
                    <a:lnTo>
                      <a:pt x="1" y="2318"/>
                    </a:lnTo>
                    <a:lnTo>
                      <a:pt x="91" y="2318"/>
                    </a:lnTo>
                    <a:lnTo>
                      <a:pt x="9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38"/>
              <p:cNvSpPr/>
              <p:nvPr/>
            </p:nvSpPr>
            <p:spPr>
              <a:xfrm>
                <a:off x="7451129" y="1338312"/>
                <a:ext cx="2215" cy="56043"/>
              </a:xfrm>
              <a:custGeom>
                <a:avLst/>
                <a:gdLst/>
                <a:ahLst/>
                <a:cxnLst/>
                <a:rect l="l" t="t" r="r" b="b"/>
                <a:pathLst>
                  <a:path w="91" h="2318" extrusionOk="0">
                    <a:moveTo>
                      <a:pt x="0" y="0"/>
                    </a:moveTo>
                    <a:lnTo>
                      <a:pt x="0" y="2318"/>
                    </a:lnTo>
                    <a:lnTo>
                      <a:pt x="90" y="2318"/>
                    </a:lnTo>
                    <a:lnTo>
                      <a:pt x="9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38"/>
              <p:cNvSpPr/>
              <p:nvPr/>
            </p:nvSpPr>
            <p:spPr>
              <a:xfrm>
                <a:off x="7239688" y="1334177"/>
                <a:ext cx="2945" cy="59211"/>
              </a:xfrm>
              <a:custGeom>
                <a:avLst/>
                <a:gdLst/>
                <a:ahLst/>
                <a:cxnLst/>
                <a:rect l="l" t="t" r="r" b="b"/>
                <a:pathLst>
                  <a:path w="121" h="2449" extrusionOk="0">
                    <a:moveTo>
                      <a:pt x="1" y="1"/>
                    </a:moveTo>
                    <a:lnTo>
                      <a:pt x="1" y="2448"/>
                    </a:lnTo>
                    <a:lnTo>
                      <a:pt x="121" y="2448"/>
                    </a:lnTo>
                    <a:lnTo>
                      <a:pt x="1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38"/>
              <p:cNvSpPr/>
              <p:nvPr/>
            </p:nvSpPr>
            <p:spPr>
              <a:xfrm>
                <a:off x="7258235" y="1334177"/>
                <a:ext cx="2969" cy="59211"/>
              </a:xfrm>
              <a:custGeom>
                <a:avLst/>
                <a:gdLst/>
                <a:ahLst/>
                <a:cxnLst/>
                <a:rect l="l" t="t" r="r" b="b"/>
                <a:pathLst>
                  <a:path w="122" h="2449" extrusionOk="0">
                    <a:moveTo>
                      <a:pt x="1" y="1"/>
                    </a:moveTo>
                    <a:lnTo>
                      <a:pt x="1" y="2448"/>
                    </a:lnTo>
                    <a:lnTo>
                      <a:pt x="121" y="2448"/>
                    </a:lnTo>
                    <a:lnTo>
                      <a:pt x="12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9" name="Google Shape;449;p38"/>
              <p:cNvGrpSpPr/>
              <p:nvPr/>
            </p:nvGrpSpPr>
            <p:grpSpPr>
              <a:xfrm>
                <a:off x="7313900" y="1294913"/>
                <a:ext cx="175564" cy="11170"/>
                <a:chOff x="7313900" y="1294913"/>
                <a:chExt cx="175564" cy="11170"/>
              </a:xfrm>
            </p:grpSpPr>
            <p:sp>
              <p:nvSpPr>
                <p:cNvPr id="450" name="Google Shape;450;p38"/>
                <p:cNvSpPr/>
                <p:nvPr/>
              </p:nvSpPr>
              <p:spPr>
                <a:xfrm>
                  <a:off x="7313900" y="1294913"/>
                  <a:ext cx="175564" cy="2925"/>
                </a:xfrm>
                <a:custGeom>
                  <a:avLst/>
                  <a:gdLst/>
                  <a:ahLst/>
                  <a:cxnLst/>
                  <a:rect l="l" t="t" r="r" b="b"/>
                  <a:pathLst>
                    <a:path w="7213" h="121" extrusionOk="0">
                      <a:moveTo>
                        <a:pt x="1" y="0"/>
                      </a:moveTo>
                      <a:lnTo>
                        <a:pt x="1" y="120"/>
                      </a:lnTo>
                      <a:lnTo>
                        <a:pt x="7213" y="120"/>
                      </a:lnTo>
                      <a:lnTo>
                        <a:pt x="72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38"/>
                <p:cNvSpPr/>
                <p:nvPr/>
              </p:nvSpPr>
              <p:spPr>
                <a:xfrm>
                  <a:off x="7320983" y="1294913"/>
                  <a:ext cx="1752" cy="11170"/>
                </a:xfrm>
                <a:custGeom>
                  <a:avLst/>
                  <a:gdLst/>
                  <a:ahLst/>
                  <a:cxnLst/>
                  <a:rect l="l" t="t" r="r" b="b"/>
                  <a:pathLst>
                    <a:path w="72" h="462" extrusionOk="0">
                      <a:moveTo>
                        <a:pt x="1" y="0"/>
                      </a:moveTo>
                      <a:lnTo>
                        <a:pt x="1" y="461"/>
                      </a:lnTo>
                      <a:lnTo>
                        <a:pt x="71" y="461"/>
                      </a:lnTo>
                      <a:lnTo>
                        <a:pt x="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38"/>
                <p:cNvSpPr/>
                <p:nvPr/>
              </p:nvSpPr>
              <p:spPr>
                <a:xfrm>
                  <a:off x="7341502" y="1294913"/>
                  <a:ext cx="1728" cy="11170"/>
                </a:xfrm>
                <a:custGeom>
                  <a:avLst/>
                  <a:gdLst/>
                  <a:ahLst/>
                  <a:cxnLst/>
                  <a:rect l="l" t="t" r="r" b="b"/>
                  <a:pathLst>
                    <a:path w="71" h="462" extrusionOk="0">
                      <a:moveTo>
                        <a:pt x="0" y="0"/>
                      </a:moveTo>
                      <a:lnTo>
                        <a:pt x="0" y="461"/>
                      </a:lnTo>
                      <a:lnTo>
                        <a:pt x="71" y="461"/>
                      </a:lnTo>
                      <a:lnTo>
                        <a:pt x="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38"/>
                <p:cNvSpPr/>
                <p:nvPr/>
              </p:nvSpPr>
              <p:spPr>
                <a:xfrm>
                  <a:off x="7362240" y="1294913"/>
                  <a:ext cx="1752" cy="11170"/>
                </a:xfrm>
                <a:custGeom>
                  <a:avLst/>
                  <a:gdLst/>
                  <a:ahLst/>
                  <a:cxnLst/>
                  <a:rect l="l" t="t" r="r" b="b"/>
                  <a:pathLst>
                    <a:path w="72" h="462" extrusionOk="0">
                      <a:moveTo>
                        <a:pt x="1" y="0"/>
                      </a:moveTo>
                      <a:lnTo>
                        <a:pt x="1" y="461"/>
                      </a:lnTo>
                      <a:lnTo>
                        <a:pt x="71" y="461"/>
                      </a:lnTo>
                      <a:lnTo>
                        <a:pt x="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38"/>
                <p:cNvSpPr/>
                <p:nvPr/>
              </p:nvSpPr>
              <p:spPr>
                <a:xfrm>
                  <a:off x="7382758" y="1294913"/>
                  <a:ext cx="1728" cy="11170"/>
                </a:xfrm>
                <a:custGeom>
                  <a:avLst/>
                  <a:gdLst/>
                  <a:ahLst/>
                  <a:cxnLst/>
                  <a:rect l="l" t="t" r="r" b="b"/>
                  <a:pathLst>
                    <a:path w="71" h="462" extrusionOk="0">
                      <a:moveTo>
                        <a:pt x="1" y="0"/>
                      </a:moveTo>
                      <a:lnTo>
                        <a:pt x="1" y="461"/>
                      </a:lnTo>
                      <a:lnTo>
                        <a:pt x="71" y="461"/>
                      </a:lnTo>
                      <a:lnTo>
                        <a:pt x="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38"/>
                <p:cNvSpPr/>
                <p:nvPr/>
              </p:nvSpPr>
              <p:spPr>
                <a:xfrm>
                  <a:off x="7403277" y="1294913"/>
                  <a:ext cx="1972" cy="11170"/>
                </a:xfrm>
                <a:custGeom>
                  <a:avLst/>
                  <a:gdLst/>
                  <a:ahLst/>
                  <a:cxnLst/>
                  <a:rect l="l" t="t" r="r" b="b"/>
                  <a:pathLst>
                    <a:path w="81" h="462" extrusionOk="0">
                      <a:moveTo>
                        <a:pt x="0" y="0"/>
                      </a:moveTo>
                      <a:lnTo>
                        <a:pt x="0" y="461"/>
                      </a:lnTo>
                      <a:lnTo>
                        <a:pt x="80" y="461"/>
                      </a:lnTo>
                      <a:lnTo>
                        <a:pt x="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38"/>
                <p:cNvSpPr/>
                <p:nvPr/>
              </p:nvSpPr>
              <p:spPr>
                <a:xfrm>
                  <a:off x="7424014" y="1294913"/>
                  <a:ext cx="1728" cy="11170"/>
                </a:xfrm>
                <a:custGeom>
                  <a:avLst/>
                  <a:gdLst/>
                  <a:ahLst/>
                  <a:cxnLst/>
                  <a:rect l="l" t="t" r="r" b="b"/>
                  <a:pathLst>
                    <a:path w="71" h="462" extrusionOk="0">
                      <a:moveTo>
                        <a:pt x="1" y="0"/>
                      </a:moveTo>
                      <a:lnTo>
                        <a:pt x="1" y="461"/>
                      </a:lnTo>
                      <a:lnTo>
                        <a:pt x="71" y="461"/>
                      </a:lnTo>
                      <a:lnTo>
                        <a:pt x="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38"/>
                <p:cNvSpPr/>
                <p:nvPr/>
              </p:nvSpPr>
              <p:spPr>
                <a:xfrm>
                  <a:off x="7444533" y="1294913"/>
                  <a:ext cx="1972" cy="11170"/>
                </a:xfrm>
                <a:custGeom>
                  <a:avLst/>
                  <a:gdLst/>
                  <a:ahLst/>
                  <a:cxnLst/>
                  <a:rect l="l" t="t" r="r" b="b"/>
                  <a:pathLst>
                    <a:path w="81" h="462" extrusionOk="0">
                      <a:moveTo>
                        <a:pt x="0" y="0"/>
                      </a:moveTo>
                      <a:lnTo>
                        <a:pt x="0" y="461"/>
                      </a:lnTo>
                      <a:lnTo>
                        <a:pt x="80" y="461"/>
                      </a:lnTo>
                      <a:lnTo>
                        <a:pt x="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38"/>
                <p:cNvSpPr/>
                <p:nvPr/>
              </p:nvSpPr>
              <p:spPr>
                <a:xfrm>
                  <a:off x="7465271" y="1294913"/>
                  <a:ext cx="1752" cy="11170"/>
                </a:xfrm>
                <a:custGeom>
                  <a:avLst/>
                  <a:gdLst/>
                  <a:ahLst/>
                  <a:cxnLst/>
                  <a:rect l="l" t="t" r="r" b="b"/>
                  <a:pathLst>
                    <a:path w="72" h="462" extrusionOk="0">
                      <a:moveTo>
                        <a:pt x="1" y="0"/>
                      </a:moveTo>
                      <a:lnTo>
                        <a:pt x="1" y="461"/>
                      </a:lnTo>
                      <a:lnTo>
                        <a:pt x="71" y="461"/>
                      </a:lnTo>
                      <a:lnTo>
                        <a:pt x="7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9" name="Google Shape;459;p38"/>
              <p:cNvSpPr/>
              <p:nvPr/>
            </p:nvSpPr>
            <p:spPr>
              <a:xfrm>
                <a:off x="7272887" y="1391188"/>
                <a:ext cx="343291" cy="2200"/>
              </a:xfrm>
              <a:custGeom>
                <a:avLst/>
                <a:gdLst/>
                <a:ahLst/>
                <a:cxnLst/>
                <a:rect l="l" t="t" r="r" b="b"/>
                <a:pathLst>
                  <a:path w="14104" h="91" extrusionOk="0">
                    <a:moveTo>
                      <a:pt x="1" y="0"/>
                    </a:moveTo>
                    <a:lnTo>
                      <a:pt x="1" y="90"/>
                    </a:lnTo>
                    <a:lnTo>
                      <a:pt x="14104" y="90"/>
                    </a:lnTo>
                    <a:lnTo>
                      <a:pt x="1410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38"/>
              <p:cNvSpPr/>
              <p:nvPr/>
            </p:nvSpPr>
            <p:spPr>
              <a:xfrm>
                <a:off x="7822947" y="1370806"/>
                <a:ext cx="111842" cy="1717"/>
              </a:xfrm>
              <a:custGeom>
                <a:avLst/>
                <a:gdLst/>
                <a:ahLst/>
                <a:cxnLst/>
                <a:rect l="l" t="t" r="r" b="b"/>
                <a:pathLst>
                  <a:path w="4595" h="71" extrusionOk="0">
                    <a:moveTo>
                      <a:pt x="1" y="1"/>
                    </a:moveTo>
                    <a:lnTo>
                      <a:pt x="1" y="71"/>
                    </a:lnTo>
                    <a:lnTo>
                      <a:pt x="4595" y="71"/>
                    </a:lnTo>
                    <a:lnTo>
                      <a:pt x="459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38"/>
              <p:cNvSpPr/>
              <p:nvPr/>
            </p:nvSpPr>
            <p:spPr>
              <a:xfrm>
                <a:off x="7839547" y="1367663"/>
                <a:ext cx="24924" cy="7785"/>
              </a:xfrm>
              <a:custGeom>
                <a:avLst/>
                <a:gdLst/>
                <a:ahLst/>
                <a:cxnLst/>
                <a:rect l="l" t="t" r="r" b="b"/>
                <a:pathLst>
                  <a:path w="1024" h="322" extrusionOk="0">
                    <a:moveTo>
                      <a:pt x="1" y="0"/>
                    </a:moveTo>
                    <a:lnTo>
                      <a:pt x="1" y="321"/>
                    </a:lnTo>
                    <a:lnTo>
                      <a:pt x="1024" y="321"/>
                    </a:lnTo>
                    <a:lnTo>
                      <a:pt x="102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38"/>
              <p:cNvSpPr/>
              <p:nvPr/>
            </p:nvSpPr>
            <p:spPr>
              <a:xfrm>
                <a:off x="7810047" y="1360386"/>
                <a:ext cx="48339" cy="31552"/>
              </a:xfrm>
              <a:custGeom>
                <a:avLst/>
                <a:gdLst/>
                <a:ahLst/>
                <a:cxnLst/>
                <a:rect l="l" t="t" r="r" b="b"/>
                <a:pathLst>
                  <a:path w="1986" h="1305" extrusionOk="0">
                    <a:moveTo>
                      <a:pt x="635" y="0"/>
                    </a:moveTo>
                    <a:cubicBezTo>
                      <a:pt x="272" y="0"/>
                      <a:pt x="1" y="346"/>
                      <a:pt x="109" y="702"/>
                    </a:cubicBezTo>
                    <a:cubicBezTo>
                      <a:pt x="169" y="963"/>
                      <a:pt x="350" y="1184"/>
                      <a:pt x="591" y="1304"/>
                    </a:cubicBezTo>
                    <a:lnTo>
                      <a:pt x="1694" y="1304"/>
                    </a:lnTo>
                    <a:cubicBezTo>
                      <a:pt x="1895" y="1174"/>
                      <a:pt x="1985" y="923"/>
                      <a:pt x="1925" y="702"/>
                    </a:cubicBezTo>
                    <a:cubicBezTo>
                      <a:pt x="1845" y="311"/>
                      <a:pt x="1754" y="0"/>
                      <a:pt x="1363" y="0"/>
                    </a:cubicBezTo>
                    <a:lnTo>
                      <a:pt x="651" y="0"/>
                    </a:lnTo>
                    <a:cubicBezTo>
                      <a:pt x="646" y="0"/>
                      <a:pt x="641" y="0"/>
                      <a:pt x="63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38"/>
              <p:cNvSpPr/>
              <p:nvPr/>
            </p:nvSpPr>
            <p:spPr>
              <a:xfrm>
                <a:off x="6537040" y="1385119"/>
                <a:ext cx="688019" cy="87571"/>
              </a:xfrm>
              <a:custGeom>
                <a:avLst/>
                <a:gdLst/>
                <a:ahLst/>
                <a:cxnLst/>
                <a:rect l="l" t="t" r="r" b="b"/>
                <a:pathLst>
                  <a:path w="28267" h="3622" extrusionOk="0">
                    <a:moveTo>
                      <a:pt x="1" y="0"/>
                    </a:moveTo>
                    <a:lnTo>
                      <a:pt x="1" y="3621"/>
                    </a:lnTo>
                    <a:lnTo>
                      <a:pt x="28267" y="3621"/>
                    </a:lnTo>
                    <a:lnTo>
                      <a:pt x="282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38"/>
              <p:cNvSpPr/>
              <p:nvPr/>
            </p:nvSpPr>
            <p:spPr>
              <a:xfrm>
                <a:off x="6374936" y="1364738"/>
                <a:ext cx="1783002" cy="102368"/>
              </a:xfrm>
              <a:custGeom>
                <a:avLst/>
                <a:gdLst/>
                <a:ahLst/>
                <a:cxnLst/>
                <a:rect l="l" t="t" r="r" b="b"/>
                <a:pathLst>
                  <a:path w="73254" h="4234" extrusionOk="0">
                    <a:moveTo>
                      <a:pt x="73253" y="1"/>
                    </a:moveTo>
                    <a:lnTo>
                      <a:pt x="60124" y="603"/>
                    </a:lnTo>
                    <a:lnTo>
                      <a:pt x="59572" y="1215"/>
                    </a:lnTo>
                    <a:lnTo>
                      <a:pt x="9600" y="1215"/>
                    </a:lnTo>
                    <a:cubicBezTo>
                      <a:pt x="9299" y="1937"/>
                      <a:pt x="7844" y="2478"/>
                      <a:pt x="6099" y="2478"/>
                    </a:cubicBezTo>
                    <a:lnTo>
                      <a:pt x="0" y="2478"/>
                    </a:lnTo>
                    <a:lnTo>
                      <a:pt x="231" y="4234"/>
                    </a:lnTo>
                    <a:lnTo>
                      <a:pt x="69472" y="4234"/>
                    </a:lnTo>
                    <a:lnTo>
                      <a:pt x="732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38"/>
              <p:cNvSpPr/>
              <p:nvPr/>
            </p:nvSpPr>
            <p:spPr>
              <a:xfrm>
                <a:off x="6379828" y="1465147"/>
                <a:ext cx="1685813" cy="99466"/>
              </a:xfrm>
              <a:custGeom>
                <a:avLst/>
                <a:gdLst/>
                <a:ahLst/>
                <a:cxnLst/>
                <a:rect l="l" t="t" r="r" b="b"/>
                <a:pathLst>
                  <a:path w="69261" h="4114" extrusionOk="0">
                    <a:moveTo>
                      <a:pt x="5306" y="1445"/>
                    </a:moveTo>
                    <a:cubicBezTo>
                      <a:pt x="7453" y="1605"/>
                      <a:pt x="10001" y="1796"/>
                      <a:pt x="12488" y="1986"/>
                    </a:cubicBezTo>
                    <a:lnTo>
                      <a:pt x="5306" y="1986"/>
                    </a:lnTo>
                    <a:lnTo>
                      <a:pt x="5306" y="1445"/>
                    </a:lnTo>
                    <a:close/>
                    <a:moveTo>
                      <a:pt x="0" y="0"/>
                    </a:moveTo>
                    <a:lnTo>
                      <a:pt x="60" y="1124"/>
                    </a:lnTo>
                    <a:lnTo>
                      <a:pt x="261" y="1124"/>
                    </a:lnTo>
                    <a:lnTo>
                      <a:pt x="662" y="3050"/>
                    </a:lnTo>
                    <a:lnTo>
                      <a:pt x="1856" y="3050"/>
                    </a:lnTo>
                    <a:lnTo>
                      <a:pt x="2227" y="1234"/>
                    </a:lnTo>
                    <a:cubicBezTo>
                      <a:pt x="2909" y="1274"/>
                      <a:pt x="3701" y="1324"/>
                      <a:pt x="4574" y="1385"/>
                    </a:cubicBezTo>
                    <a:lnTo>
                      <a:pt x="4574" y="1986"/>
                    </a:lnTo>
                    <a:lnTo>
                      <a:pt x="3641" y="1986"/>
                    </a:lnTo>
                    <a:lnTo>
                      <a:pt x="3641" y="2328"/>
                    </a:lnTo>
                    <a:lnTo>
                      <a:pt x="16300" y="2328"/>
                    </a:lnTo>
                    <a:cubicBezTo>
                      <a:pt x="18878" y="2618"/>
                      <a:pt x="19369" y="2919"/>
                      <a:pt x="19369" y="2919"/>
                    </a:cubicBezTo>
                    <a:lnTo>
                      <a:pt x="61026" y="2919"/>
                    </a:lnTo>
                    <a:cubicBezTo>
                      <a:pt x="62410" y="2919"/>
                      <a:pt x="64185" y="4113"/>
                      <a:pt x="66141" y="4113"/>
                    </a:cubicBezTo>
                    <a:cubicBezTo>
                      <a:pt x="66420" y="4113"/>
                      <a:pt x="66673" y="4114"/>
                      <a:pt x="66900" y="4114"/>
                    </a:cubicBezTo>
                    <a:cubicBezTo>
                      <a:pt x="68836" y="4114"/>
                      <a:pt x="68991" y="4058"/>
                      <a:pt x="68398" y="2990"/>
                    </a:cubicBezTo>
                    <a:cubicBezTo>
                      <a:pt x="67736" y="1786"/>
                      <a:pt x="69261" y="0"/>
                      <a:pt x="6926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38"/>
              <p:cNvSpPr/>
              <p:nvPr/>
            </p:nvSpPr>
            <p:spPr>
              <a:xfrm>
                <a:off x="6583919" y="1368147"/>
                <a:ext cx="33224" cy="16755"/>
              </a:xfrm>
              <a:custGeom>
                <a:avLst/>
                <a:gdLst/>
                <a:ahLst/>
                <a:cxnLst/>
                <a:rect l="l" t="t" r="r" b="b"/>
                <a:pathLst>
                  <a:path w="1365" h="693" extrusionOk="0">
                    <a:moveTo>
                      <a:pt x="1" y="0"/>
                    </a:moveTo>
                    <a:lnTo>
                      <a:pt x="1" y="692"/>
                    </a:lnTo>
                    <a:lnTo>
                      <a:pt x="1365" y="692"/>
                    </a:lnTo>
                    <a:lnTo>
                      <a:pt x="13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38"/>
              <p:cNvSpPr/>
              <p:nvPr/>
            </p:nvSpPr>
            <p:spPr>
              <a:xfrm>
                <a:off x="6590029" y="1352625"/>
                <a:ext cx="21273" cy="10445"/>
              </a:xfrm>
              <a:custGeom>
                <a:avLst/>
                <a:gdLst/>
                <a:ahLst/>
                <a:cxnLst/>
                <a:rect l="l" t="t" r="r" b="b"/>
                <a:pathLst>
                  <a:path w="874" h="432" extrusionOk="0">
                    <a:moveTo>
                      <a:pt x="0" y="0"/>
                    </a:moveTo>
                    <a:lnTo>
                      <a:pt x="0" y="432"/>
                    </a:lnTo>
                    <a:lnTo>
                      <a:pt x="873" y="432"/>
                    </a:lnTo>
                    <a:lnTo>
                      <a:pt x="87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38"/>
              <p:cNvSpPr/>
              <p:nvPr/>
            </p:nvSpPr>
            <p:spPr>
              <a:xfrm>
                <a:off x="6579538" y="1367663"/>
                <a:ext cx="42984" cy="7543"/>
              </a:xfrm>
              <a:custGeom>
                <a:avLst/>
                <a:gdLst/>
                <a:ahLst/>
                <a:cxnLst/>
                <a:rect l="l" t="t" r="r" b="b"/>
                <a:pathLst>
                  <a:path w="1766" h="312" extrusionOk="0">
                    <a:moveTo>
                      <a:pt x="0" y="0"/>
                    </a:moveTo>
                    <a:lnTo>
                      <a:pt x="0" y="311"/>
                    </a:lnTo>
                    <a:lnTo>
                      <a:pt x="1765" y="311"/>
                    </a:lnTo>
                    <a:lnTo>
                      <a:pt x="176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38"/>
              <p:cNvSpPr/>
              <p:nvPr/>
            </p:nvSpPr>
            <p:spPr>
              <a:xfrm>
                <a:off x="6384696" y="1393847"/>
                <a:ext cx="22247" cy="31310"/>
              </a:xfrm>
              <a:custGeom>
                <a:avLst/>
                <a:gdLst/>
                <a:ahLst/>
                <a:cxnLst/>
                <a:rect l="l" t="t" r="r" b="b"/>
                <a:pathLst>
                  <a:path w="914" h="1295" extrusionOk="0">
                    <a:moveTo>
                      <a:pt x="1" y="0"/>
                    </a:moveTo>
                    <a:lnTo>
                      <a:pt x="1" y="1294"/>
                    </a:lnTo>
                    <a:lnTo>
                      <a:pt x="913" y="1294"/>
                    </a:lnTo>
                    <a:lnTo>
                      <a:pt x="9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38"/>
              <p:cNvSpPr/>
              <p:nvPr/>
            </p:nvSpPr>
            <p:spPr>
              <a:xfrm>
                <a:off x="6421815" y="1393847"/>
                <a:ext cx="22247" cy="31310"/>
              </a:xfrm>
              <a:custGeom>
                <a:avLst/>
                <a:gdLst/>
                <a:ahLst/>
                <a:cxnLst/>
                <a:rect l="l" t="t" r="r" b="b"/>
                <a:pathLst>
                  <a:path w="914" h="1295" extrusionOk="0">
                    <a:moveTo>
                      <a:pt x="0" y="0"/>
                    </a:moveTo>
                    <a:lnTo>
                      <a:pt x="0" y="1294"/>
                    </a:lnTo>
                    <a:lnTo>
                      <a:pt x="913" y="1294"/>
                    </a:lnTo>
                    <a:lnTo>
                      <a:pt x="91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38"/>
              <p:cNvSpPr/>
              <p:nvPr/>
            </p:nvSpPr>
            <p:spPr>
              <a:xfrm>
                <a:off x="6384696" y="1396990"/>
                <a:ext cx="22247" cy="6335"/>
              </a:xfrm>
              <a:custGeom>
                <a:avLst/>
                <a:gdLst/>
                <a:ahLst/>
                <a:cxnLst/>
                <a:rect l="l" t="t" r="r" b="b"/>
                <a:pathLst>
                  <a:path w="914" h="262" extrusionOk="0">
                    <a:moveTo>
                      <a:pt x="1" y="1"/>
                    </a:moveTo>
                    <a:lnTo>
                      <a:pt x="1" y="262"/>
                    </a:lnTo>
                    <a:lnTo>
                      <a:pt x="913" y="262"/>
                    </a:lnTo>
                    <a:lnTo>
                      <a:pt x="9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38"/>
              <p:cNvSpPr/>
              <p:nvPr/>
            </p:nvSpPr>
            <p:spPr>
              <a:xfrm>
                <a:off x="6448175" y="1403543"/>
                <a:ext cx="63016" cy="1717"/>
              </a:xfrm>
              <a:custGeom>
                <a:avLst/>
                <a:gdLst/>
                <a:ahLst/>
                <a:cxnLst/>
                <a:rect l="l" t="t" r="r" b="b"/>
                <a:pathLst>
                  <a:path w="2589" h="71" extrusionOk="0">
                    <a:moveTo>
                      <a:pt x="1" y="1"/>
                    </a:moveTo>
                    <a:lnTo>
                      <a:pt x="1" y="71"/>
                    </a:lnTo>
                    <a:lnTo>
                      <a:pt x="2589" y="71"/>
                    </a:lnTo>
                    <a:lnTo>
                      <a:pt x="258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38"/>
              <p:cNvSpPr/>
              <p:nvPr/>
            </p:nvSpPr>
            <p:spPr>
              <a:xfrm>
                <a:off x="6469667" y="1400400"/>
                <a:ext cx="24924" cy="7543"/>
              </a:xfrm>
              <a:custGeom>
                <a:avLst/>
                <a:gdLst/>
                <a:ahLst/>
                <a:cxnLst/>
                <a:rect l="l" t="t" r="r" b="b"/>
                <a:pathLst>
                  <a:path w="1024" h="312" extrusionOk="0">
                    <a:moveTo>
                      <a:pt x="0" y="0"/>
                    </a:moveTo>
                    <a:lnTo>
                      <a:pt x="0" y="311"/>
                    </a:lnTo>
                    <a:lnTo>
                      <a:pt x="1023" y="311"/>
                    </a:lnTo>
                    <a:lnTo>
                      <a:pt x="10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38"/>
              <p:cNvSpPr/>
              <p:nvPr/>
            </p:nvSpPr>
            <p:spPr>
              <a:xfrm>
                <a:off x="6475777" y="1393122"/>
                <a:ext cx="48315" cy="31310"/>
              </a:xfrm>
              <a:custGeom>
                <a:avLst/>
                <a:gdLst/>
                <a:ahLst/>
                <a:cxnLst/>
                <a:rect l="l" t="t" r="r" b="b"/>
                <a:pathLst>
                  <a:path w="1985" h="1295" extrusionOk="0">
                    <a:moveTo>
                      <a:pt x="1350" y="0"/>
                    </a:moveTo>
                    <a:cubicBezTo>
                      <a:pt x="1344" y="0"/>
                      <a:pt x="1339" y="0"/>
                      <a:pt x="1334" y="0"/>
                    </a:cubicBezTo>
                    <a:lnTo>
                      <a:pt x="622" y="0"/>
                    </a:lnTo>
                    <a:cubicBezTo>
                      <a:pt x="231" y="0"/>
                      <a:pt x="140" y="311"/>
                      <a:pt x="60" y="692"/>
                    </a:cubicBezTo>
                    <a:cubicBezTo>
                      <a:pt x="0" y="923"/>
                      <a:pt x="90" y="1164"/>
                      <a:pt x="291" y="1294"/>
                    </a:cubicBezTo>
                    <a:lnTo>
                      <a:pt x="1394" y="1294"/>
                    </a:lnTo>
                    <a:cubicBezTo>
                      <a:pt x="1635" y="1184"/>
                      <a:pt x="1816" y="963"/>
                      <a:pt x="1876" y="692"/>
                    </a:cubicBezTo>
                    <a:cubicBezTo>
                      <a:pt x="1985" y="346"/>
                      <a:pt x="1713" y="0"/>
                      <a:pt x="135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38"/>
              <p:cNvSpPr/>
              <p:nvPr/>
            </p:nvSpPr>
            <p:spPr>
              <a:xfrm>
                <a:off x="6421815" y="1396990"/>
                <a:ext cx="22247" cy="6335"/>
              </a:xfrm>
              <a:custGeom>
                <a:avLst/>
                <a:gdLst/>
                <a:ahLst/>
                <a:cxnLst/>
                <a:rect l="l" t="t" r="r" b="b"/>
                <a:pathLst>
                  <a:path w="914" h="262" extrusionOk="0">
                    <a:moveTo>
                      <a:pt x="0" y="1"/>
                    </a:moveTo>
                    <a:lnTo>
                      <a:pt x="0" y="262"/>
                    </a:lnTo>
                    <a:lnTo>
                      <a:pt x="913" y="262"/>
                    </a:lnTo>
                    <a:lnTo>
                      <a:pt x="9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38"/>
              <p:cNvSpPr/>
              <p:nvPr/>
            </p:nvSpPr>
            <p:spPr>
              <a:xfrm>
                <a:off x="6374936" y="1412512"/>
                <a:ext cx="204383" cy="5367"/>
              </a:xfrm>
              <a:custGeom>
                <a:avLst/>
                <a:gdLst/>
                <a:ahLst/>
                <a:cxnLst/>
                <a:rect l="l" t="t" r="r" b="b"/>
                <a:pathLst>
                  <a:path w="8397" h="222" extrusionOk="0">
                    <a:moveTo>
                      <a:pt x="0" y="1"/>
                    </a:moveTo>
                    <a:lnTo>
                      <a:pt x="0" y="222"/>
                    </a:lnTo>
                    <a:lnTo>
                      <a:pt x="8396" y="222"/>
                    </a:lnTo>
                    <a:lnTo>
                      <a:pt x="839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38"/>
              <p:cNvSpPr/>
              <p:nvPr/>
            </p:nvSpPr>
            <p:spPr>
              <a:xfrm>
                <a:off x="6549016" y="1356977"/>
                <a:ext cx="94512" cy="13612"/>
              </a:xfrm>
              <a:custGeom>
                <a:avLst/>
                <a:gdLst/>
                <a:ahLst/>
                <a:cxnLst/>
                <a:rect l="l" t="t" r="r" b="b"/>
                <a:pathLst>
                  <a:path w="3883" h="563" extrusionOk="0">
                    <a:moveTo>
                      <a:pt x="1766" y="1"/>
                    </a:moveTo>
                    <a:cubicBezTo>
                      <a:pt x="592" y="1"/>
                      <a:pt x="0" y="563"/>
                      <a:pt x="532" y="563"/>
                    </a:cubicBezTo>
                    <a:lnTo>
                      <a:pt x="3090" y="563"/>
                    </a:lnTo>
                    <a:cubicBezTo>
                      <a:pt x="3882" y="563"/>
                      <a:pt x="3691" y="31"/>
                      <a:pt x="3551" y="31"/>
                    </a:cubicBezTo>
                    <a:cubicBezTo>
                      <a:pt x="3140" y="31"/>
                      <a:pt x="2819" y="1"/>
                      <a:pt x="1766"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38"/>
              <p:cNvSpPr/>
              <p:nvPr/>
            </p:nvSpPr>
            <p:spPr>
              <a:xfrm>
                <a:off x="7456971" y="1167594"/>
                <a:ext cx="5647" cy="114964"/>
              </a:xfrm>
              <a:custGeom>
                <a:avLst/>
                <a:gdLst/>
                <a:ahLst/>
                <a:cxnLst/>
                <a:rect l="l" t="t" r="r" b="b"/>
                <a:pathLst>
                  <a:path w="232" h="4755" extrusionOk="0">
                    <a:moveTo>
                      <a:pt x="1" y="0"/>
                    </a:moveTo>
                    <a:lnTo>
                      <a:pt x="1" y="4754"/>
                    </a:lnTo>
                    <a:lnTo>
                      <a:pt x="232" y="4754"/>
                    </a:lnTo>
                    <a:lnTo>
                      <a:pt x="2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38"/>
              <p:cNvSpPr/>
              <p:nvPr/>
            </p:nvSpPr>
            <p:spPr>
              <a:xfrm>
                <a:off x="7449644" y="1186743"/>
                <a:ext cx="42279" cy="14095"/>
              </a:xfrm>
              <a:custGeom>
                <a:avLst/>
                <a:gdLst/>
                <a:ahLst/>
                <a:cxnLst/>
                <a:rect l="l" t="t" r="r" b="b"/>
                <a:pathLst>
                  <a:path w="1737" h="583" extrusionOk="0">
                    <a:moveTo>
                      <a:pt x="1" y="0"/>
                    </a:moveTo>
                    <a:lnTo>
                      <a:pt x="1" y="582"/>
                    </a:lnTo>
                    <a:lnTo>
                      <a:pt x="1736" y="582"/>
                    </a:lnTo>
                    <a:lnTo>
                      <a:pt x="173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38"/>
              <p:cNvSpPr/>
              <p:nvPr/>
            </p:nvSpPr>
            <p:spPr>
              <a:xfrm>
                <a:off x="7449644" y="1198856"/>
                <a:ext cx="42279" cy="1983"/>
              </a:xfrm>
              <a:custGeom>
                <a:avLst/>
                <a:gdLst/>
                <a:ahLst/>
                <a:cxnLst/>
                <a:rect l="l" t="t" r="r" b="b"/>
                <a:pathLst>
                  <a:path w="1737" h="82" extrusionOk="0">
                    <a:moveTo>
                      <a:pt x="1" y="1"/>
                    </a:moveTo>
                    <a:lnTo>
                      <a:pt x="1" y="81"/>
                    </a:lnTo>
                    <a:lnTo>
                      <a:pt x="1736" y="81"/>
                    </a:lnTo>
                    <a:lnTo>
                      <a:pt x="17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38"/>
              <p:cNvSpPr/>
              <p:nvPr/>
            </p:nvSpPr>
            <p:spPr>
              <a:xfrm>
                <a:off x="7459673" y="1198856"/>
                <a:ext cx="32251" cy="20164"/>
              </a:xfrm>
              <a:custGeom>
                <a:avLst/>
                <a:gdLst/>
                <a:ahLst/>
                <a:cxnLst/>
                <a:rect l="l" t="t" r="r" b="b"/>
                <a:pathLst>
                  <a:path w="1325" h="834" extrusionOk="0">
                    <a:moveTo>
                      <a:pt x="1324" y="1"/>
                    </a:moveTo>
                    <a:lnTo>
                      <a:pt x="0" y="763"/>
                    </a:lnTo>
                    <a:lnTo>
                      <a:pt x="0" y="833"/>
                    </a:lnTo>
                    <a:lnTo>
                      <a:pt x="1324" y="81"/>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38"/>
              <p:cNvSpPr/>
              <p:nvPr/>
            </p:nvSpPr>
            <p:spPr>
              <a:xfrm>
                <a:off x="7448671" y="1219479"/>
                <a:ext cx="60826" cy="10203"/>
              </a:xfrm>
              <a:custGeom>
                <a:avLst/>
                <a:gdLst/>
                <a:ahLst/>
                <a:cxnLst/>
                <a:rect l="l" t="t" r="r" b="b"/>
                <a:pathLst>
                  <a:path w="2499" h="422" extrusionOk="0">
                    <a:moveTo>
                      <a:pt x="1" y="1"/>
                    </a:moveTo>
                    <a:lnTo>
                      <a:pt x="1" y="422"/>
                    </a:lnTo>
                    <a:lnTo>
                      <a:pt x="2498" y="422"/>
                    </a:lnTo>
                    <a:lnTo>
                      <a:pt x="249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38"/>
              <p:cNvSpPr/>
              <p:nvPr/>
            </p:nvSpPr>
            <p:spPr>
              <a:xfrm>
                <a:off x="7448671" y="1227724"/>
                <a:ext cx="60826" cy="1958"/>
              </a:xfrm>
              <a:custGeom>
                <a:avLst/>
                <a:gdLst/>
                <a:ahLst/>
                <a:cxnLst/>
                <a:rect l="l" t="t" r="r" b="b"/>
                <a:pathLst>
                  <a:path w="2499" h="81" extrusionOk="0">
                    <a:moveTo>
                      <a:pt x="1" y="1"/>
                    </a:moveTo>
                    <a:lnTo>
                      <a:pt x="1" y="81"/>
                    </a:lnTo>
                    <a:lnTo>
                      <a:pt x="2498" y="81"/>
                    </a:lnTo>
                    <a:lnTo>
                      <a:pt x="249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38"/>
              <p:cNvSpPr/>
              <p:nvPr/>
            </p:nvSpPr>
            <p:spPr>
              <a:xfrm>
                <a:off x="7489197" y="1228691"/>
                <a:ext cx="14677" cy="47557"/>
              </a:xfrm>
              <a:custGeom>
                <a:avLst/>
                <a:gdLst/>
                <a:ahLst/>
                <a:cxnLst/>
                <a:rect l="l" t="t" r="r" b="b"/>
                <a:pathLst>
                  <a:path w="603" h="1967" extrusionOk="0">
                    <a:moveTo>
                      <a:pt x="1" y="1"/>
                    </a:moveTo>
                    <a:lnTo>
                      <a:pt x="452" y="1967"/>
                    </a:lnTo>
                    <a:lnTo>
                      <a:pt x="603" y="1967"/>
                    </a:lnTo>
                    <a:lnTo>
                      <a:pt x="15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38"/>
              <p:cNvSpPr/>
              <p:nvPr/>
            </p:nvSpPr>
            <p:spPr>
              <a:xfrm>
                <a:off x="7459673" y="1250523"/>
                <a:ext cx="36875" cy="1958"/>
              </a:xfrm>
              <a:custGeom>
                <a:avLst/>
                <a:gdLst/>
                <a:ahLst/>
                <a:cxnLst/>
                <a:rect l="l" t="t" r="r" b="b"/>
                <a:pathLst>
                  <a:path w="1515" h="81" extrusionOk="0">
                    <a:moveTo>
                      <a:pt x="0" y="0"/>
                    </a:moveTo>
                    <a:lnTo>
                      <a:pt x="0" y="81"/>
                    </a:lnTo>
                    <a:lnTo>
                      <a:pt x="1515" y="81"/>
                    </a:lnTo>
                    <a:lnTo>
                      <a:pt x="151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38"/>
              <p:cNvSpPr/>
              <p:nvPr/>
            </p:nvSpPr>
            <p:spPr>
              <a:xfrm>
                <a:off x="7459673" y="1228691"/>
                <a:ext cx="39577" cy="24758"/>
              </a:xfrm>
              <a:custGeom>
                <a:avLst/>
                <a:gdLst/>
                <a:ahLst/>
                <a:cxnLst/>
                <a:rect l="l" t="t" r="r" b="b"/>
                <a:pathLst>
                  <a:path w="1626" h="1024" extrusionOk="0">
                    <a:moveTo>
                      <a:pt x="0" y="1"/>
                    </a:moveTo>
                    <a:lnTo>
                      <a:pt x="0" y="81"/>
                    </a:lnTo>
                    <a:lnTo>
                      <a:pt x="1625" y="1024"/>
                    </a:lnTo>
                    <a:lnTo>
                      <a:pt x="1625" y="94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38"/>
              <p:cNvSpPr/>
              <p:nvPr/>
            </p:nvSpPr>
            <p:spPr>
              <a:xfrm>
                <a:off x="7462107" y="1251007"/>
                <a:ext cx="39577" cy="24758"/>
              </a:xfrm>
              <a:custGeom>
                <a:avLst/>
                <a:gdLst/>
                <a:ahLst/>
                <a:cxnLst/>
                <a:rect l="l" t="t" r="r" b="b"/>
                <a:pathLst>
                  <a:path w="1626" h="1024" extrusionOk="0">
                    <a:moveTo>
                      <a:pt x="0" y="1"/>
                    </a:moveTo>
                    <a:lnTo>
                      <a:pt x="0" y="81"/>
                    </a:lnTo>
                    <a:lnTo>
                      <a:pt x="1625" y="1024"/>
                    </a:lnTo>
                    <a:lnTo>
                      <a:pt x="1625" y="953"/>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38"/>
              <p:cNvSpPr/>
              <p:nvPr/>
            </p:nvSpPr>
            <p:spPr>
              <a:xfrm>
                <a:off x="7459916" y="1251007"/>
                <a:ext cx="39577" cy="24758"/>
              </a:xfrm>
              <a:custGeom>
                <a:avLst/>
                <a:gdLst/>
                <a:ahLst/>
                <a:cxnLst/>
                <a:rect l="l" t="t" r="r" b="b"/>
                <a:pathLst>
                  <a:path w="1626" h="1024" extrusionOk="0">
                    <a:moveTo>
                      <a:pt x="1625" y="1"/>
                    </a:moveTo>
                    <a:lnTo>
                      <a:pt x="0" y="953"/>
                    </a:lnTo>
                    <a:lnTo>
                      <a:pt x="0" y="1024"/>
                    </a:lnTo>
                    <a:lnTo>
                      <a:pt x="1625" y="81"/>
                    </a:lnTo>
                    <a:lnTo>
                      <a:pt x="16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38"/>
              <p:cNvSpPr/>
              <p:nvPr/>
            </p:nvSpPr>
            <p:spPr>
              <a:xfrm>
                <a:off x="7459673" y="1228691"/>
                <a:ext cx="32251" cy="24758"/>
              </a:xfrm>
              <a:custGeom>
                <a:avLst/>
                <a:gdLst/>
                <a:ahLst/>
                <a:cxnLst/>
                <a:rect l="l" t="t" r="r" b="b"/>
                <a:pathLst>
                  <a:path w="1325" h="1024" extrusionOk="0">
                    <a:moveTo>
                      <a:pt x="1324" y="1"/>
                    </a:moveTo>
                    <a:lnTo>
                      <a:pt x="0" y="944"/>
                    </a:lnTo>
                    <a:lnTo>
                      <a:pt x="0" y="1024"/>
                    </a:lnTo>
                    <a:lnTo>
                      <a:pt x="1324" y="81"/>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38"/>
              <p:cNvSpPr/>
              <p:nvPr/>
            </p:nvSpPr>
            <p:spPr>
              <a:xfrm>
                <a:off x="7520450" y="1206617"/>
                <a:ext cx="73750" cy="61870"/>
              </a:xfrm>
              <a:custGeom>
                <a:avLst/>
                <a:gdLst/>
                <a:ahLst/>
                <a:cxnLst/>
                <a:rect l="l" t="t" r="r" b="b"/>
                <a:pathLst>
                  <a:path w="3030" h="2559" extrusionOk="0">
                    <a:moveTo>
                      <a:pt x="2960" y="1"/>
                    </a:moveTo>
                    <a:lnTo>
                      <a:pt x="1" y="2478"/>
                    </a:lnTo>
                    <a:lnTo>
                      <a:pt x="81" y="2559"/>
                    </a:lnTo>
                    <a:lnTo>
                      <a:pt x="3030" y="81"/>
                    </a:lnTo>
                    <a:lnTo>
                      <a:pt x="29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38"/>
              <p:cNvSpPr/>
              <p:nvPr/>
            </p:nvSpPr>
            <p:spPr>
              <a:xfrm>
                <a:off x="7537049" y="1287152"/>
                <a:ext cx="32981" cy="42939"/>
              </a:xfrm>
              <a:custGeom>
                <a:avLst/>
                <a:gdLst/>
                <a:ahLst/>
                <a:cxnLst/>
                <a:rect l="l" t="t" r="r" b="b"/>
                <a:pathLst>
                  <a:path w="1355" h="1776" extrusionOk="0">
                    <a:moveTo>
                      <a:pt x="1" y="0"/>
                    </a:moveTo>
                    <a:lnTo>
                      <a:pt x="1" y="1775"/>
                    </a:lnTo>
                    <a:lnTo>
                      <a:pt x="1355" y="1775"/>
                    </a:lnTo>
                    <a:lnTo>
                      <a:pt x="135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38"/>
              <p:cNvSpPr/>
              <p:nvPr/>
            </p:nvSpPr>
            <p:spPr>
              <a:xfrm>
                <a:off x="6508003" y="1520199"/>
                <a:ext cx="11488" cy="1233"/>
              </a:xfrm>
              <a:custGeom>
                <a:avLst/>
                <a:gdLst/>
                <a:ahLst/>
                <a:cxnLst/>
                <a:rect l="l" t="t" r="r" b="b"/>
                <a:pathLst>
                  <a:path w="472" h="51" extrusionOk="0">
                    <a:moveTo>
                      <a:pt x="0" y="0"/>
                    </a:moveTo>
                    <a:lnTo>
                      <a:pt x="0" y="51"/>
                    </a:lnTo>
                    <a:lnTo>
                      <a:pt x="472" y="5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38"/>
              <p:cNvSpPr/>
              <p:nvPr/>
            </p:nvSpPr>
            <p:spPr>
              <a:xfrm>
                <a:off x="6379828" y="1465147"/>
                <a:ext cx="1685813" cy="54351"/>
              </a:xfrm>
              <a:custGeom>
                <a:avLst/>
                <a:gdLst/>
                <a:ahLst/>
                <a:cxnLst/>
                <a:rect l="l" t="t" r="r" b="b"/>
                <a:pathLst>
                  <a:path w="69261" h="2248" extrusionOk="0">
                    <a:moveTo>
                      <a:pt x="0" y="0"/>
                    </a:moveTo>
                    <a:lnTo>
                      <a:pt x="40" y="703"/>
                    </a:lnTo>
                    <a:lnTo>
                      <a:pt x="68228" y="2247"/>
                    </a:lnTo>
                    <a:cubicBezTo>
                      <a:pt x="68258" y="1164"/>
                      <a:pt x="69261" y="0"/>
                      <a:pt x="69261" y="0"/>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38"/>
              <p:cNvSpPr/>
              <p:nvPr/>
            </p:nvSpPr>
            <p:spPr>
              <a:xfrm>
                <a:off x="6376153" y="1417130"/>
                <a:ext cx="1734907" cy="50217"/>
              </a:xfrm>
              <a:custGeom>
                <a:avLst/>
                <a:gdLst/>
                <a:ahLst/>
                <a:cxnLst/>
                <a:rect l="l" t="t" r="r" b="b"/>
                <a:pathLst>
                  <a:path w="71278" h="2077" extrusionOk="0">
                    <a:moveTo>
                      <a:pt x="71278" y="0"/>
                    </a:moveTo>
                    <a:lnTo>
                      <a:pt x="1" y="703"/>
                    </a:lnTo>
                    <a:lnTo>
                      <a:pt x="181" y="2077"/>
                    </a:lnTo>
                    <a:lnTo>
                      <a:pt x="69422" y="2077"/>
                    </a:lnTo>
                    <a:lnTo>
                      <a:pt x="712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 name="Google Shape;495;p38"/>
            <p:cNvGrpSpPr/>
            <p:nvPr/>
          </p:nvGrpSpPr>
          <p:grpSpPr>
            <a:xfrm>
              <a:off x="6521394" y="1718742"/>
              <a:ext cx="1490125" cy="496025"/>
              <a:chOff x="6521388" y="1938725"/>
              <a:chExt cx="1490125" cy="496025"/>
            </a:xfrm>
          </p:grpSpPr>
          <p:sp>
            <p:nvSpPr>
              <p:cNvPr id="496" name="Google Shape;496;p38"/>
              <p:cNvSpPr/>
              <p:nvPr/>
            </p:nvSpPr>
            <p:spPr>
              <a:xfrm>
                <a:off x="6533638" y="2248175"/>
                <a:ext cx="12550" cy="92050"/>
              </a:xfrm>
              <a:custGeom>
                <a:avLst/>
                <a:gdLst/>
                <a:ahLst/>
                <a:cxnLst/>
                <a:rect l="l" t="t" r="r" b="b"/>
                <a:pathLst>
                  <a:path w="502" h="3682" extrusionOk="0">
                    <a:moveTo>
                      <a:pt x="251" y="0"/>
                    </a:moveTo>
                    <a:cubicBezTo>
                      <a:pt x="110" y="0"/>
                      <a:pt x="0" y="111"/>
                      <a:pt x="0" y="251"/>
                    </a:cubicBezTo>
                    <a:lnTo>
                      <a:pt x="0" y="3431"/>
                    </a:lnTo>
                    <a:cubicBezTo>
                      <a:pt x="0" y="3571"/>
                      <a:pt x="110" y="3681"/>
                      <a:pt x="251" y="3681"/>
                    </a:cubicBezTo>
                    <a:cubicBezTo>
                      <a:pt x="391" y="3681"/>
                      <a:pt x="502" y="3571"/>
                      <a:pt x="502" y="3431"/>
                    </a:cubicBezTo>
                    <a:lnTo>
                      <a:pt x="502" y="251"/>
                    </a:lnTo>
                    <a:cubicBezTo>
                      <a:pt x="502" y="111"/>
                      <a:pt x="391" y="0"/>
                      <a:pt x="2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38"/>
              <p:cNvSpPr/>
              <p:nvPr/>
            </p:nvSpPr>
            <p:spPr>
              <a:xfrm>
                <a:off x="6539138" y="2271150"/>
                <a:ext cx="26600" cy="39575"/>
              </a:xfrm>
              <a:custGeom>
                <a:avLst/>
                <a:gdLst/>
                <a:ahLst/>
                <a:cxnLst/>
                <a:rect l="l" t="t" r="r" b="b"/>
                <a:pathLst>
                  <a:path w="1064" h="1583" extrusionOk="0">
                    <a:moveTo>
                      <a:pt x="139" y="0"/>
                    </a:moveTo>
                    <a:cubicBezTo>
                      <a:pt x="119" y="0"/>
                      <a:pt x="100" y="5"/>
                      <a:pt x="81" y="14"/>
                    </a:cubicBezTo>
                    <a:cubicBezTo>
                      <a:pt x="21" y="54"/>
                      <a:pt x="1" y="124"/>
                      <a:pt x="31" y="185"/>
                    </a:cubicBezTo>
                    <a:lnTo>
                      <a:pt x="823" y="1529"/>
                    </a:lnTo>
                    <a:cubicBezTo>
                      <a:pt x="844" y="1563"/>
                      <a:pt x="887" y="1583"/>
                      <a:pt x="932" y="1583"/>
                    </a:cubicBezTo>
                    <a:cubicBezTo>
                      <a:pt x="953" y="1583"/>
                      <a:pt x="974" y="1578"/>
                      <a:pt x="994" y="1569"/>
                    </a:cubicBezTo>
                    <a:cubicBezTo>
                      <a:pt x="1044" y="1529"/>
                      <a:pt x="1064" y="1458"/>
                      <a:pt x="1034" y="1398"/>
                    </a:cubicBezTo>
                    <a:lnTo>
                      <a:pt x="252" y="64"/>
                    </a:lnTo>
                    <a:cubicBezTo>
                      <a:pt x="224" y="23"/>
                      <a:pt x="182" y="0"/>
                      <a:pt x="13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38"/>
              <p:cNvSpPr/>
              <p:nvPr/>
            </p:nvSpPr>
            <p:spPr>
              <a:xfrm>
                <a:off x="6564963" y="2278000"/>
                <a:ext cx="9825" cy="70500"/>
              </a:xfrm>
              <a:custGeom>
                <a:avLst/>
                <a:gdLst/>
                <a:ahLst/>
                <a:cxnLst/>
                <a:rect l="l" t="t" r="r" b="b"/>
                <a:pathLst>
                  <a:path w="393" h="2820" extrusionOk="0">
                    <a:moveTo>
                      <a:pt x="201" y="1"/>
                    </a:moveTo>
                    <a:cubicBezTo>
                      <a:pt x="91" y="1"/>
                      <a:pt x="1" y="91"/>
                      <a:pt x="1" y="191"/>
                    </a:cubicBezTo>
                    <a:lnTo>
                      <a:pt x="1" y="2619"/>
                    </a:lnTo>
                    <a:cubicBezTo>
                      <a:pt x="1" y="2729"/>
                      <a:pt x="91" y="2819"/>
                      <a:pt x="201" y="2819"/>
                    </a:cubicBezTo>
                    <a:cubicBezTo>
                      <a:pt x="312" y="2819"/>
                      <a:pt x="392" y="2729"/>
                      <a:pt x="392" y="2619"/>
                    </a:cubicBezTo>
                    <a:lnTo>
                      <a:pt x="392" y="191"/>
                    </a:lnTo>
                    <a:cubicBezTo>
                      <a:pt x="392" y="91"/>
                      <a:pt x="312" y="1"/>
                      <a:pt x="2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38"/>
              <p:cNvSpPr/>
              <p:nvPr/>
            </p:nvSpPr>
            <p:spPr>
              <a:xfrm>
                <a:off x="6582538" y="2278000"/>
                <a:ext cx="9800" cy="70500"/>
              </a:xfrm>
              <a:custGeom>
                <a:avLst/>
                <a:gdLst/>
                <a:ahLst/>
                <a:cxnLst/>
                <a:rect l="l" t="t" r="r" b="b"/>
                <a:pathLst>
                  <a:path w="392" h="2820" extrusionOk="0">
                    <a:moveTo>
                      <a:pt x="191" y="1"/>
                    </a:moveTo>
                    <a:cubicBezTo>
                      <a:pt x="90" y="1"/>
                      <a:pt x="0" y="91"/>
                      <a:pt x="0" y="191"/>
                    </a:cubicBezTo>
                    <a:lnTo>
                      <a:pt x="0" y="2619"/>
                    </a:lnTo>
                    <a:cubicBezTo>
                      <a:pt x="0" y="2729"/>
                      <a:pt x="90" y="2819"/>
                      <a:pt x="191" y="2819"/>
                    </a:cubicBezTo>
                    <a:cubicBezTo>
                      <a:pt x="301" y="2819"/>
                      <a:pt x="391" y="2729"/>
                      <a:pt x="391" y="2619"/>
                    </a:cubicBezTo>
                    <a:lnTo>
                      <a:pt x="391" y="191"/>
                    </a:lnTo>
                    <a:cubicBezTo>
                      <a:pt x="391" y="91"/>
                      <a:pt x="301" y="1"/>
                      <a:pt x="1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38"/>
              <p:cNvSpPr/>
              <p:nvPr/>
            </p:nvSpPr>
            <p:spPr>
              <a:xfrm>
                <a:off x="7586088" y="2263475"/>
                <a:ext cx="168775" cy="64700"/>
              </a:xfrm>
              <a:custGeom>
                <a:avLst/>
                <a:gdLst/>
                <a:ahLst/>
                <a:cxnLst/>
                <a:rect l="l" t="t" r="r" b="b"/>
                <a:pathLst>
                  <a:path w="6751" h="2588" extrusionOk="0">
                    <a:moveTo>
                      <a:pt x="1294" y="0"/>
                    </a:moveTo>
                    <a:cubicBezTo>
                      <a:pt x="582" y="0"/>
                      <a:pt x="0" y="572"/>
                      <a:pt x="0" y="1294"/>
                    </a:cubicBezTo>
                    <a:cubicBezTo>
                      <a:pt x="0" y="2006"/>
                      <a:pt x="582" y="2588"/>
                      <a:pt x="1294" y="2588"/>
                    </a:cubicBezTo>
                    <a:lnTo>
                      <a:pt x="5457" y="2588"/>
                    </a:lnTo>
                    <a:cubicBezTo>
                      <a:pt x="6169" y="2588"/>
                      <a:pt x="6751" y="2006"/>
                      <a:pt x="6751" y="1294"/>
                    </a:cubicBezTo>
                    <a:cubicBezTo>
                      <a:pt x="6751" y="572"/>
                      <a:pt x="6169" y="0"/>
                      <a:pt x="5457"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38"/>
              <p:cNvSpPr/>
              <p:nvPr/>
            </p:nvSpPr>
            <p:spPr>
              <a:xfrm>
                <a:off x="7502588" y="2207550"/>
                <a:ext cx="46400" cy="23350"/>
              </a:xfrm>
              <a:custGeom>
                <a:avLst/>
                <a:gdLst/>
                <a:ahLst/>
                <a:cxnLst/>
                <a:rect l="l" t="t" r="r" b="b"/>
                <a:pathLst>
                  <a:path w="1856" h="934" extrusionOk="0">
                    <a:moveTo>
                      <a:pt x="1836" y="0"/>
                    </a:moveTo>
                    <a:lnTo>
                      <a:pt x="0" y="893"/>
                    </a:lnTo>
                    <a:lnTo>
                      <a:pt x="20" y="933"/>
                    </a:lnTo>
                    <a:lnTo>
                      <a:pt x="1856" y="40"/>
                    </a:lnTo>
                    <a:lnTo>
                      <a:pt x="183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38"/>
              <p:cNvSpPr/>
              <p:nvPr/>
            </p:nvSpPr>
            <p:spPr>
              <a:xfrm>
                <a:off x="7512113" y="2215325"/>
                <a:ext cx="17825" cy="12300"/>
              </a:xfrm>
              <a:custGeom>
                <a:avLst/>
                <a:gdLst/>
                <a:ahLst/>
                <a:cxnLst/>
                <a:rect l="l" t="t" r="r" b="b"/>
                <a:pathLst>
                  <a:path w="713" h="492" extrusionOk="0">
                    <a:moveTo>
                      <a:pt x="622" y="0"/>
                    </a:moveTo>
                    <a:lnTo>
                      <a:pt x="0" y="301"/>
                    </a:lnTo>
                    <a:lnTo>
                      <a:pt x="91" y="492"/>
                    </a:lnTo>
                    <a:lnTo>
                      <a:pt x="712" y="191"/>
                    </a:lnTo>
                    <a:lnTo>
                      <a:pt x="62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38"/>
              <p:cNvSpPr/>
              <p:nvPr/>
            </p:nvSpPr>
            <p:spPr>
              <a:xfrm>
                <a:off x="7470488" y="2215325"/>
                <a:ext cx="53675" cy="36875"/>
              </a:xfrm>
              <a:custGeom>
                <a:avLst/>
                <a:gdLst/>
                <a:ahLst/>
                <a:cxnLst/>
                <a:rect l="l" t="t" r="r" b="b"/>
                <a:pathLst>
                  <a:path w="2147" h="1475" extrusionOk="0">
                    <a:moveTo>
                      <a:pt x="971" y="1"/>
                    </a:moveTo>
                    <a:cubicBezTo>
                      <a:pt x="724" y="1"/>
                      <a:pt x="560" y="216"/>
                      <a:pt x="381" y="512"/>
                    </a:cubicBezTo>
                    <a:cubicBezTo>
                      <a:pt x="181" y="843"/>
                      <a:pt x="0" y="1144"/>
                      <a:pt x="271" y="1425"/>
                    </a:cubicBezTo>
                    <a:lnTo>
                      <a:pt x="1916" y="1475"/>
                    </a:lnTo>
                    <a:cubicBezTo>
                      <a:pt x="2097" y="1254"/>
                      <a:pt x="2147" y="943"/>
                      <a:pt x="2036" y="672"/>
                    </a:cubicBezTo>
                    <a:cubicBezTo>
                      <a:pt x="1926" y="361"/>
                      <a:pt x="1836" y="161"/>
                      <a:pt x="1585" y="111"/>
                    </a:cubicBezTo>
                    <a:lnTo>
                      <a:pt x="1063" y="10"/>
                    </a:lnTo>
                    <a:cubicBezTo>
                      <a:pt x="1031" y="4"/>
                      <a:pt x="1000" y="1"/>
                      <a:pt x="97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38"/>
              <p:cNvSpPr/>
              <p:nvPr/>
            </p:nvSpPr>
            <p:spPr>
              <a:xfrm>
                <a:off x="7429863" y="2239900"/>
                <a:ext cx="133175" cy="69475"/>
              </a:xfrm>
              <a:custGeom>
                <a:avLst/>
                <a:gdLst/>
                <a:ahLst/>
                <a:cxnLst/>
                <a:rect l="l" t="t" r="r" b="b"/>
                <a:pathLst>
                  <a:path w="5327" h="2779" extrusionOk="0">
                    <a:moveTo>
                      <a:pt x="572" y="0"/>
                    </a:moveTo>
                    <a:cubicBezTo>
                      <a:pt x="261" y="0"/>
                      <a:pt x="0" y="251"/>
                      <a:pt x="0" y="562"/>
                    </a:cubicBezTo>
                    <a:lnTo>
                      <a:pt x="0" y="2217"/>
                    </a:lnTo>
                    <a:cubicBezTo>
                      <a:pt x="0" y="2528"/>
                      <a:pt x="261" y="2779"/>
                      <a:pt x="572" y="2779"/>
                    </a:cubicBezTo>
                    <a:lnTo>
                      <a:pt x="4765" y="2779"/>
                    </a:lnTo>
                    <a:cubicBezTo>
                      <a:pt x="5076" y="2779"/>
                      <a:pt x="5326" y="2528"/>
                      <a:pt x="5326" y="2217"/>
                    </a:cubicBezTo>
                    <a:lnTo>
                      <a:pt x="5326" y="562"/>
                    </a:lnTo>
                    <a:cubicBezTo>
                      <a:pt x="5326" y="251"/>
                      <a:pt x="5076" y="0"/>
                      <a:pt x="476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38"/>
              <p:cNvSpPr/>
              <p:nvPr/>
            </p:nvSpPr>
            <p:spPr>
              <a:xfrm>
                <a:off x="7144988" y="2065850"/>
                <a:ext cx="2025" cy="129175"/>
              </a:xfrm>
              <a:custGeom>
                <a:avLst/>
                <a:gdLst/>
                <a:ahLst/>
                <a:cxnLst/>
                <a:rect l="l" t="t" r="r" b="b"/>
                <a:pathLst>
                  <a:path w="81" h="5167" extrusionOk="0">
                    <a:moveTo>
                      <a:pt x="1" y="1"/>
                    </a:moveTo>
                    <a:lnTo>
                      <a:pt x="1" y="5167"/>
                    </a:lnTo>
                    <a:lnTo>
                      <a:pt x="81" y="5167"/>
                    </a:lnTo>
                    <a:lnTo>
                      <a:pt x="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38"/>
              <p:cNvSpPr/>
              <p:nvPr/>
            </p:nvSpPr>
            <p:spPr>
              <a:xfrm>
                <a:off x="7172063" y="2038525"/>
                <a:ext cx="2050" cy="128925"/>
              </a:xfrm>
              <a:custGeom>
                <a:avLst/>
                <a:gdLst/>
                <a:ahLst/>
                <a:cxnLst/>
                <a:rect l="l" t="t" r="r" b="b"/>
                <a:pathLst>
                  <a:path w="82" h="5157" extrusionOk="0">
                    <a:moveTo>
                      <a:pt x="1" y="1"/>
                    </a:moveTo>
                    <a:lnTo>
                      <a:pt x="1" y="5156"/>
                    </a:lnTo>
                    <a:lnTo>
                      <a:pt x="81" y="5156"/>
                    </a:lnTo>
                    <a:lnTo>
                      <a:pt x="8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38"/>
              <p:cNvSpPr/>
              <p:nvPr/>
            </p:nvSpPr>
            <p:spPr>
              <a:xfrm>
                <a:off x="7082538" y="2132575"/>
                <a:ext cx="7050" cy="35125"/>
              </a:xfrm>
              <a:custGeom>
                <a:avLst/>
                <a:gdLst/>
                <a:ahLst/>
                <a:cxnLst/>
                <a:rect l="l" t="t" r="r" b="b"/>
                <a:pathLst>
                  <a:path w="282" h="1405" extrusionOk="0">
                    <a:moveTo>
                      <a:pt x="1" y="0"/>
                    </a:moveTo>
                    <a:lnTo>
                      <a:pt x="1" y="1404"/>
                    </a:lnTo>
                    <a:lnTo>
                      <a:pt x="282" y="1404"/>
                    </a:lnTo>
                    <a:lnTo>
                      <a:pt x="28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38"/>
              <p:cNvSpPr/>
              <p:nvPr/>
            </p:nvSpPr>
            <p:spPr>
              <a:xfrm>
                <a:off x="7077038" y="2124050"/>
                <a:ext cx="12550" cy="22575"/>
              </a:xfrm>
              <a:custGeom>
                <a:avLst/>
                <a:gdLst/>
                <a:ahLst/>
                <a:cxnLst/>
                <a:rect l="l" t="t" r="r" b="b"/>
                <a:pathLst>
                  <a:path w="502" h="903" extrusionOk="0">
                    <a:moveTo>
                      <a:pt x="0" y="0"/>
                    </a:moveTo>
                    <a:lnTo>
                      <a:pt x="0" y="903"/>
                    </a:lnTo>
                    <a:lnTo>
                      <a:pt x="502" y="903"/>
                    </a:lnTo>
                    <a:lnTo>
                      <a:pt x="50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38"/>
              <p:cNvSpPr/>
              <p:nvPr/>
            </p:nvSpPr>
            <p:spPr>
              <a:xfrm>
                <a:off x="7099588" y="2129800"/>
                <a:ext cx="4550" cy="23100"/>
              </a:xfrm>
              <a:custGeom>
                <a:avLst/>
                <a:gdLst/>
                <a:ahLst/>
                <a:cxnLst/>
                <a:rect l="l" t="t" r="r" b="b"/>
                <a:pathLst>
                  <a:path w="182" h="924" extrusionOk="0">
                    <a:moveTo>
                      <a:pt x="1" y="1"/>
                    </a:moveTo>
                    <a:lnTo>
                      <a:pt x="1" y="924"/>
                    </a:lnTo>
                    <a:lnTo>
                      <a:pt x="182" y="924"/>
                    </a:lnTo>
                    <a:lnTo>
                      <a:pt x="1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38"/>
              <p:cNvSpPr/>
              <p:nvPr/>
            </p:nvSpPr>
            <p:spPr>
              <a:xfrm>
                <a:off x="7095838" y="2124300"/>
                <a:ext cx="8300" cy="14800"/>
              </a:xfrm>
              <a:custGeom>
                <a:avLst/>
                <a:gdLst/>
                <a:ahLst/>
                <a:cxnLst/>
                <a:rect l="l" t="t" r="r" b="b"/>
                <a:pathLst>
                  <a:path w="332" h="592" extrusionOk="0">
                    <a:moveTo>
                      <a:pt x="1" y="0"/>
                    </a:moveTo>
                    <a:lnTo>
                      <a:pt x="1" y="592"/>
                    </a:lnTo>
                    <a:lnTo>
                      <a:pt x="332" y="592"/>
                    </a:lnTo>
                    <a:lnTo>
                      <a:pt x="3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38"/>
              <p:cNvSpPr/>
              <p:nvPr/>
            </p:nvSpPr>
            <p:spPr>
              <a:xfrm>
                <a:off x="7115388" y="2123275"/>
                <a:ext cx="6550" cy="33650"/>
              </a:xfrm>
              <a:custGeom>
                <a:avLst/>
                <a:gdLst/>
                <a:ahLst/>
                <a:cxnLst/>
                <a:rect l="l" t="t" r="r" b="b"/>
                <a:pathLst>
                  <a:path w="262" h="1346" extrusionOk="0">
                    <a:moveTo>
                      <a:pt x="1" y="1"/>
                    </a:moveTo>
                    <a:lnTo>
                      <a:pt x="1" y="1345"/>
                    </a:lnTo>
                    <a:lnTo>
                      <a:pt x="262" y="1345"/>
                    </a:lnTo>
                    <a:lnTo>
                      <a:pt x="2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38"/>
              <p:cNvSpPr/>
              <p:nvPr/>
            </p:nvSpPr>
            <p:spPr>
              <a:xfrm>
                <a:off x="7197888" y="2055325"/>
                <a:ext cx="15575" cy="113875"/>
              </a:xfrm>
              <a:custGeom>
                <a:avLst/>
                <a:gdLst/>
                <a:ahLst/>
                <a:cxnLst/>
                <a:rect l="l" t="t" r="r" b="b"/>
                <a:pathLst>
                  <a:path w="623" h="4555" extrusionOk="0">
                    <a:moveTo>
                      <a:pt x="1" y="1"/>
                    </a:moveTo>
                    <a:lnTo>
                      <a:pt x="1" y="4555"/>
                    </a:lnTo>
                    <a:lnTo>
                      <a:pt x="623" y="4555"/>
                    </a:lnTo>
                    <a:lnTo>
                      <a:pt x="17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38"/>
              <p:cNvSpPr/>
              <p:nvPr/>
            </p:nvSpPr>
            <p:spPr>
              <a:xfrm>
                <a:off x="6994538" y="2040775"/>
                <a:ext cx="40400" cy="1300"/>
              </a:xfrm>
              <a:custGeom>
                <a:avLst/>
                <a:gdLst/>
                <a:ahLst/>
                <a:cxnLst/>
                <a:rect l="l" t="t" r="r" b="b"/>
                <a:pathLst>
                  <a:path w="1616" h="52" extrusionOk="0">
                    <a:moveTo>
                      <a:pt x="0" y="1"/>
                    </a:moveTo>
                    <a:lnTo>
                      <a:pt x="0" y="51"/>
                    </a:lnTo>
                    <a:lnTo>
                      <a:pt x="1615" y="51"/>
                    </a:lnTo>
                    <a:lnTo>
                      <a:pt x="161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38"/>
              <p:cNvSpPr/>
              <p:nvPr/>
            </p:nvSpPr>
            <p:spPr>
              <a:xfrm>
                <a:off x="6991763" y="2057850"/>
                <a:ext cx="46425" cy="1025"/>
              </a:xfrm>
              <a:custGeom>
                <a:avLst/>
                <a:gdLst/>
                <a:ahLst/>
                <a:cxnLst/>
                <a:rect l="l" t="t" r="r" b="b"/>
                <a:pathLst>
                  <a:path w="1857" h="41" extrusionOk="0">
                    <a:moveTo>
                      <a:pt x="1" y="0"/>
                    </a:moveTo>
                    <a:lnTo>
                      <a:pt x="1" y="40"/>
                    </a:lnTo>
                    <a:lnTo>
                      <a:pt x="1857" y="40"/>
                    </a:lnTo>
                    <a:lnTo>
                      <a:pt x="185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38"/>
              <p:cNvSpPr/>
              <p:nvPr/>
            </p:nvSpPr>
            <p:spPr>
              <a:xfrm>
                <a:off x="6988763" y="2076400"/>
                <a:ext cx="50425" cy="1025"/>
              </a:xfrm>
              <a:custGeom>
                <a:avLst/>
                <a:gdLst/>
                <a:ahLst/>
                <a:cxnLst/>
                <a:rect l="l" t="t" r="r" b="b"/>
                <a:pathLst>
                  <a:path w="2017" h="41" extrusionOk="0">
                    <a:moveTo>
                      <a:pt x="0" y="0"/>
                    </a:moveTo>
                    <a:lnTo>
                      <a:pt x="0" y="40"/>
                    </a:lnTo>
                    <a:lnTo>
                      <a:pt x="2017" y="40"/>
                    </a:lnTo>
                    <a:lnTo>
                      <a:pt x="201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38"/>
              <p:cNvSpPr/>
              <p:nvPr/>
            </p:nvSpPr>
            <p:spPr>
              <a:xfrm>
                <a:off x="6986513" y="2096700"/>
                <a:ext cx="55950" cy="1025"/>
              </a:xfrm>
              <a:custGeom>
                <a:avLst/>
                <a:gdLst/>
                <a:ahLst/>
                <a:cxnLst/>
                <a:rect l="l" t="t" r="r" b="b"/>
                <a:pathLst>
                  <a:path w="2238" h="41" extrusionOk="0">
                    <a:moveTo>
                      <a:pt x="0" y="1"/>
                    </a:moveTo>
                    <a:lnTo>
                      <a:pt x="0" y="41"/>
                    </a:lnTo>
                    <a:lnTo>
                      <a:pt x="2237" y="41"/>
                    </a:lnTo>
                    <a:lnTo>
                      <a:pt x="223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38"/>
              <p:cNvSpPr/>
              <p:nvPr/>
            </p:nvSpPr>
            <p:spPr>
              <a:xfrm>
                <a:off x="6980988" y="2098200"/>
                <a:ext cx="59450" cy="21350"/>
              </a:xfrm>
              <a:custGeom>
                <a:avLst/>
                <a:gdLst/>
                <a:ahLst/>
                <a:cxnLst/>
                <a:rect l="l" t="t" r="r" b="b"/>
                <a:pathLst>
                  <a:path w="2378" h="854" extrusionOk="0">
                    <a:moveTo>
                      <a:pt x="2368" y="1"/>
                    </a:moveTo>
                    <a:lnTo>
                      <a:pt x="1" y="813"/>
                    </a:lnTo>
                    <a:lnTo>
                      <a:pt x="11" y="854"/>
                    </a:lnTo>
                    <a:lnTo>
                      <a:pt x="2378" y="41"/>
                    </a:lnTo>
                    <a:lnTo>
                      <a:pt x="236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38"/>
              <p:cNvSpPr/>
              <p:nvPr/>
            </p:nvSpPr>
            <p:spPr>
              <a:xfrm>
                <a:off x="6983238" y="2077150"/>
                <a:ext cx="59475" cy="21325"/>
              </a:xfrm>
              <a:custGeom>
                <a:avLst/>
                <a:gdLst/>
                <a:ahLst/>
                <a:cxnLst/>
                <a:rect l="l" t="t" r="r" b="b"/>
                <a:pathLst>
                  <a:path w="2379" h="853" extrusionOk="0">
                    <a:moveTo>
                      <a:pt x="2368" y="0"/>
                    </a:moveTo>
                    <a:lnTo>
                      <a:pt x="1" y="813"/>
                    </a:lnTo>
                    <a:lnTo>
                      <a:pt x="11" y="853"/>
                    </a:lnTo>
                    <a:lnTo>
                      <a:pt x="2378" y="40"/>
                    </a:lnTo>
                    <a:lnTo>
                      <a:pt x="2368"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38"/>
              <p:cNvSpPr/>
              <p:nvPr/>
            </p:nvSpPr>
            <p:spPr>
              <a:xfrm>
                <a:off x="6988763" y="2059100"/>
                <a:ext cx="48925" cy="18825"/>
              </a:xfrm>
              <a:custGeom>
                <a:avLst/>
                <a:gdLst/>
                <a:ahLst/>
                <a:cxnLst/>
                <a:rect l="l" t="t" r="r" b="b"/>
                <a:pathLst>
                  <a:path w="1957" h="753" extrusionOk="0">
                    <a:moveTo>
                      <a:pt x="1946" y="0"/>
                    </a:moveTo>
                    <a:lnTo>
                      <a:pt x="0" y="702"/>
                    </a:lnTo>
                    <a:lnTo>
                      <a:pt x="11" y="752"/>
                    </a:lnTo>
                    <a:lnTo>
                      <a:pt x="1956" y="40"/>
                    </a:lnTo>
                    <a:lnTo>
                      <a:pt x="194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38"/>
              <p:cNvSpPr/>
              <p:nvPr/>
            </p:nvSpPr>
            <p:spPr>
              <a:xfrm>
                <a:off x="6991763" y="2043300"/>
                <a:ext cx="40900" cy="16825"/>
              </a:xfrm>
              <a:custGeom>
                <a:avLst/>
                <a:gdLst/>
                <a:ahLst/>
                <a:cxnLst/>
                <a:rect l="l" t="t" r="r" b="b"/>
                <a:pathLst>
                  <a:path w="1636" h="673" extrusionOk="0">
                    <a:moveTo>
                      <a:pt x="1626" y="0"/>
                    </a:moveTo>
                    <a:lnTo>
                      <a:pt x="1" y="632"/>
                    </a:lnTo>
                    <a:lnTo>
                      <a:pt x="11" y="672"/>
                    </a:lnTo>
                    <a:lnTo>
                      <a:pt x="1636" y="40"/>
                    </a:lnTo>
                    <a:lnTo>
                      <a:pt x="162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38"/>
              <p:cNvSpPr/>
              <p:nvPr/>
            </p:nvSpPr>
            <p:spPr>
              <a:xfrm>
                <a:off x="6993538" y="2043300"/>
                <a:ext cx="41150" cy="16825"/>
              </a:xfrm>
              <a:custGeom>
                <a:avLst/>
                <a:gdLst/>
                <a:ahLst/>
                <a:cxnLst/>
                <a:rect l="l" t="t" r="r" b="b"/>
                <a:pathLst>
                  <a:path w="1646" h="673" extrusionOk="0">
                    <a:moveTo>
                      <a:pt x="20" y="0"/>
                    </a:moveTo>
                    <a:lnTo>
                      <a:pt x="0" y="40"/>
                    </a:lnTo>
                    <a:lnTo>
                      <a:pt x="1635" y="672"/>
                    </a:lnTo>
                    <a:lnTo>
                      <a:pt x="1645" y="632"/>
                    </a:lnTo>
                    <a:lnTo>
                      <a:pt x="2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38"/>
              <p:cNvSpPr/>
              <p:nvPr/>
            </p:nvSpPr>
            <p:spPr>
              <a:xfrm>
                <a:off x="6991513" y="2061850"/>
                <a:ext cx="48675" cy="15075"/>
              </a:xfrm>
              <a:custGeom>
                <a:avLst/>
                <a:gdLst/>
                <a:ahLst/>
                <a:cxnLst/>
                <a:rect l="l" t="t" r="r" b="b"/>
                <a:pathLst>
                  <a:path w="1947" h="603" extrusionOk="0">
                    <a:moveTo>
                      <a:pt x="11" y="0"/>
                    </a:moveTo>
                    <a:lnTo>
                      <a:pt x="1" y="51"/>
                    </a:lnTo>
                    <a:lnTo>
                      <a:pt x="1927" y="602"/>
                    </a:lnTo>
                    <a:lnTo>
                      <a:pt x="1947" y="562"/>
                    </a:lnTo>
                    <a:lnTo>
                      <a:pt x="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38"/>
              <p:cNvSpPr/>
              <p:nvPr/>
            </p:nvSpPr>
            <p:spPr>
              <a:xfrm>
                <a:off x="6990263" y="2077400"/>
                <a:ext cx="55200" cy="21325"/>
              </a:xfrm>
              <a:custGeom>
                <a:avLst/>
                <a:gdLst/>
                <a:ahLst/>
                <a:cxnLst/>
                <a:rect l="l" t="t" r="r" b="b"/>
                <a:pathLst>
                  <a:path w="2208" h="853" extrusionOk="0">
                    <a:moveTo>
                      <a:pt x="21" y="0"/>
                    </a:moveTo>
                    <a:lnTo>
                      <a:pt x="1" y="41"/>
                    </a:lnTo>
                    <a:lnTo>
                      <a:pt x="2187" y="853"/>
                    </a:lnTo>
                    <a:lnTo>
                      <a:pt x="2207" y="813"/>
                    </a:lnTo>
                    <a:lnTo>
                      <a:pt x="2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38"/>
              <p:cNvSpPr/>
              <p:nvPr/>
            </p:nvSpPr>
            <p:spPr>
              <a:xfrm>
                <a:off x="6986513" y="2096950"/>
                <a:ext cx="60700" cy="20100"/>
              </a:xfrm>
              <a:custGeom>
                <a:avLst/>
                <a:gdLst/>
                <a:ahLst/>
                <a:cxnLst/>
                <a:rect l="l" t="t" r="r" b="b"/>
                <a:pathLst>
                  <a:path w="2428" h="804" extrusionOk="0">
                    <a:moveTo>
                      <a:pt x="20" y="1"/>
                    </a:moveTo>
                    <a:lnTo>
                      <a:pt x="0" y="41"/>
                    </a:lnTo>
                    <a:lnTo>
                      <a:pt x="2398" y="803"/>
                    </a:lnTo>
                    <a:lnTo>
                      <a:pt x="2428" y="763"/>
                    </a:lnTo>
                    <a:lnTo>
                      <a:pt x="2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38"/>
              <p:cNvSpPr/>
              <p:nvPr/>
            </p:nvSpPr>
            <p:spPr>
              <a:xfrm>
                <a:off x="6976488" y="2023475"/>
                <a:ext cx="22325" cy="108625"/>
              </a:xfrm>
              <a:custGeom>
                <a:avLst/>
                <a:gdLst/>
                <a:ahLst/>
                <a:cxnLst/>
                <a:rect l="l" t="t" r="r" b="b"/>
                <a:pathLst>
                  <a:path w="893" h="4345" extrusionOk="0">
                    <a:moveTo>
                      <a:pt x="612" y="1"/>
                    </a:moveTo>
                    <a:lnTo>
                      <a:pt x="0" y="4344"/>
                    </a:lnTo>
                    <a:lnTo>
                      <a:pt x="281" y="4344"/>
                    </a:lnTo>
                    <a:lnTo>
                      <a:pt x="8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38"/>
              <p:cNvSpPr/>
              <p:nvPr/>
            </p:nvSpPr>
            <p:spPr>
              <a:xfrm>
                <a:off x="7030638" y="2023475"/>
                <a:ext cx="22350" cy="108625"/>
              </a:xfrm>
              <a:custGeom>
                <a:avLst/>
                <a:gdLst/>
                <a:ahLst/>
                <a:cxnLst/>
                <a:rect l="l" t="t" r="r" b="b"/>
                <a:pathLst>
                  <a:path w="894" h="4345" extrusionOk="0">
                    <a:moveTo>
                      <a:pt x="1" y="1"/>
                    </a:moveTo>
                    <a:lnTo>
                      <a:pt x="612" y="4344"/>
                    </a:lnTo>
                    <a:lnTo>
                      <a:pt x="893" y="4344"/>
                    </a:lnTo>
                    <a:lnTo>
                      <a:pt x="2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38"/>
              <p:cNvSpPr/>
              <p:nvPr/>
            </p:nvSpPr>
            <p:spPr>
              <a:xfrm>
                <a:off x="6991763" y="1991325"/>
                <a:ext cx="46925" cy="32675"/>
              </a:xfrm>
              <a:custGeom>
                <a:avLst/>
                <a:gdLst/>
                <a:ahLst/>
                <a:cxnLst/>
                <a:rect l="l" t="t" r="r" b="b"/>
                <a:pathLst>
                  <a:path w="1877" h="1307" extrusionOk="0">
                    <a:moveTo>
                      <a:pt x="939" y="0"/>
                    </a:moveTo>
                    <a:cubicBezTo>
                      <a:pt x="495" y="0"/>
                      <a:pt x="51" y="289"/>
                      <a:pt x="1" y="866"/>
                    </a:cubicBezTo>
                    <a:lnTo>
                      <a:pt x="1" y="1307"/>
                    </a:lnTo>
                    <a:lnTo>
                      <a:pt x="1877" y="1307"/>
                    </a:lnTo>
                    <a:lnTo>
                      <a:pt x="1877" y="866"/>
                    </a:lnTo>
                    <a:cubicBezTo>
                      <a:pt x="1826" y="289"/>
                      <a:pt x="1383" y="0"/>
                      <a:pt x="939"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38"/>
              <p:cNvSpPr/>
              <p:nvPr/>
            </p:nvSpPr>
            <p:spPr>
              <a:xfrm>
                <a:off x="6952913" y="2022475"/>
                <a:ext cx="94300" cy="3550"/>
              </a:xfrm>
              <a:custGeom>
                <a:avLst/>
                <a:gdLst/>
                <a:ahLst/>
                <a:cxnLst/>
                <a:rect l="l" t="t" r="r" b="b"/>
                <a:pathLst>
                  <a:path w="3772" h="142" extrusionOk="0">
                    <a:moveTo>
                      <a:pt x="0" y="1"/>
                    </a:moveTo>
                    <a:lnTo>
                      <a:pt x="0" y="141"/>
                    </a:lnTo>
                    <a:lnTo>
                      <a:pt x="3772" y="141"/>
                    </a:lnTo>
                    <a:lnTo>
                      <a:pt x="377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38"/>
              <p:cNvSpPr/>
              <p:nvPr/>
            </p:nvSpPr>
            <p:spPr>
              <a:xfrm>
                <a:off x="6973963" y="2125050"/>
                <a:ext cx="93325" cy="53175"/>
              </a:xfrm>
              <a:custGeom>
                <a:avLst/>
                <a:gdLst/>
                <a:ahLst/>
                <a:cxnLst/>
                <a:rect l="l" t="t" r="r" b="b"/>
                <a:pathLst>
                  <a:path w="3733" h="2127" extrusionOk="0">
                    <a:moveTo>
                      <a:pt x="1" y="0"/>
                    </a:moveTo>
                    <a:lnTo>
                      <a:pt x="1" y="2127"/>
                    </a:lnTo>
                    <a:lnTo>
                      <a:pt x="3732" y="2127"/>
                    </a:lnTo>
                    <a:lnTo>
                      <a:pt x="373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38"/>
              <p:cNvSpPr/>
              <p:nvPr/>
            </p:nvSpPr>
            <p:spPr>
              <a:xfrm>
                <a:off x="6965438" y="2153125"/>
                <a:ext cx="272850" cy="50675"/>
              </a:xfrm>
              <a:custGeom>
                <a:avLst/>
                <a:gdLst/>
                <a:ahLst/>
                <a:cxnLst/>
                <a:rect l="l" t="t" r="r" b="b"/>
                <a:pathLst>
                  <a:path w="10914" h="2027" extrusionOk="0">
                    <a:moveTo>
                      <a:pt x="111" y="1"/>
                    </a:moveTo>
                    <a:cubicBezTo>
                      <a:pt x="51" y="1"/>
                      <a:pt x="1" y="51"/>
                      <a:pt x="1" y="111"/>
                    </a:cubicBezTo>
                    <a:lnTo>
                      <a:pt x="1" y="1916"/>
                    </a:lnTo>
                    <a:cubicBezTo>
                      <a:pt x="1" y="1977"/>
                      <a:pt x="51" y="2027"/>
                      <a:pt x="111" y="2027"/>
                    </a:cubicBezTo>
                    <a:lnTo>
                      <a:pt x="10804" y="2027"/>
                    </a:lnTo>
                    <a:cubicBezTo>
                      <a:pt x="10864" y="2027"/>
                      <a:pt x="10914" y="1977"/>
                      <a:pt x="10914" y="1916"/>
                    </a:cubicBezTo>
                    <a:lnTo>
                      <a:pt x="10914" y="111"/>
                    </a:lnTo>
                    <a:cubicBezTo>
                      <a:pt x="10914" y="51"/>
                      <a:pt x="10864" y="1"/>
                      <a:pt x="1080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38"/>
              <p:cNvSpPr/>
              <p:nvPr/>
            </p:nvSpPr>
            <p:spPr>
              <a:xfrm>
                <a:off x="7039663" y="2155625"/>
                <a:ext cx="187100" cy="50475"/>
              </a:xfrm>
              <a:custGeom>
                <a:avLst/>
                <a:gdLst/>
                <a:ahLst/>
                <a:cxnLst/>
                <a:rect l="l" t="t" r="r" b="b"/>
                <a:pathLst>
                  <a:path w="7484" h="2019" extrusionOk="0">
                    <a:moveTo>
                      <a:pt x="111" y="1"/>
                    </a:moveTo>
                    <a:cubicBezTo>
                      <a:pt x="51" y="1"/>
                      <a:pt x="1" y="51"/>
                      <a:pt x="1" y="111"/>
                    </a:cubicBezTo>
                    <a:lnTo>
                      <a:pt x="1" y="1907"/>
                    </a:lnTo>
                    <a:cubicBezTo>
                      <a:pt x="1" y="1971"/>
                      <a:pt x="43" y="2018"/>
                      <a:pt x="96" y="2018"/>
                    </a:cubicBezTo>
                    <a:cubicBezTo>
                      <a:pt x="101" y="2018"/>
                      <a:pt x="106" y="2018"/>
                      <a:pt x="111" y="2017"/>
                    </a:cubicBezTo>
                    <a:lnTo>
                      <a:pt x="7483" y="2017"/>
                    </a:lnTo>
                    <a:lnTo>
                      <a:pt x="74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38"/>
              <p:cNvSpPr/>
              <p:nvPr/>
            </p:nvSpPr>
            <p:spPr>
              <a:xfrm>
                <a:off x="6868888" y="2126800"/>
                <a:ext cx="94575" cy="81775"/>
              </a:xfrm>
              <a:custGeom>
                <a:avLst/>
                <a:gdLst/>
                <a:ahLst/>
                <a:cxnLst/>
                <a:rect l="l" t="t" r="r" b="b"/>
                <a:pathLst>
                  <a:path w="3783" h="3271" extrusionOk="0">
                    <a:moveTo>
                      <a:pt x="563" y="0"/>
                    </a:moveTo>
                    <a:cubicBezTo>
                      <a:pt x="252" y="0"/>
                      <a:pt x="1" y="161"/>
                      <a:pt x="1" y="351"/>
                    </a:cubicBezTo>
                    <a:lnTo>
                      <a:pt x="1" y="2398"/>
                    </a:lnTo>
                    <a:cubicBezTo>
                      <a:pt x="1" y="2859"/>
                      <a:pt x="432" y="3270"/>
                      <a:pt x="974" y="3270"/>
                    </a:cubicBezTo>
                    <a:lnTo>
                      <a:pt x="3020" y="3270"/>
                    </a:lnTo>
                    <a:cubicBezTo>
                      <a:pt x="3552" y="3270"/>
                      <a:pt x="3782" y="2859"/>
                      <a:pt x="3542" y="2398"/>
                    </a:cubicBezTo>
                    <a:lnTo>
                      <a:pt x="2488" y="351"/>
                    </a:lnTo>
                    <a:cubicBezTo>
                      <a:pt x="2378" y="151"/>
                      <a:pt x="2057" y="0"/>
                      <a:pt x="1746"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38"/>
              <p:cNvSpPr/>
              <p:nvPr/>
            </p:nvSpPr>
            <p:spPr>
              <a:xfrm>
                <a:off x="6799938" y="2118525"/>
                <a:ext cx="8300" cy="51925"/>
              </a:xfrm>
              <a:custGeom>
                <a:avLst/>
                <a:gdLst/>
                <a:ahLst/>
                <a:cxnLst/>
                <a:rect l="l" t="t" r="r" b="b"/>
                <a:pathLst>
                  <a:path w="332" h="2077" extrusionOk="0">
                    <a:moveTo>
                      <a:pt x="1" y="0"/>
                    </a:moveTo>
                    <a:lnTo>
                      <a:pt x="1" y="2077"/>
                    </a:lnTo>
                    <a:lnTo>
                      <a:pt x="332" y="2077"/>
                    </a:lnTo>
                    <a:lnTo>
                      <a:pt x="33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38"/>
              <p:cNvSpPr/>
              <p:nvPr/>
            </p:nvSpPr>
            <p:spPr>
              <a:xfrm>
                <a:off x="6763338" y="2152375"/>
                <a:ext cx="59200" cy="16825"/>
              </a:xfrm>
              <a:custGeom>
                <a:avLst/>
                <a:gdLst/>
                <a:ahLst/>
                <a:cxnLst/>
                <a:rect l="l" t="t" r="r" b="b"/>
                <a:pathLst>
                  <a:path w="2368" h="673" extrusionOk="0">
                    <a:moveTo>
                      <a:pt x="0" y="1"/>
                    </a:moveTo>
                    <a:lnTo>
                      <a:pt x="0" y="673"/>
                    </a:lnTo>
                    <a:lnTo>
                      <a:pt x="2367" y="673"/>
                    </a:lnTo>
                    <a:lnTo>
                      <a:pt x="2367"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38"/>
              <p:cNvSpPr/>
              <p:nvPr/>
            </p:nvSpPr>
            <p:spPr>
              <a:xfrm>
                <a:off x="6787138" y="2141100"/>
                <a:ext cx="42425" cy="64725"/>
              </a:xfrm>
              <a:custGeom>
                <a:avLst/>
                <a:gdLst/>
                <a:ahLst/>
                <a:cxnLst/>
                <a:rect l="l" t="t" r="r" b="b"/>
                <a:pathLst>
                  <a:path w="1697" h="2589" extrusionOk="0">
                    <a:moveTo>
                      <a:pt x="1" y="0"/>
                    </a:moveTo>
                    <a:lnTo>
                      <a:pt x="1" y="2588"/>
                    </a:lnTo>
                    <a:lnTo>
                      <a:pt x="1696" y="2588"/>
                    </a:lnTo>
                    <a:lnTo>
                      <a:pt x="1696"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38"/>
              <p:cNvSpPr/>
              <p:nvPr/>
            </p:nvSpPr>
            <p:spPr>
              <a:xfrm>
                <a:off x="6716938" y="2205800"/>
                <a:ext cx="40900" cy="21075"/>
              </a:xfrm>
              <a:custGeom>
                <a:avLst/>
                <a:gdLst/>
                <a:ahLst/>
                <a:cxnLst/>
                <a:rect l="l" t="t" r="r" b="b"/>
                <a:pathLst>
                  <a:path w="1636" h="843" extrusionOk="0">
                    <a:moveTo>
                      <a:pt x="111" y="0"/>
                    </a:moveTo>
                    <a:cubicBezTo>
                      <a:pt x="51" y="0"/>
                      <a:pt x="0" y="50"/>
                      <a:pt x="0" y="110"/>
                    </a:cubicBezTo>
                    <a:lnTo>
                      <a:pt x="0" y="722"/>
                    </a:lnTo>
                    <a:cubicBezTo>
                      <a:pt x="0" y="792"/>
                      <a:pt x="51" y="843"/>
                      <a:pt x="111" y="843"/>
                    </a:cubicBezTo>
                    <a:lnTo>
                      <a:pt x="1515" y="843"/>
                    </a:lnTo>
                    <a:cubicBezTo>
                      <a:pt x="1585" y="843"/>
                      <a:pt x="1635" y="792"/>
                      <a:pt x="1635" y="722"/>
                    </a:cubicBezTo>
                    <a:lnTo>
                      <a:pt x="1635" y="110"/>
                    </a:lnTo>
                    <a:cubicBezTo>
                      <a:pt x="1635" y="50"/>
                      <a:pt x="1585" y="0"/>
                      <a:pt x="151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38"/>
              <p:cNvSpPr/>
              <p:nvPr/>
            </p:nvSpPr>
            <p:spPr>
              <a:xfrm>
                <a:off x="6716938" y="2229600"/>
                <a:ext cx="43650" cy="44925"/>
              </a:xfrm>
              <a:custGeom>
                <a:avLst/>
                <a:gdLst/>
                <a:ahLst/>
                <a:cxnLst/>
                <a:rect l="l" t="t" r="r" b="b"/>
                <a:pathLst>
                  <a:path w="1746" h="1797" extrusionOk="0">
                    <a:moveTo>
                      <a:pt x="0" y="1"/>
                    </a:moveTo>
                    <a:lnTo>
                      <a:pt x="0" y="1796"/>
                    </a:lnTo>
                    <a:lnTo>
                      <a:pt x="1746" y="1796"/>
                    </a:lnTo>
                    <a:lnTo>
                      <a:pt x="174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38"/>
              <p:cNvSpPr/>
              <p:nvPr/>
            </p:nvSpPr>
            <p:spPr>
              <a:xfrm>
                <a:off x="6709913" y="2224100"/>
                <a:ext cx="57700" cy="7050"/>
              </a:xfrm>
              <a:custGeom>
                <a:avLst/>
                <a:gdLst/>
                <a:ahLst/>
                <a:cxnLst/>
                <a:rect l="l" t="t" r="r" b="b"/>
                <a:pathLst>
                  <a:path w="2308" h="282" extrusionOk="0">
                    <a:moveTo>
                      <a:pt x="1" y="0"/>
                    </a:moveTo>
                    <a:lnTo>
                      <a:pt x="1" y="281"/>
                    </a:lnTo>
                    <a:lnTo>
                      <a:pt x="2308" y="281"/>
                    </a:lnTo>
                    <a:lnTo>
                      <a:pt x="23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38"/>
              <p:cNvSpPr/>
              <p:nvPr/>
            </p:nvSpPr>
            <p:spPr>
              <a:xfrm>
                <a:off x="6756313" y="2187475"/>
                <a:ext cx="590825" cy="121900"/>
              </a:xfrm>
              <a:custGeom>
                <a:avLst/>
                <a:gdLst/>
                <a:ahLst/>
                <a:cxnLst/>
                <a:rect l="l" t="t" r="r" b="b"/>
                <a:pathLst>
                  <a:path w="23633" h="4876" extrusionOk="0">
                    <a:moveTo>
                      <a:pt x="1134" y="1"/>
                    </a:moveTo>
                    <a:cubicBezTo>
                      <a:pt x="1063" y="1"/>
                      <a:pt x="993" y="71"/>
                      <a:pt x="973" y="171"/>
                    </a:cubicBezTo>
                    <a:lnTo>
                      <a:pt x="30" y="4665"/>
                    </a:lnTo>
                    <a:cubicBezTo>
                      <a:pt x="0" y="4775"/>
                      <a:pt x="40" y="4876"/>
                      <a:pt x="111" y="4876"/>
                    </a:cubicBezTo>
                    <a:lnTo>
                      <a:pt x="23522" y="4876"/>
                    </a:lnTo>
                    <a:cubicBezTo>
                      <a:pt x="23592" y="4876"/>
                      <a:pt x="23632" y="4775"/>
                      <a:pt x="23602" y="4665"/>
                    </a:cubicBezTo>
                    <a:lnTo>
                      <a:pt x="22659" y="171"/>
                    </a:lnTo>
                    <a:cubicBezTo>
                      <a:pt x="22629" y="71"/>
                      <a:pt x="22559" y="1"/>
                      <a:pt x="224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38"/>
              <p:cNvSpPr/>
              <p:nvPr/>
            </p:nvSpPr>
            <p:spPr>
              <a:xfrm>
                <a:off x="6826263" y="2221075"/>
                <a:ext cx="558475" cy="71500"/>
              </a:xfrm>
              <a:custGeom>
                <a:avLst/>
                <a:gdLst/>
                <a:ahLst/>
                <a:cxnLst/>
                <a:rect l="l" t="t" r="r" b="b"/>
                <a:pathLst>
                  <a:path w="22339" h="2860" extrusionOk="0">
                    <a:moveTo>
                      <a:pt x="1084" y="1"/>
                    </a:moveTo>
                    <a:cubicBezTo>
                      <a:pt x="1014" y="1"/>
                      <a:pt x="964" y="41"/>
                      <a:pt x="934" y="101"/>
                    </a:cubicBezTo>
                    <a:lnTo>
                      <a:pt x="41" y="2729"/>
                    </a:lnTo>
                    <a:cubicBezTo>
                      <a:pt x="1" y="2789"/>
                      <a:pt x="51" y="2860"/>
                      <a:pt x="121" y="2860"/>
                    </a:cubicBezTo>
                    <a:lnTo>
                      <a:pt x="22228" y="2860"/>
                    </a:lnTo>
                    <a:cubicBezTo>
                      <a:pt x="22289" y="2860"/>
                      <a:pt x="22339" y="2789"/>
                      <a:pt x="22309" y="2729"/>
                    </a:cubicBezTo>
                    <a:lnTo>
                      <a:pt x="21416" y="101"/>
                    </a:lnTo>
                    <a:cubicBezTo>
                      <a:pt x="21386" y="41"/>
                      <a:pt x="21336" y="1"/>
                      <a:pt x="21265"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38"/>
              <p:cNvSpPr/>
              <p:nvPr/>
            </p:nvSpPr>
            <p:spPr>
              <a:xfrm>
                <a:off x="6611613" y="2272750"/>
                <a:ext cx="481250" cy="54675"/>
              </a:xfrm>
              <a:custGeom>
                <a:avLst/>
                <a:gdLst/>
                <a:ahLst/>
                <a:cxnLst/>
                <a:rect l="l" t="t" r="r" b="b"/>
                <a:pathLst>
                  <a:path w="19250" h="2187" extrusionOk="0">
                    <a:moveTo>
                      <a:pt x="2017" y="0"/>
                    </a:moveTo>
                    <a:lnTo>
                      <a:pt x="1" y="2187"/>
                    </a:lnTo>
                    <a:lnTo>
                      <a:pt x="19249" y="2187"/>
                    </a:lnTo>
                    <a:lnTo>
                      <a:pt x="1924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38"/>
              <p:cNvSpPr/>
              <p:nvPr/>
            </p:nvSpPr>
            <p:spPr>
              <a:xfrm>
                <a:off x="6790413" y="2265725"/>
                <a:ext cx="480975" cy="54675"/>
              </a:xfrm>
              <a:custGeom>
                <a:avLst/>
                <a:gdLst/>
                <a:ahLst/>
                <a:cxnLst/>
                <a:rect l="l" t="t" r="r" b="b"/>
                <a:pathLst>
                  <a:path w="19239" h="2187" extrusionOk="0">
                    <a:moveTo>
                      <a:pt x="2006" y="0"/>
                    </a:moveTo>
                    <a:lnTo>
                      <a:pt x="0" y="2187"/>
                    </a:lnTo>
                    <a:lnTo>
                      <a:pt x="19239" y="2187"/>
                    </a:lnTo>
                    <a:lnTo>
                      <a:pt x="1923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38"/>
              <p:cNvSpPr/>
              <p:nvPr/>
            </p:nvSpPr>
            <p:spPr>
              <a:xfrm>
                <a:off x="6830288" y="2263975"/>
                <a:ext cx="704150" cy="76500"/>
              </a:xfrm>
              <a:custGeom>
                <a:avLst/>
                <a:gdLst/>
                <a:ahLst/>
                <a:cxnLst/>
                <a:rect l="l" t="t" r="r" b="b"/>
                <a:pathLst>
                  <a:path w="28166" h="3060" extrusionOk="0">
                    <a:moveTo>
                      <a:pt x="2999" y="0"/>
                    </a:moveTo>
                    <a:cubicBezTo>
                      <a:pt x="2999" y="1545"/>
                      <a:pt x="0" y="2628"/>
                      <a:pt x="0" y="2628"/>
                    </a:cubicBezTo>
                    <a:lnTo>
                      <a:pt x="25889" y="3059"/>
                    </a:lnTo>
                    <a:lnTo>
                      <a:pt x="28166" y="2628"/>
                    </a:lnTo>
                    <a:lnTo>
                      <a:pt x="2405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38"/>
              <p:cNvSpPr/>
              <p:nvPr/>
            </p:nvSpPr>
            <p:spPr>
              <a:xfrm>
                <a:off x="6521388" y="2230625"/>
                <a:ext cx="1489900" cy="149475"/>
              </a:xfrm>
              <a:custGeom>
                <a:avLst/>
                <a:gdLst/>
                <a:ahLst/>
                <a:cxnLst/>
                <a:rect l="l" t="t" r="r" b="b"/>
                <a:pathLst>
                  <a:path w="59596" h="5979" extrusionOk="0">
                    <a:moveTo>
                      <a:pt x="59499" y="1"/>
                    </a:moveTo>
                    <a:cubicBezTo>
                      <a:pt x="58378" y="1"/>
                      <a:pt x="45411" y="2879"/>
                      <a:pt x="42277" y="2879"/>
                    </a:cubicBezTo>
                    <a:lnTo>
                      <a:pt x="149" y="2879"/>
                    </a:lnTo>
                    <a:cubicBezTo>
                      <a:pt x="143" y="2873"/>
                      <a:pt x="137" y="2870"/>
                      <a:pt x="132" y="2870"/>
                    </a:cubicBezTo>
                    <a:cubicBezTo>
                      <a:pt x="1" y="2870"/>
                      <a:pt x="29" y="4424"/>
                      <a:pt x="29" y="4424"/>
                    </a:cubicBezTo>
                    <a:lnTo>
                      <a:pt x="209" y="5818"/>
                    </a:lnTo>
                    <a:cubicBezTo>
                      <a:pt x="209" y="5818"/>
                      <a:pt x="50081" y="5978"/>
                      <a:pt x="54795" y="5978"/>
                    </a:cubicBezTo>
                    <a:cubicBezTo>
                      <a:pt x="56661" y="3200"/>
                      <a:pt x="58467" y="883"/>
                      <a:pt x="59560" y="40"/>
                    </a:cubicBezTo>
                    <a:cubicBezTo>
                      <a:pt x="59595" y="13"/>
                      <a:pt x="59573" y="1"/>
                      <a:pt x="5949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38"/>
              <p:cNvSpPr/>
              <p:nvPr/>
            </p:nvSpPr>
            <p:spPr>
              <a:xfrm>
                <a:off x="6522838" y="2230625"/>
                <a:ext cx="1488675" cy="79500"/>
              </a:xfrm>
              <a:custGeom>
                <a:avLst/>
                <a:gdLst/>
                <a:ahLst/>
                <a:cxnLst/>
                <a:rect l="l" t="t" r="r" b="b"/>
                <a:pathLst>
                  <a:path w="59547" h="3180" extrusionOk="0">
                    <a:moveTo>
                      <a:pt x="59449" y="1"/>
                    </a:moveTo>
                    <a:cubicBezTo>
                      <a:pt x="58320" y="1"/>
                      <a:pt x="45353" y="2879"/>
                      <a:pt x="42219" y="2879"/>
                    </a:cubicBezTo>
                    <a:lnTo>
                      <a:pt x="91" y="2879"/>
                    </a:lnTo>
                    <a:cubicBezTo>
                      <a:pt x="85" y="2874"/>
                      <a:pt x="79" y="2872"/>
                      <a:pt x="74" y="2872"/>
                    </a:cubicBezTo>
                    <a:cubicBezTo>
                      <a:pt x="34" y="2872"/>
                      <a:pt x="10" y="2995"/>
                      <a:pt x="1" y="3180"/>
                    </a:cubicBezTo>
                    <a:lnTo>
                      <a:pt x="42219" y="3180"/>
                    </a:lnTo>
                    <a:cubicBezTo>
                      <a:pt x="45188" y="3180"/>
                      <a:pt x="56974" y="602"/>
                      <a:pt x="59171" y="321"/>
                    </a:cubicBezTo>
                    <a:cubicBezTo>
                      <a:pt x="59291" y="221"/>
                      <a:pt x="59402" y="120"/>
                      <a:pt x="59512" y="40"/>
                    </a:cubicBezTo>
                    <a:cubicBezTo>
                      <a:pt x="59547" y="13"/>
                      <a:pt x="59524" y="1"/>
                      <a:pt x="5944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46" name="Google Shape;546;p38"/>
              <p:cNvGrpSpPr/>
              <p:nvPr/>
            </p:nvGrpSpPr>
            <p:grpSpPr>
              <a:xfrm>
                <a:off x="6915038" y="2269725"/>
                <a:ext cx="503550" cy="4550"/>
                <a:chOff x="6915038" y="2269725"/>
                <a:chExt cx="503550" cy="4550"/>
              </a:xfrm>
            </p:grpSpPr>
            <p:sp>
              <p:nvSpPr>
                <p:cNvPr id="547" name="Google Shape;547;p38"/>
                <p:cNvSpPr/>
                <p:nvPr/>
              </p:nvSpPr>
              <p:spPr>
                <a:xfrm>
                  <a:off x="6915038" y="2269725"/>
                  <a:ext cx="14075" cy="4550"/>
                </a:xfrm>
                <a:custGeom>
                  <a:avLst/>
                  <a:gdLst/>
                  <a:ahLst/>
                  <a:cxnLst/>
                  <a:rect l="l" t="t" r="r" b="b"/>
                  <a:pathLst>
                    <a:path w="563" h="182" extrusionOk="0">
                      <a:moveTo>
                        <a:pt x="1" y="1"/>
                      </a:moveTo>
                      <a:lnTo>
                        <a:pt x="1"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38"/>
                <p:cNvSpPr/>
                <p:nvPr/>
              </p:nvSpPr>
              <p:spPr>
                <a:xfrm>
                  <a:off x="6934588" y="2269725"/>
                  <a:ext cx="14075" cy="4550"/>
                </a:xfrm>
                <a:custGeom>
                  <a:avLst/>
                  <a:gdLst/>
                  <a:ahLst/>
                  <a:cxnLst/>
                  <a:rect l="l" t="t" r="r" b="b"/>
                  <a:pathLst>
                    <a:path w="563" h="182" extrusionOk="0">
                      <a:moveTo>
                        <a:pt x="1" y="1"/>
                      </a:moveTo>
                      <a:lnTo>
                        <a:pt x="1" y="181"/>
                      </a:lnTo>
                      <a:lnTo>
                        <a:pt x="563" y="181"/>
                      </a:lnTo>
                      <a:lnTo>
                        <a:pt x="5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38"/>
                <p:cNvSpPr/>
                <p:nvPr/>
              </p:nvSpPr>
              <p:spPr>
                <a:xfrm>
                  <a:off x="6954163" y="2269725"/>
                  <a:ext cx="14050" cy="4550"/>
                </a:xfrm>
                <a:custGeom>
                  <a:avLst/>
                  <a:gdLst/>
                  <a:ahLst/>
                  <a:cxnLst/>
                  <a:rect l="l" t="t" r="r" b="b"/>
                  <a:pathLst>
                    <a:path w="562"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38"/>
                <p:cNvSpPr/>
                <p:nvPr/>
              </p:nvSpPr>
              <p:spPr>
                <a:xfrm>
                  <a:off x="6973713" y="2269725"/>
                  <a:ext cx="14075" cy="4550"/>
                </a:xfrm>
                <a:custGeom>
                  <a:avLst/>
                  <a:gdLst/>
                  <a:ahLst/>
                  <a:cxnLst/>
                  <a:rect l="l" t="t" r="r" b="b"/>
                  <a:pathLst>
                    <a:path w="563" h="182" extrusionOk="0">
                      <a:moveTo>
                        <a:pt x="1" y="1"/>
                      </a:moveTo>
                      <a:lnTo>
                        <a:pt x="1"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38"/>
                <p:cNvSpPr/>
                <p:nvPr/>
              </p:nvSpPr>
              <p:spPr>
                <a:xfrm>
                  <a:off x="6993288" y="2269725"/>
                  <a:ext cx="14050" cy="4550"/>
                </a:xfrm>
                <a:custGeom>
                  <a:avLst/>
                  <a:gdLst/>
                  <a:ahLst/>
                  <a:cxnLst/>
                  <a:rect l="l" t="t" r="r" b="b"/>
                  <a:pathLst>
                    <a:path w="562"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38"/>
                <p:cNvSpPr/>
                <p:nvPr/>
              </p:nvSpPr>
              <p:spPr>
                <a:xfrm>
                  <a:off x="7012838" y="2269725"/>
                  <a:ext cx="14075" cy="4550"/>
                </a:xfrm>
                <a:custGeom>
                  <a:avLst/>
                  <a:gdLst/>
                  <a:ahLst/>
                  <a:cxnLst/>
                  <a:rect l="l" t="t" r="r" b="b"/>
                  <a:pathLst>
                    <a:path w="563"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38"/>
                <p:cNvSpPr/>
                <p:nvPr/>
              </p:nvSpPr>
              <p:spPr>
                <a:xfrm>
                  <a:off x="7032388" y="2269725"/>
                  <a:ext cx="14075" cy="4550"/>
                </a:xfrm>
                <a:custGeom>
                  <a:avLst/>
                  <a:gdLst/>
                  <a:ahLst/>
                  <a:cxnLst/>
                  <a:rect l="l" t="t" r="r" b="b"/>
                  <a:pathLst>
                    <a:path w="563" h="182" extrusionOk="0">
                      <a:moveTo>
                        <a:pt x="1" y="1"/>
                      </a:moveTo>
                      <a:lnTo>
                        <a:pt x="1" y="181"/>
                      </a:lnTo>
                      <a:lnTo>
                        <a:pt x="563" y="181"/>
                      </a:lnTo>
                      <a:lnTo>
                        <a:pt x="5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38"/>
                <p:cNvSpPr/>
                <p:nvPr/>
              </p:nvSpPr>
              <p:spPr>
                <a:xfrm>
                  <a:off x="7051963" y="2269725"/>
                  <a:ext cx="14050" cy="4550"/>
                </a:xfrm>
                <a:custGeom>
                  <a:avLst/>
                  <a:gdLst/>
                  <a:ahLst/>
                  <a:cxnLst/>
                  <a:rect l="l" t="t" r="r" b="b"/>
                  <a:pathLst>
                    <a:path w="562"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38"/>
                <p:cNvSpPr/>
                <p:nvPr/>
              </p:nvSpPr>
              <p:spPr>
                <a:xfrm>
                  <a:off x="7071763" y="2269725"/>
                  <a:ext cx="13825" cy="4550"/>
                </a:xfrm>
                <a:custGeom>
                  <a:avLst/>
                  <a:gdLst/>
                  <a:ahLst/>
                  <a:cxnLst/>
                  <a:rect l="l" t="t" r="r" b="b"/>
                  <a:pathLst>
                    <a:path w="553" h="182" extrusionOk="0">
                      <a:moveTo>
                        <a:pt x="1" y="1"/>
                      </a:moveTo>
                      <a:lnTo>
                        <a:pt x="1" y="181"/>
                      </a:lnTo>
                      <a:lnTo>
                        <a:pt x="552" y="181"/>
                      </a:lnTo>
                      <a:lnTo>
                        <a:pt x="5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38"/>
                <p:cNvSpPr/>
                <p:nvPr/>
              </p:nvSpPr>
              <p:spPr>
                <a:xfrm>
                  <a:off x="7091313" y="2269725"/>
                  <a:ext cx="13825" cy="4550"/>
                </a:xfrm>
                <a:custGeom>
                  <a:avLst/>
                  <a:gdLst/>
                  <a:ahLst/>
                  <a:cxnLst/>
                  <a:rect l="l" t="t" r="r" b="b"/>
                  <a:pathLst>
                    <a:path w="553" h="182" extrusionOk="0">
                      <a:moveTo>
                        <a:pt x="1" y="1"/>
                      </a:moveTo>
                      <a:lnTo>
                        <a:pt x="1" y="181"/>
                      </a:lnTo>
                      <a:lnTo>
                        <a:pt x="553" y="181"/>
                      </a:lnTo>
                      <a:lnTo>
                        <a:pt x="5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38"/>
                <p:cNvSpPr/>
                <p:nvPr/>
              </p:nvSpPr>
              <p:spPr>
                <a:xfrm>
                  <a:off x="7110888" y="2269725"/>
                  <a:ext cx="13825" cy="4550"/>
                </a:xfrm>
                <a:custGeom>
                  <a:avLst/>
                  <a:gdLst/>
                  <a:ahLst/>
                  <a:cxnLst/>
                  <a:rect l="l" t="t" r="r" b="b"/>
                  <a:pathLst>
                    <a:path w="553" h="182" extrusionOk="0">
                      <a:moveTo>
                        <a:pt x="0" y="1"/>
                      </a:moveTo>
                      <a:lnTo>
                        <a:pt x="0" y="181"/>
                      </a:lnTo>
                      <a:lnTo>
                        <a:pt x="552" y="181"/>
                      </a:lnTo>
                      <a:lnTo>
                        <a:pt x="5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38"/>
                <p:cNvSpPr/>
                <p:nvPr/>
              </p:nvSpPr>
              <p:spPr>
                <a:xfrm>
                  <a:off x="7130438" y="2269725"/>
                  <a:ext cx="14075" cy="4550"/>
                </a:xfrm>
                <a:custGeom>
                  <a:avLst/>
                  <a:gdLst/>
                  <a:ahLst/>
                  <a:cxnLst/>
                  <a:rect l="l" t="t" r="r" b="b"/>
                  <a:pathLst>
                    <a:path w="563" h="182" extrusionOk="0">
                      <a:moveTo>
                        <a:pt x="1" y="1"/>
                      </a:moveTo>
                      <a:lnTo>
                        <a:pt x="1"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38"/>
                <p:cNvSpPr/>
                <p:nvPr/>
              </p:nvSpPr>
              <p:spPr>
                <a:xfrm>
                  <a:off x="7150013" y="2269725"/>
                  <a:ext cx="14050" cy="4550"/>
                </a:xfrm>
                <a:custGeom>
                  <a:avLst/>
                  <a:gdLst/>
                  <a:ahLst/>
                  <a:cxnLst/>
                  <a:rect l="l" t="t" r="r" b="b"/>
                  <a:pathLst>
                    <a:path w="562"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38"/>
                <p:cNvSpPr/>
                <p:nvPr/>
              </p:nvSpPr>
              <p:spPr>
                <a:xfrm>
                  <a:off x="7169563" y="2269725"/>
                  <a:ext cx="14075" cy="4550"/>
                </a:xfrm>
                <a:custGeom>
                  <a:avLst/>
                  <a:gdLst/>
                  <a:ahLst/>
                  <a:cxnLst/>
                  <a:rect l="l" t="t" r="r" b="b"/>
                  <a:pathLst>
                    <a:path w="563" h="182" extrusionOk="0">
                      <a:moveTo>
                        <a:pt x="1" y="1"/>
                      </a:moveTo>
                      <a:lnTo>
                        <a:pt x="1"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38"/>
                <p:cNvSpPr/>
                <p:nvPr/>
              </p:nvSpPr>
              <p:spPr>
                <a:xfrm>
                  <a:off x="7189113" y="2269725"/>
                  <a:ext cx="14075" cy="4550"/>
                </a:xfrm>
                <a:custGeom>
                  <a:avLst/>
                  <a:gdLst/>
                  <a:ahLst/>
                  <a:cxnLst/>
                  <a:rect l="l" t="t" r="r" b="b"/>
                  <a:pathLst>
                    <a:path w="563" h="182" extrusionOk="0">
                      <a:moveTo>
                        <a:pt x="1" y="1"/>
                      </a:moveTo>
                      <a:lnTo>
                        <a:pt x="1" y="181"/>
                      </a:lnTo>
                      <a:lnTo>
                        <a:pt x="563" y="181"/>
                      </a:lnTo>
                      <a:lnTo>
                        <a:pt x="5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38"/>
                <p:cNvSpPr/>
                <p:nvPr/>
              </p:nvSpPr>
              <p:spPr>
                <a:xfrm>
                  <a:off x="7208688" y="2269725"/>
                  <a:ext cx="14050" cy="4550"/>
                </a:xfrm>
                <a:custGeom>
                  <a:avLst/>
                  <a:gdLst/>
                  <a:ahLst/>
                  <a:cxnLst/>
                  <a:rect l="l" t="t" r="r" b="b"/>
                  <a:pathLst>
                    <a:path w="562"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38"/>
                <p:cNvSpPr/>
                <p:nvPr/>
              </p:nvSpPr>
              <p:spPr>
                <a:xfrm>
                  <a:off x="7228238" y="2269725"/>
                  <a:ext cx="14075" cy="4550"/>
                </a:xfrm>
                <a:custGeom>
                  <a:avLst/>
                  <a:gdLst/>
                  <a:ahLst/>
                  <a:cxnLst/>
                  <a:rect l="l" t="t" r="r" b="b"/>
                  <a:pathLst>
                    <a:path w="563" h="182" extrusionOk="0">
                      <a:moveTo>
                        <a:pt x="1" y="1"/>
                      </a:moveTo>
                      <a:lnTo>
                        <a:pt x="1"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38"/>
                <p:cNvSpPr/>
                <p:nvPr/>
              </p:nvSpPr>
              <p:spPr>
                <a:xfrm>
                  <a:off x="7247813" y="2269725"/>
                  <a:ext cx="14050" cy="4550"/>
                </a:xfrm>
                <a:custGeom>
                  <a:avLst/>
                  <a:gdLst/>
                  <a:ahLst/>
                  <a:cxnLst/>
                  <a:rect l="l" t="t" r="r" b="b"/>
                  <a:pathLst>
                    <a:path w="562"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38"/>
                <p:cNvSpPr/>
                <p:nvPr/>
              </p:nvSpPr>
              <p:spPr>
                <a:xfrm>
                  <a:off x="7267363" y="2269725"/>
                  <a:ext cx="14075" cy="4550"/>
                </a:xfrm>
                <a:custGeom>
                  <a:avLst/>
                  <a:gdLst/>
                  <a:ahLst/>
                  <a:cxnLst/>
                  <a:rect l="l" t="t" r="r" b="b"/>
                  <a:pathLst>
                    <a:path w="563"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38"/>
                <p:cNvSpPr/>
                <p:nvPr/>
              </p:nvSpPr>
              <p:spPr>
                <a:xfrm>
                  <a:off x="7286913" y="2269725"/>
                  <a:ext cx="14075" cy="4550"/>
                </a:xfrm>
                <a:custGeom>
                  <a:avLst/>
                  <a:gdLst/>
                  <a:ahLst/>
                  <a:cxnLst/>
                  <a:rect l="l" t="t" r="r" b="b"/>
                  <a:pathLst>
                    <a:path w="563" h="182" extrusionOk="0">
                      <a:moveTo>
                        <a:pt x="1" y="1"/>
                      </a:moveTo>
                      <a:lnTo>
                        <a:pt x="1" y="181"/>
                      </a:lnTo>
                      <a:lnTo>
                        <a:pt x="563" y="181"/>
                      </a:lnTo>
                      <a:lnTo>
                        <a:pt x="56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38"/>
                <p:cNvSpPr/>
                <p:nvPr/>
              </p:nvSpPr>
              <p:spPr>
                <a:xfrm>
                  <a:off x="7306488" y="2269725"/>
                  <a:ext cx="14050" cy="4550"/>
                </a:xfrm>
                <a:custGeom>
                  <a:avLst/>
                  <a:gdLst/>
                  <a:ahLst/>
                  <a:cxnLst/>
                  <a:rect l="l" t="t" r="r" b="b"/>
                  <a:pathLst>
                    <a:path w="562"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38"/>
                <p:cNvSpPr/>
                <p:nvPr/>
              </p:nvSpPr>
              <p:spPr>
                <a:xfrm>
                  <a:off x="7326288" y="2269725"/>
                  <a:ext cx="13825" cy="4550"/>
                </a:xfrm>
                <a:custGeom>
                  <a:avLst/>
                  <a:gdLst/>
                  <a:ahLst/>
                  <a:cxnLst/>
                  <a:rect l="l" t="t" r="r" b="b"/>
                  <a:pathLst>
                    <a:path w="553" h="182" extrusionOk="0">
                      <a:moveTo>
                        <a:pt x="1" y="1"/>
                      </a:moveTo>
                      <a:lnTo>
                        <a:pt x="1" y="181"/>
                      </a:lnTo>
                      <a:lnTo>
                        <a:pt x="552" y="181"/>
                      </a:lnTo>
                      <a:lnTo>
                        <a:pt x="5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38"/>
                <p:cNvSpPr/>
                <p:nvPr/>
              </p:nvSpPr>
              <p:spPr>
                <a:xfrm>
                  <a:off x="7345838" y="2269725"/>
                  <a:ext cx="13825" cy="4550"/>
                </a:xfrm>
                <a:custGeom>
                  <a:avLst/>
                  <a:gdLst/>
                  <a:ahLst/>
                  <a:cxnLst/>
                  <a:rect l="l" t="t" r="r" b="b"/>
                  <a:pathLst>
                    <a:path w="553" h="182" extrusionOk="0">
                      <a:moveTo>
                        <a:pt x="1" y="1"/>
                      </a:moveTo>
                      <a:lnTo>
                        <a:pt x="1" y="181"/>
                      </a:lnTo>
                      <a:lnTo>
                        <a:pt x="553" y="181"/>
                      </a:lnTo>
                      <a:lnTo>
                        <a:pt x="55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38"/>
                <p:cNvSpPr/>
                <p:nvPr/>
              </p:nvSpPr>
              <p:spPr>
                <a:xfrm>
                  <a:off x="7365413" y="2269725"/>
                  <a:ext cx="13825" cy="4550"/>
                </a:xfrm>
                <a:custGeom>
                  <a:avLst/>
                  <a:gdLst/>
                  <a:ahLst/>
                  <a:cxnLst/>
                  <a:rect l="l" t="t" r="r" b="b"/>
                  <a:pathLst>
                    <a:path w="553" h="182" extrusionOk="0">
                      <a:moveTo>
                        <a:pt x="0" y="1"/>
                      </a:moveTo>
                      <a:lnTo>
                        <a:pt x="0" y="181"/>
                      </a:lnTo>
                      <a:lnTo>
                        <a:pt x="552" y="181"/>
                      </a:lnTo>
                      <a:lnTo>
                        <a:pt x="5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38"/>
                <p:cNvSpPr/>
                <p:nvPr/>
              </p:nvSpPr>
              <p:spPr>
                <a:xfrm>
                  <a:off x="7384963" y="2269725"/>
                  <a:ext cx="14075" cy="4550"/>
                </a:xfrm>
                <a:custGeom>
                  <a:avLst/>
                  <a:gdLst/>
                  <a:ahLst/>
                  <a:cxnLst/>
                  <a:rect l="l" t="t" r="r" b="b"/>
                  <a:pathLst>
                    <a:path w="563" h="182" extrusionOk="0">
                      <a:moveTo>
                        <a:pt x="1" y="1"/>
                      </a:moveTo>
                      <a:lnTo>
                        <a:pt x="1"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38"/>
                <p:cNvSpPr/>
                <p:nvPr/>
              </p:nvSpPr>
              <p:spPr>
                <a:xfrm>
                  <a:off x="7404538" y="2269725"/>
                  <a:ext cx="14050" cy="4550"/>
                </a:xfrm>
                <a:custGeom>
                  <a:avLst/>
                  <a:gdLst/>
                  <a:ahLst/>
                  <a:cxnLst/>
                  <a:rect l="l" t="t" r="r" b="b"/>
                  <a:pathLst>
                    <a:path w="562" h="182" extrusionOk="0">
                      <a:moveTo>
                        <a:pt x="0" y="1"/>
                      </a:moveTo>
                      <a:lnTo>
                        <a:pt x="0" y="181"/>
                      </a:lnTo>
                      <a:lnTo>
                        <a:pt x="562" y="181"/>
                      </a:lnTo>
                      <a:lnTo>
                        <a:pt x="56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73" name="Google Shape;573;p38"/>
              <p:cNvSpPr/>
              <p:nvPr/>
            </p:nvSpPr>
            <p:spPr>
              <a:xfrm>
                <a:off x="6522838" y="2230625"/>
                <a:ext cx="1488525" cy="149475"/>
              </a:xfrm>
              <a:custGeom>
                <a:avLst/>
                <a:gdLst/>
                <a:ahLst/>
                <a:cxnLst/>
                <a:rect l="l" t="t" r="r" b="b"/>
                <a:pathLst>
                  <a:path w="59541" h="5979" extrusionOk="0">
                    <a:moveTo>
                      <a:pt x="59444" y="1"/>
                    </a:moveTo>
                    <a:cubicBezTo>
                      <a:pt x="59265" y="1"/>
                      <a:pt x="58784" y="73"/>
                      <a:pt x="58098" y="201"/>
                    </a:cubicBezTo>
                    <a:cubicBezTo>
                      <a:pt x="55821" y="1344"/>
                      <a:pt x="52741" y="2999"/>
                      <a:pt x="49411" y="4855"/>
                    </a:cubicBezTo>
                    <a:cubicBezTo>
                      <a:pt x="45620" y="4855"/>
                      <a:pt x="12730" y="4755"/>
                      <a:pt x="1" y="4704"/>
                    </a:cubicBezTo>
                    <a:lnTo>
                      <a:pt x="1" y="4704"/>
                    </a:lnTo>
                    <a:lnTo>
                      <a:pt x="151" y="5818"/>
                    </a:lnTo>
                    <a:cubicBezTo>
                      <a:pt x="151" y="5818"/>
                      <a:pt x="50023" y="5978"/>
                      <a:pt x="54737" y="5978"/>
                    </a:cubicBezTo>
                    <a:cubicBezTo>
                      <a:pt x="56603" y="3200"/>
                      <a:pt x="58409" y="883"/>
                      <a:pt x="59502" y="40"/>
                    </a:cubicBezTo>
                    <a:cubicBezTo>
                      <a:pt x="59540" y="14"/>
                      <a:pt x="59519" y="1"/>
                      <a:pt x="5944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38"/>
              <p:cNvSpPr/>
              <p:nvPr/>
            </p:nvSpPr>
            <p:spPr>
              <a:xfrm>
                <a:off x="7787438" y="2309600"/>
                <a:ext cx="46675" cy="46175"/>
              </a:xfrm>
              <a:custGeom>
                <a:avLst/>
                <a:gdLst/>
                <a:ahLst/>
                <a:cxnLst/>
                <a:rect l="l" t="t" r="r" b="b"/>
                <a:pathLst>
                  <a:path w="1867" h="1847" extrusionOk="0">
                    <a:moveTo>
                      <a:pt x="853" y="1"/>
                    </a:moveTo>
                    <a:lnTo>
                      <a:pt x="1" y="673"/>
                    </a:lnTo>
                    <a:lnTo>
                      <a:pt x="1004" y="1846"/>
                    </a:lnTo>
                    <a:lnTo>
                      <a:pt x="1866" y="1184"/>
                    </a:lnTo>
                    <a:lnTo>
                      <a:pt x="85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38"/>
              <p:cNvSpPr/>
              <p:nvPr/>
            </p:nvSpPr>
            <p:spPr>
              <a:xfrm>
                <a:off x="6525863" y="2374300"/>
                <a:ext cx="1383725" cy="60450"/>
              </a:xfrm>
              <a:custGeom>
                <a:avLst/>
                <a:gdLst/>
                <a:ahLst/>
                <a:cxnLst/>
                <a:rect l="l" t="t" r="r" b="b"/>
                <a:pathLst>
                  <a:path w="55349" h="2418" extrusionOk="0">
                    <a:moveTo>
                      <a:pt x="4032" y="1144"/>
                    </a:moveTo>
                    <a:cubicBezTo>
                      <a:pt x="5054" y="1223"/>
                      <a:pt x="5828" y="1458"/>
                      <a:pt x="6282" y="1575"/>
                    </a:cubicBezTo>
                    <a:lnTo>
                      <a:pt x="4032" y="1575"/>
                    </a:lnTo>
                    <a:lnTo>
                      <a:pt x="4032" y="1144"/>
                    </a:lnTo>
                    <a:close/>
                    <a:moveTo>
                      <a:pt x="0" y="1"/>
                    </a:moveTo>
                    <a:lnTo>
                      <a:pt x="60" y="893"/>
                    </a:lnTo>
                    <a:lnTo>
                      <a:pt x="211" y="893"/>
                    </a:lnTo>
                    <a:lnTo>
                      <a:pt x="532" y="2418"/>
                    </a:lnTo>
                    <a:lnTo>
                      <a:pt x="1475" y="2418"/>
                    </a:lnTo>
                    <a:lnTo>
                      <a:pt x="1776" y="973"/>
                    </a:lnTo>
                    <a:cubicBezTo>
                      <a:pt x="2307" y="1004"/>
                      <a:pt x="1916" y="1054"/>
                      <a:pt x="2608" y="1104"/>
                    </a:cubicBezTo>
                    <a:lnTo>
                      <a:pt x="2608" y="1565"/>
                    </a:lnTo>
                    <a:lnTo>
                      <a:pt x="1876" y="1565"/>
                    </a:lnTo>
                    <a:lnTo>
                      <a:pt x="1876" y="1846"/>
                    </a:lnTo>
                    <a:lnTo>
                      <a:pt x="4042" y="1826"/>
                    </a:lnTo>
                    <a:cubicBezTo>
                      <a:pt x="6089" y="2057"/>
                      <a:pt x="6480" y="2298"/>
                      <a:pt x="6480" y="2298"/>
                    </a:cubicBezTo>
                    <a:cubicBezTo>
                      <a:pt x="6480" y="2298"/>
                      <a:pt x="41527" y="2237"/>
                      <a:pt x="54225" y="2237"/>
                    </a:cubicBezTo>
                    <a:cubicBezTo>
                      <a:pt x="55258" y="2237"/>
                      <a:pt x="55349" y="1505"/>
                      <a:pt x="54356" y="1074"/>
                    </a:cubicBezTo>
                    <a:cubicBezTo>
                      <a:pt x="54015" y="923"/>
                      <a:pt x="54867" y="1"/>
                      <a:pt x="548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38"/>
              <p:cNvSpPr/>
              <p:nvPr/>
            </p:nvSpPr>
            <p:spPr>
              <a:xfrm>
                <a:off x="6527363" y="2396125"/>
                <a:ext cx="1363925" cy="8300"/>
              </a:xfrm>
              <a:custGeom>
                <a:avLst/>
                <a:gdLst/>
                <a:ahLst/>
                <a:cxnLst/>
                <a:rect l="l" t="t" r="r" b="b"/>
                <a:pathLst>
                  <a:path w="54557" h="332" extrusionOk="0">
                    <a:moveTo>
                      <a:pt x="0" y="0"/>
                    </a:moveTo>
                    <a:lnTo>
                      <a:pt x="0" y="20"/>
                    </a:lnTo>
                    <a:lnTo>
                      <a:pt x="151" y="20"/>
                    </a:lnTo>
                    <a:lnTo>
                      <a:pt x="221" y="331"/>
                    </a:lnTo>
                    <a:lnTo>
                      <a:pt x="1665" y="331"/>
                    </a:lnTo>
                    <a:lnTo>
                      <a:pt x="1716" y="111"/>
                    </a:lnTo>
                    <a:cubicBezTo>
                      <a:pt x="2247" y="141"/>
                      <a:pt x="1856" y="181"/>
                      <a:pt x="2548" y="231"/>
                    </a:cubicBezTo>
                    <a:lnTo>
                      <a:pt x="2548" y="331"/>
                    </a:lnTo>
                    <a:lnTo>
                      <a:pt x="3972" y="331"/>
                    </a:lnTo>
                    <a:lnTo>
                      <a:pt x="3972" y="271"/>
                    </a:lnTo>
                    <a:cubicBezTo>
                      <a:pt x="4163" y="291"/>
                      <a:pt x="4344" y="311"/>
                      <a:pt x="4514" y="331"/>
                    </a:cubicBezTo>
                    <a:lnTo>
                      <a:pt x="54556" y="331"/>
                    </a:lnTo>
                    <a:cubicBezTo>
                      <a:pt x="54466" y="281"/>
                      <a:pt x="54386" y="231"/>
                      <a:pt x="54296" y="191"/>
                    </a:cubicBezTo>
                    <a:cubicBezTo>
                      <a:pt x="54225" y="161"/>
                      <a:pt x="54205" y="90"/>
                      <a:pt x="54225" y="0"/>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38"/>
              <p:cNvSpPr/>
              <p:nvPr/>
            </p:nvSpPr>
            <p:spPr>
              <a:xfrm>
                <a:off x="6994038" y="2228100"/>
                <a:ext cx="130925" cy="36650"/>
              </a:xfrm>
              <a:custGeom>
                <a:avLst/>
                <a:gdLst/>
                <a:ahLst/>
                <a:cxnLst/>
                <a:rect l="l" t="t" r="r" b="b"/>
                <a:pathLst>
                  <a:path w="5237" h="1466" extrusionOk="0">
                    <a:moveTo>
                      <a:pt x="0" y="1"/>
                    </a:moveTo>
                    <a:lnTo>
                      <a:pt x="0" y="1465"/>
                    </a:lnTo>
                    <a:lnTo>
                      <a:pt x="5236" y="1465"/>
                    </a:lnTo>
                    <a:lnTo>
                      <a:pt x="523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38"/>
              <p:cNvSpPr/>
              <p:nvPr/>
            </p:nvSpPr>
            <p:spPr>
              <a:xfrm>
                <a:off x="7188113" y="2228100"/>
                <a:ext cx="130925" cy="36650"/>
              </a:xfrm>
              <a:custGeom>
                <a:avLst/>
                <a:gdLst/>
                <a:ahLst/>
                <a:cxnLst/>
                <a:rect l="l" t="t" r="r" b="b"/>
                <a:pathLst>
                  <a:path w="5237" h="1466" extrusionOk="0">
                    <a:moveTo>
                      <a:pt x="1" y="1"/>
                    </a:moveTo>
                    <a:lnTo>
                      <a:pt x="1" y="733"/>
                    </a:lnTo>
                    <a:lnTo>
                      <a:pt x="2418" y="733"/>
                    </a:lnTo>
                    <a:lnTo>
                      <a:pt x="2418" y="1465"/>
                    </a:lnTo>
                    <a:lnTo>
                      <a:pt x="5237" y="1465"/>
                    </a:lnTo>
                    <a:lnTo>
                      <a:pt x="5237"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79" name="Google Shape;579;p38"/>
              <p:cNvGrpSpPr/>
              <p:nvPr/>
            </p:nvGrpSpPr>
            <p:grpSpPr>
              <a:xfrm>
                <a:off x="6849088" y="2218575"/>
                <a:ext cx="501050" cy="14575"/>
                <a:chOff x="6849088" y="2218575"/>
                <a:chExt cx="501050" cy="14575"/>
              </a:xfrm>
            </p:grpSpPr>
            <p:sp>
              <p:nvSpPr>
                <p:cNvPr id="580" name="Google Shape;580;p38"/>
                <p:cNvSpPr/>
                <p:nvPr/>
              </p:nvSpPr>
              <p:spPr>
                <a:xfrm>
                  <a:off x="6849088" y="2218575"/>
                  <a:ext cx="28600" cy="14575"/>
                </a:xfrm>
                <a:custGeom>
                  <a:avLst/>
                  <a:gdLst/>
                  <a:ahLst/>
                  <a:cxnLst/>
                  <a:rect l="l" t="t" r="r" b="b"/>
                  <a:pathLst>
                    <a:path w="1144" h="583" extrusionOk="0">
                      <a:moveTo>
                        <a:pt x="274" y="0"/>
                      </a:moveTo>
                      <a:cubicBezTo>
                        <a:pt x="122" y="0"/>
                        <a:pt x="0" y="127"/>
                        <a:pt x="0" y="291"/>
                      </a:cubicBezTo>
                      <a:cubicBezTo>
                        <a:pt x="0" y="452"/>
                        <a:pt x="131" y="582"/>
                        <a:pt x="291" y="582"/>
                      </a:cubicBezTo>
                      <a:lnTo>
                        <a:pt x="853" y="582"/>
                      </a:lnTo>
                      <a:cubicBezTo>
                        <a:pt x="1014" y="582"/>
                        <a:pt x="1144" y="452"/>
                        <a:pt x="1144" y="291"/>
                      </a:cubicBezTo>
                      <a:cubicBezTo>
                        <a:pt x="1144" y="127"/>
                        <a:pt x="1023" y="0"/>
                        <a:pt x="870" y="0"/>
                      </a:cubicBezTo>
                      <a:cubicBezTo>
                        <a:pt x="865" y="0"/>
                        <a:pt x="859" y="0"/>
                        <a:pt x="853" y="1"/>
                      </a:cubicBezTo>
                      <a:lnTo>
                        <a:pt x="291" y="1"/>
                      </a:lnTo>
                      <a:cubicBezTo>
                        <a:pt x="286" y="0"/>
                        <a:pt x="280" y="0"/>
                        <a:pt x="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38"/>
                <p:cNvSpPr/>
                <p:nvPr/>
              </p:nvSpPr>
              <p:spPr>
                <a:xfrm>
                  <a:off x="6882938" y="2218575"/>
                  <a:ext cx="28625" cy="14575"/>
                </a:xfrm>
                <a:custGeom>
                  <a:avLst/>
                  <a:gdLst/>
                  <a:ahLst/>
                  <a:cxnLst/>
                  <a:rect l="l" t="t" r="r" b="b"/>
                  <a:pathLst>
                    <a:path w="1145" h="583" extrusionOk="0">
                      <a:moveTo>
                        <a:pt x="862" y="0"/>
                      </a:moveTo>
                      <a:cubicBezTo>
                        <a:pt x="855" y="0"/>
                        <a:pt x="849" y="0"/>
                        <a:pt x="843" y="1"/>
                      </a:cubicBezTo>
                      <a:lnTo>
                        <a:pt x="291" y="1"/>
                      </a:lnTo>
                      <a:cubicBezTo>
                        <a:pt x="286" y="0"/>
                        <a:pt x="281" y="0"/>
                        <a:pt x="275" y="0"/>
                      </a:cubicBezTo>
                      <a:cubicBezTo>
                        <a:pt x="122" y="0"/>
                        <a:pt x="1" y="136"/>
                        <a:pt x="1" y="291"/>
                      </a:cubicBezTo>
                      <a:cubicBezTo>
                        <a:pt x="1" y="452"/>
                        <a:pt x="131" y="582"/>
                        <a:pt x="291" y="582"/>
                      </a:cubicBezTo>
                      <a:lnTo>
                        <a:pt x="843" y="582"/>
                      </a:lnTo>
                      <a:cubicBezTo>
                        <a:pt x="1014" y="582"/>
                        <a:pt x="1144" y="452"/>
                        <a:pt x="1144" y="291"/>
                      </a:cubicBezTo>
                      <a:cubicBezTo>
                        <a:pt x="1144" y="127"/>
                        <a:pt x="1023" y="0"/>
                        <a:pt x="86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38"/>
                <p:cNvSpPr/>
                <p:nvPr/>
              </p:nvSpPr>
              <p:spPr>
                <a:xfrm>
                  <a:off x="6916538" y="2218575"/>
                  <a:ext cx="28625" cy="14575"/>
                </a:xfrm>
                <a:custGeom>
                  <a:avLst/>
                  <a:gdLst/>
                  <a:ahLst/>
                  <a:cxnLst/>
                  <a:rect l="l" t="t" r="r" b="b"/>
                  <a:pathLst>
                    <a:path w="1145" h="583" extrusionOk="0">
                      <a:moveTo>
                        <a:pt x="871" y="0"/>
                      </a:moveTo>
                      <a:cubicBezTo>
                        <a:pt x="865" y="0"/>
                        <a:pt x="859" y="0"/>
                        <a:pt x="853" y="1"/>
                      </a:cubicBezTo>
                      <a:lnTo>
                        <a:pt x="302" y="1"/>
                      </a:lnTo>
                      <a:cubicBezTo>
                        <a:pt x="296" y="0"/>
                        <a:pt x="290" y="0"/>
                        <a:pt x="284" y="0"/>
                      </a:cubicBezTo>
                      <a:cubicBezTo>
                        <a:pt x="122" y="0"/>
                        <a:pt x="1" y="136"/>
                        <a:pt x="1" y="291"/>
                      </a:cubicBezTo>
                      <a:cubicBezTo>
                        <a:pt x="1" y="452"/>
                        <a:pt x="131" y="582"/>
                        <a:pt x="302" y="582"/>
                      </a:cubicBezTo>
                      <a:lnTo>
                        <a:pt x="853" y="582"/>
                      </a:lnTo>
                      <a:cubicBezTo>
                        <a:pt x="1014" y="582"/>
                        <a:pt x="1144" y="452"/>
                        <a:pt x="1144" y="291"/>
                      </a:cubicBezTo>
                      <a:cubicBezTo>
                        <a:pt x="1144" y="127"/>
                        <a:pt x="1023" y="0"/>
                        <a:pt x="8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38"/>
                <p:cNvSpPr/>
                <p:nvPr/>
              </p:nvSpPr>
              <p:spPr>
                <a:xfrm>
                  <a:off x="6950388" y="2218575"/>
                  <a:ext cx="28625" cy="14575"/>
                </a:xfrm>
                <a:custGeom>
                  <a:avLst/>
                  <a:gdLst/>
                  <a:ahLst/>
                  <a:cxnLst/>
                  <a:rect l="l" t="t" r="r" b="b"/>
                  <a:pathLst>
                    <a:path w="1145" h="583" extrusionOk="0">
                      <a:moveTo>
                        <a:pt x="871" y="0"/>
                      </a:moveTo>
                      <a:cubicBezTo>
                        <a:pt x="865" y="0"/>
                        <a:pt x="859" y="0"/>
                        <a:pt x="853" y="1"/>
                      </a:cubicBezTo>
                      <a:lnTo>
                        <a:pt x="292" y="1"/>
                      </a:lnTo>
                      <a:cubicBezTo>
                        <a:pt x="286" y="0"/>
                        <a:pt x="281" y="0"/>
                        <a:pt x="276" y="0"/>
                      </a:cubicBezTo>
                      <a:cubicBezTo>
                        <a:pt x="123" y="0"/>
                        <a:pt x="1" y="136"/>
                        <a:pt x="1" y="291"/>
                      </a:cubicBezTo>
                      <a:cubicBezTo>
                        <a:pt x="1" y="452"/>
                        <a:pt x="131" y="582"/>
                        <a:pt x="292" y="582"/>
                      </a:cubicBezTo>
                      <a:lnTo>
                        <a:pt x="853" y="582"/>
                      </a:lnTo>
                      <a:cubicBezTo>
                        <a:pt x="1014" y="582"/>
                        <a:pt x="1144" y="452"/>
                        <a:pt x="1144" y="291"/>
                      </a:cubicBezTo>
                      <a:cubicBezTo>
                        <a:pt x="1144" y="127"/>
                        <a:pt x="1023" y="0"/>
                        <a:pt x="8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38"/>
                <p:cNvSpPr/>
                <p:nvPr/>
              </p:nvSpPr>
              <p:spPr>
                <a:xfrm>
                  <a:off x="6983988" y="2218575"/>
                  <a:ext cx="28625" cy="14575"/>
                </a:xfrm>
                <a:custGeom>
                  <a:avLst/>
                  <a:gdLst/>
                  <a:ahLst/>
                  <a:cxnLst/>
                  <a:rect l="l" t="t" r="r" b="b"/>
                  <a:pathLst>
                    <a:path w="1145" h="583" extrusionOk="0">
                      <a:moveTo>
                        <a:pt x="285" y="0"/>
                      </a:moveTo>
                      <a:cubicBezTo>
                        <a:pt x="131" y="0"/>
                        <a:pt x="1" y="127"/>
                        <a:pt x="11" y="291"/>
                      </a:cubicBezTo>
                      <a:cubicBezTo>
                        <a:pt x="1" y="452"/>
                        <a:pt x="141" y="582"/>
                        <a:pt x="302" y="582"/>
                      </a:cubicBezTo>
                      <a:lnTo>
                        <a:pt x="854" y="582"/>
                      </a:lnTo>
                      <a:cubicBezTo>
                        <a:pt x="1014" y="582"/>
                        <a:pt x="1144" y="452"/>
                        <a:pt x="1144" y="291"/>
                      </a:cubicBezTo>
                      <a:cubicBezTo>
                        <a:pt x="1144" y="131"/>
                        <a:pt x="1014" y="1"/>
                        <a:pt x="854" y="1"/>
                      </a:cubicBezTo>
                      <a:lnTo>
                        <a:pt x="302" y="1"/>
                      </a:lnTo>
                      <a:cubicBezTo>
                        <a:pt x="296" y="0"/>
                        <a:pt x="290" y="0"/>
                        <a:pt x="28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38"/>
                <p:cNvSpPr/>
                <p:nvPr/>
              </p:nvSpPr>
              <p:spPr>
                <a:xfrm>
                  <a:off x="7017863" y="2218575"/>
                  <a:ext cx="28600" cy="14575"/>
                </a:xfrm>
                <a:custGeom>
                  <a:avLst/>
                  <a:gdLst/>
                  <a:ahLst/>
                  <a:cxnLst/>
                  <a:rect l="l" t="t" r="r" b="b"/>
                  <a:pathLst>
                    <a:path w="1144" h="583" extrusionOk="0">
                      <a:moveTo>
                        <a:pt x="274" y="0"/>
                      </a:moveTo>
                      <a:cubicBezTo>
                        <a:pt x="121" y="0"/>
                        <a:pt x="0" y="127"/>
                        <a:pt x="0" y="291"/>
                      </a:cubicBezTo>
                      <a:cubicBezTo>
                        <a:pt x="0" y="452"/>
                        <a:pt x="130" y="582"/>
                        <a:pt x="291" y="582"/>
                      </a:cubicBezTo>
                      <a:lnTo>
                        <a:pt x="853" y="582"/>
                      </a:lnTo>
                      <a:cubicBezTo>
                        <a:pt x="1013" y="582"/>
                        <a:pt x="1144" y="452"/>
                        <a:pt x="1144" y="291"/>
                      </a:cubicBezTo>
                      <a:cubicBezTo>
                        <a:pt x="1144" y="136"/>
                        <a:pt x="1022" y="0"/>
                        <a:pt x="869" y="0"/>
                      </a:cubicBezTo>
                      <a:cubicBezTo>
                        <a:pt x="863" y="0"/>
                        <a:pt x="858" y="0"/>
                        <a:pt x="853" y="1"/>
                      </a:cubicBezTo>
                      <a:lnTo>
                        <a:pt x="291" y="1"/>
                      </a:lnTo>
                      <a:cubicBezTo>
                        <a:pt x="285" y="0"/>
                        <a:pt x="279" y="0"/>
                        <a:pt x="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38"/>
                <p:cNvSpPr/>
                <p:nvPr/>
              </p:nvSpPr>
              <p:spPr>
                <a:xfrm>
                  <a:off x="7051713" y="2218575"/>
                  <a:ext cx="28600" cy="14575"/>
                </a:xfrm>
                <a:custGeom>
                  <a:avLst/>
                  <a:gdLst/>
                  <a:ahLst/>
                  <a:cxnLst/>
                  <a:rect l="l" t="t" r="r" b="b"/>
                  <a:pathLst>
                    <a:path w="1144" h="583" extrusionOk="0">
                      <a:moveTo>
                        <a:pt x="274" y="0"/>
                      </a:moveTo>
                      <a:cubicBezTo>
                        <a:pt x="121" y="0"/>
                        <a:pt x="0" y="127"/>
                        <a:pt x="0" y="291"/>
                      </a:cubicBezTo>
                      <a:cubicBezTo>
                        <a:pt x="0" y="452"/>
                        <a:pt x="131" y="582"/>
                        <a:pt x="291" y="582"/>
                      </a:cubicBezTo>
                      <a:lnTo>
                        <a:pt x="853" y="582"/>
                      </a:lnTo>
                      <a:cubicBezTo>
                        <a:pt x="1013" y="582"/>
                        <a:pt x="1144" y="452"/>
                        <a:pt x="1144" y="291"/>
                      </a:cubicBezTo>
                      <a:cubicBezTo>
                        <a:pt x="1144" y="136"/>
                        <a:pt x="1022" y="0"/>
                        <a:pt x="869" y="0"/>
                      </a:cubicBezTo>
                      <a:cubicBezTo>
                        <a:pt x="864" y="0"/>
                        <a:pt x="858" y="0"/>
                        <a:pt x="853" y="1"/>
                      </a:cubicBezTo>
                      <a:lnTo>
                        <a:pt x="291" y="1"/>
                      </a:lnTo>
                      <a:cubicBezTo>
                        <a:pt x="285" y="0"/>
                        <a:pt x="279" y="0"/>
                        <a:pt x="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38"/>
                <p:cNvSpPr/>
                <p:nvPr/>
              </p:nvSpPr>
              <p:spPr>
                <a:xfrm>
                  <a:off x="7085313" y="2218575"/>
                  <a:ext cx="28600" cy="14575"/>
                </a:xfrm>
                <a:custGeom>
                  <a:avLst/>
                  <a:gdLst/>
                  <a:ahLst/>
                  <a:cxnLst/>
                  <a:rect l="l" t="t" r="r" b="b"/>
                  <a:pathLst>
                    <a:path w="1144" h="583" extrusionOk="0">
                      <a:moveTo>
                        <a:pt x="283" y="0"/>
                      </a:moveTo>
                      <a:cubicBezTo>
                        <a:pt x="121" y="0"/>
                        <a:pt x="0" y="127"/>
                        <a:pt x="0" y="291"/>
                      </a:cubicBezTo>
                      <a:cubicBezTo>
                        <a:pt x="0" y="452"/>
                        <a:pt x="131" y="582"/>
                        <a:pt x="301" y="582"/>
                      </a:cubicBezTo>
                      <a:lnTo>
                        <a:pt x="853" y="582"/>
                      </a:lnTo>
                      <a:cubicBezTo>
                        <a:pt x="1013" y="582"/>
                        <a:pt x="1144" y="452"/>
                        <a:pt x="1144" y="291"/>
                      </a:cubicBezTo>
                      <a:cubicBezTo>
                        <a:pt x="1144" y="127"/>
                        <a:pt x="1023" y="0"/>
                        <a:pt x="870" y="0"/>
                      </a:cubicBezTo>
                      <a:cubicBezTo>
                        <a:pt x="864" y="0"/>
                        <a:pt x="859" y="0"/>
                        <a:pt x="853" y="1"/>
                      </a:cubicBezTo>
                      <a:lnTo>
                        <a:pt x="301" y="1"/>
                      </a:lnTo>
                      <a:cubicBezTo>
                        <a:pt x="295" y="0"/>
                        <a:pt x="289" y="0"/>
                        <a:pt x="2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38"/>
                <p:cNvSpPr/>
                <p:nvPr/>
              </p:nvSpPr>
              <p:spPr>
                <a:xfrm>
                  <a:off x="7186363" y="2218575"/>
                  <a:ext cx="28625" cy="14575"/>
                </a:xfrm>
                <a:custGeom>
                  <a:avLst/>
                  <a:gdLst/>
                  <a:ahLst/>
                  <a:cxnLst/>
                  <a:rect l="l" t="t" r="r" b="b"/>
                  <a:pathLst>
                    <a:path w="1145" h="583" extrusionOk="0">
                      <a:moveTo>
                        <a:pt x="870" y="0"/>
                      </a:moveTo>
                      <a:cubicBezTo>
                        <a:pt x="865" y="0"/>
                        <a:pt x="859" y="0"/>
                        <a:pt x="853" y="1"/>
                      </a:cubicBezTo>
                      <a:lnTo>
                        <a:pt x="291" y="1"/>
                      </a:lnTo>
                      <a:cubicBezTo>
                        <a:pt x="286" y="0"/>
                        <a:pt x="281" y="0"/>
                        <a:pt x="275" y="0"/>
                      </a:cubicBezTo>
                      <a:cubicBezTo>
                        <a:pt x="122" y="0"/>
                        <a:pt x="1" y="136"/>
                        <a:pt x="1" y="291"/>
                      </a:cubicBezTo>
                      <a:cubicBezTo>
                        <a:pt x="1" y="452"/>
                        <a:pt x="131" y="582"/>
                        <a:pt x="291" y="582"/>
                      </a:cubicBezTo>
                      <a:lnTo>
                        <a:pt x="853" y="582"/>
                      </a:lnTo>
                      <a:cubicBezTo>
                        <a:pt x="1014" y="582"/>
                        <a:pt x="1144" y="452"/>
                        <a:pt x="1144" y="291"/>
                      </a:cubicBezTo>
                      <a:cubicBezTo>
                        <a:pt x="1144" y="127"/>
                        <a:pt x="1023" y="0"/>
                        <a:pt x="8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38"/>
                <p:cNvSpPr/>
                <p:nvPr/>
              </p:nvSpPr>
              <p:spPr>
                <a:xfrm>
                  <a:off x="7220213" y="2218575"/>
                  <a:ext cx="28625" cy="14575"/>
                </a:xfrm>
                <a:custGeom>
                  <a:avLst/>
                  <a:gdLst/>
                  <a:ahLst/>
                  <a:cxnLst/>
                  <a:rect l="l" t="t" r="r" b="b"/>
                  <a:pathLst>
                    <a:path w="1145" h="583" extrusionOk="0">
                      <a:moveTo>
                        <a:pt x="871" y="0"/>
                      </a:moveTo>
                      <a:cubicBezTo>
                        <a:pt x="865" y="0"/>
                        <a:pt x="859" y="0"/>
                        <a:pt x="853" y="1"/>
                      </a:cubicBezTo>
                      <a:lnTo>
                        <a:pt x="292" y="1"/>
                      </a:lnTo>
                      <a:cubicBezTo>
                        <a:pt x="286" y="0"/>
                        <a:pt x="281" y="0"/>
                        <a:pt x="275" y="0"/>
                      </a:cubicBezTo>
                      <a:cubicBezTo>
                        <a:pt x="122" y="0"/>
                        <a:pt x="1" y="136"/>
                        <a:pt x="1" y="291"/>
                      </a:cubicBezTo>
                      <a:cubicBezTo>
                        <a:pt x="1" y="452"/>
                        <a:pt x="131" y="582"/>
                        <a:pt x="292" y="582"/>
                      </a:cubicBezTo>
                      <a:lnTo>
                        <a:pt x="853" y="582"/>
                      </a:lnTo>
                      <a:cubicBezTo>
                        <a:pt x="1014" y="582"/>
                        <a:pt x="1144" y="452"/>
                        <a:pt x="1144" y="291"/>
                      </a:cubicBezTo>
                      <a:cubicBezTo>
                        <a:pt x="1144" y="127"/>
                        <a:pt x="1023" y="0"/>
                        <a:pt x="87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38"/>
                <p:cNvSpPr/>
                <p:nvPr/>
              </p:nvSpPr>
              <p:spPr>
                <a:xfrm>
                  <a:off x="7253838" y="2218575"/>
                  <a:ext cx="28600" cy="14575"/>
                </a:xfrm>
                <a:custGeom>
                  <a:avLst/>
                  <a:gdLst/>
                  <a:ahLst/>
                  <a:cxnLst/>
                  <a:rect l="l" t="t" r="r" b="b"/>
                  <a:pathLst>
                    <a:path w="1144" h="583" extrusionOk="0">
                      <a:moveTo>
                        <a:pt x="283" y="0"/>
                      </a:moveTo>
                      <a:cubicBezTo>
                        <a:pt x="130" y="0"/>
                        <a:pt x="0" y="127"/>
                        <a:pt x="10" y="291"/>
                      </a:cubicBezTo>
                      <a:cubicBezTo>
                        <a:pt x="10" y="452"/>
                        <a:pt x="140" y="582"/>
                        <a:pt x="301" y="582"/>
                      </a:cubicBezTo>
                      <a:lnTo>
                        <a:pt x="852" y="582"/>
                      </a:lnTo>
                      <a:cubicBezTo>
                        <a:pt x="1013" y="582"/>
                        <a:pt x="1143" y="452"/>
                        <a:pt x="1143" y="291"/>
                      </a:cubicBezTo>
                      <a:cubicBezTo>
                        <a:pt x="1143" y="131"/>
                        <a:pt x="1013" y="1"/>
                        <a:pt x="852" y="1"/>
                      </a:cubicBezTo>
                      <a:lnTo>
                        <a:pt x="301" y="1"/>
                      </a:lnTo>
                      <a:cubicBezTo>
                        <a:pt x="295" y="0"/>
                        <a:pt x="289" y="0"/>
                        <a:pt x="2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38"/>
                <p:cNvSpPr/>
                <p:nvPr/>
              </p:nvSpPr>
              <p:spPr>
                <a:xfrm>
                  <a:off x="7287663" y="2218575"/>
                  <a:ext cx="28625" cy="14575"/>
                </a:xfrm>
                <a:custGeom>
                  <a:avLst/>
                  <a:gdLst/>
                  <a:ahLst/>
                  <a:cxnLst/>
                  <a:rect l="l" t="t" r="r" b="b"/>
                  <a:pathLst>
                    <a:path w="1145" h="583" extrusionOk="0">
                      <a:moveTo>
                        <a:pt x="274" y="0"/>
                      </a:moveTo>
                      <a:cubicBezTo>
                        <a:pt x="122" y="0"/>
                        <a:pt x="1" y="127"/>
                        <a:pt x="1" y="291"/>
                      </a:cubicBezTo>
                      <a:cubicBezTo>
                        <a:pt x="1" y="452"/>
                        <a:pt x="131" y="582"/>
                        <a:pt x="292" y="582"/>
                      </a:cubicBezTo>
                      <a:lnTo>
                        <a:pt x="853" y="582"/>
                      </a:lnTo>
                      <a:cubicBezTo>
                        <a:pt x="1014" y="582"/>
                        <a:pt x="1144" y="452"/>
                        <a:pt x="1144" y="291"/>
                      </a:cubicBezTo>
                      <a:cubicBezTo>
                        <a:pt x="1144" y="136"/>
                        <a:pt x="1023" y="0"/>
                        <a:pt x="870" y="0"/>
                      </a:cubicBezTo>
                      <a:cubicBezTo>
                        <a:pt x="864" y="0"/>
                        <a:pt x="859" y="0"/>
                        <a:pt x="853" y="1"/>
                      </a:cubicBezTo>
                      <a:lnTo>
                        <a:pt x="292" y="1"/>
                      </a:lnTo>
                      <a:cubicBezTo>
                        <a:pt x="286" y="0"/>
                        <a:pt x="280" y="0"/>
                        <a:pt x="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38"/>
                <p:cNvSpPr/>
                <p:nvPr/>
              </p:nvSpPr>
              <p:spPr>
                <a:xfrm>
                  <a:off x="7321538" y="2218575"/>
                  <a:ext cx="28600" cy="14575"/>
                </a:xfrm>
                <a:custGeom>
                  <a:avLst/>
                  <a:gdLst/>
                  <a:ahLst/>
                  <a:cxnLst/>
                  <a:rect l="l" t="t" r="r" b="b"/>
                  <a:pathLst>
                    <a:path w="1144" h="583" extrusionOk="0">
                      <a:moveTo>
                        <a:pt x="274" y="0"/>
                      </a:moveTo>
                      <a:cubicBezTo>
                        <a:pt x="121" y="0"/>
                        <a:pt x="0" y="127"/>
                        <a:pt x="0" y="291"/>
                      </a:cubicBezTo>
                      <a:cubicBezTo>
                        <a:pt x="0" y="452"/>
                        <a:pt x="130" y="582"/>
                        <a:pt x="291" y="582"/>
                      </a:cubicBezTo>
                      <a:lnTo>
                        <a:pt x="843" y="582"/>
                      </a:lnTo>
                      <a:cubicBezTo>
                        <a:pt x="1013" y="582"/>
                        <a:pt x="1144" y="452"/>
                        <a:pt x="1144" y="291"/>
                      </a:cubicBezTo>
                      <a:cubicBezTo>
                        <a:pt x="1144" y="131"/>
                        <a:pt x="1013" y="1"/>
                        <a:pt x="853" y="1"/>
                      </a:cubicBezTo>
                      <a:lnTo>
                        <a:pt x="291" y="1"/>
                      </a:lnTo>
                      <a:cubicBezTo>
                        <a:pt x="285" y="0"/>
                        <a:pt x="279" y="0"/>
                        <a:pt x="27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3" name="Google Shape;593;p38"/>
              <p:cNvSpPr/>
              <p:nvPr/>
            </p:nvSpPr>
            <p:spPr>
              <a:xfrm>
                <a:off x="7018363" y="2191750"/>
                <a:ext cx="44150" cy="22350"/>
              </a:xfrm>
              <a:custGeom>
                <a:avLst/>
                <a:gdLst/>
                <a:ahLst/>
                <a:cxnLst/>
                <a:rect l="l" t="t" r="r" b="b"/>
                <a:pathLst>
                  <a:path w="1766" h="894" extrusionOk="0">
                    <a:moveTo>
                      <a:pt x="0" y="0"/>
                    </a:moveTo>
                    <a:lnTo>
                      <a:pt x="0" y="893"/>
                    </a:lnTo>
                    <a:lnTo>
                      <a:pt x="1765" y="893"/>
                    </a:lnTo>
                    <a:lnTo>
                      <a:pt x="17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38"/>
              <p:cNvSpPr/>
              <p:nvPr/>
            </p:nvSpPr>
            <p:spPr>
              <a:xfrm>
                <a:off x="7066238" y="2191750"/>
                <a:ext cx="48425" cy="22350"/>
              </a:xfrm>
              <a:custGeom>
                <a:avLst/>
                <a:gdLst/>
                <a:ahLst/>
                <a:cxnLst/>
                <a:rect l="l" t="t" r="r" b="b"/>
                <a:pathLst>
                  <a:path w="1937" h="894" extrusionOk="0">
                    <a:moveTo>
                      <a:pt x="1" y="0"/>
                    </a:moveTo>
                    <a:lnTo>
                      <a:pt x="1" y="893"/>
                    </a:lnTo>
                    <a:lnTo>
                      <a:pt x="1937" y="893"/>
                    </a:lnTo>
                    <a:lnTo>
                      <a:pt x="193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38"/>
              <p:cNvSpPr/>
              <p:nvPr/>
            </p:nvSpPr>
            <p:spPr>
              <a:xfrm>
                <a:off x="7118163" y="2191750"/>
                <a:ext cx="48425" cy="22350"/>
              </a:xfrm>
              <a:custGeom>
                <a:avLst/>
                <a:gdLst/>
                <a:ahLst/>
                <a:cxnLst/>
                <a:rect l="l" t="t" r="r" b="b"/>
                <a:pathLst>
                  <a:path w="1937" h="894" extrusionOk="0">
                    <a:moveTo>
                      <a:pt x="0" y="0"/>
                    </a:moveTo>
                    <a:lnTo>
                      <a:pt x="0" y="893"/>
                    </a:lnTo>
                    <a:lnTo>
                      <a:pt x="1936" y="893"/>
                    </a:lnTo>
                    <a:lnTo>
                      <a:pt x="19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38"/>
              <p:cNvSpPr/>
              <p:nvPr/>
            </p:nvSpPr>
            <p:spPr>
              <a:xfrm>
                <a:off x="7170313" y="2191750"/>
                <a:ext cx="39900" cy="22350"/>
              </a:xfrm>
              <a:custGeom>
                <a:avLst/>
                <a:gdLst/>
                <a:ahLst/>
                <a:cxnLst/>
                <a:rect l="l" t="t" r="r" b="b"/>
                <a:pathLst>
                  <a:path w="1596" h="894" extrusionOk="0">
                    <a:moveTo>
                      <a:pt x="1" y="0"/>
                    </a:moveTo>
                    <a:lnTo>
                      <a:pt x="1" y="893"/>
                    </a:lnTo>
                    <a:lnTo>
                      <a:pt x="1595" y="893"/>
                    </a:lnTo>
                    <a:lnTo>
                      <a:pt x="159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38"/>
              <p:cNvSpPr/>
              <p:nvPr/>
            </p:nvSpPr>
            <p:spPr>
              <a:xfrm>
                <a:off x="7213938" y="2191750"/>
                <a:ext cx="41650" cy="22350"/>
              </a:xfrm>
              <a:custGeom>
                <a:avLst/>
                <a:gdLst/>
                <a:ahLst/>
                <a:cxnLst/>
                <a:rect l="l" t="t" r="r" b="b"/>
                <a:pathLst>
                  <a:path w="1666" h="894" extrusionOk="0">
                    <a:moveTo>
                      <a:pt x="1" y="0"/>
                    </a:moveTo>
                    <a:lnTo>
                      <a:pt x="1" y="893"/>
                    </a:lnTo>
                    <a:lnTo>
                      <a:pt x="1666" y="893"/>
                    </a:lnTo>
                    <a:lnTo>
                      <a:pt x="166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38"/>
              <p:cNvSpPr/>
              <p:nvPr/>
            </p:nvSpPr>
            <p:spPr>
              <a:xfrm>
                <a:off x="6957413" y="2191750"/>
                <a:ext cx="57200" cy="22350"/>
              </a:xfrm>
              <a:custGeom>
                <a:avLst/>
                <a:gdLst/>
                <a:ahLst/>
                <a:cxnLst/>
                <a:rect l="l" t="t" r="r" b="b"/>
                <a:pathLst>
                  <a:path w="2288" h="894" extrusionOk="0">
                    <a:moveTo>
                      <a:pt x="1" y="0"/>
                    </a:moveTo>
                    <a:lnTo>
                      <a:pt x="1" y="893"/>
                    </a:lnTo>
                    <a:lnTo>
                      <a:pt x="2288" y="893"/>
                    </a:lnTo>
                    <a:lnTo>
                      <a:pt x="228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38"/>
              <p:cNvSpPr/>
              <p:nvPr/>
            </p:nvSpPr>
            <p:spPr>
              <a:xfrm>
                <a:off x="6781638" y="2115775"/>
                <a:ext cx="36625" cy="21075"/>
              </a:xfrm>
              <a:custGeom>
                <a:avLst/>
                <a:gdLst/>
                <a:ahLst/>
                <a:cxnLst/>
                <a:rect l="l" t="t" r="r" b="b"/>
                <a:pathLst>
                  <a:path w="1465" h="843" extrusionOk="0">
                    <a:moveTo>
                      <a:pt x="422" y="0"/>
                    </a:moveTo>
                    <a:cubicBezTo>
                      <a:pt x="191" y="0"/>
                      <a:pt x="0" y="181"/>
                      <a:pt x="0" y="421"/>
                    </a:cubicBezTo>
                    <a:cubicBezTo>
                      <a:pt x="0" y="652"/>
                      <a:pt x="191" y="843"/>
                      <a:pt x="422" y="843"/>
                    </a:cubicBezTo>
                    <a:lnTo>
                      <a:pt x="1043" y="843"/>
                    </a:lnTo>
                    <a:cubicBezTo>
                      <a:pt x="1274" y="843"/>
                      <a:pt x="1465" y="652"/>
                      <a:pt x="1465" y="421"/>
                    </a:cubicBezTo>
                    <a:cubicBezTo>
                      <a:pt x="1465" y="181"/>
                      <a:pt x="1274" y="0"/>
                      <a:pt x="104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8"/>
              <p:cNvSpPr/>
              <p:nvPr/>
            </p:nvSpPr>
            <p:spPr>
              <a:xfrm>
                <a:off x="6868638" y="2126800"/>
                <a:ext cx="86800" cy="55950"/>
              </a:xfrm>
              <a:custGeom>
                <a:avLst/>
                <a:gdLst/>
                <a:ahLst/>
                <a:cxnLst/>
                <a:rect l="l" t="t" r="r" b="b"/>
                <a:pathLst>
                  <a:path w="3472" h="2238" extrusionOk="0">
                    <a:moveTo>
                      <a:pt x="573" y="0"/>
                    </a:moveTo>
                    <a:cubicBezTo>
                      <a:pt x="262" y="0"/>
                      <a:pt x="1" y="151"/>
                      <a:pt x="1" y="351"/>
                    </a:cubicBezTo>
                    <a:lnTo>
                      <a:pt x="1" y="662"/>
                    </a:lnTo>
                    <a:cubicBezTo>
                      <a:pt x="81" y="632"/>
                      <a:pt x="151" y="622"/>
                      <a:pt x="232" y="622"/>
                    </a:cubicBezTo>
                    <a:lnTo>
                      <a:pt x="1415" y="622"/>
                    </a:lnTo>
                    <a:cubicBezTo>
                      <a:pt x="1736" y="632"/>
                      <a:pt x="2057" y="753"/>
                      <a:pt x="2298" y="973"/>
                    </a:cubicBezTo>
                    <a:lnTo>
                      <a:pt x="3471" y="2237"/>
                    </a:lnTo>
                    <a:lnTo>
                      <a:pt x="2498" y="351"/>
                    </a:lnTo>
                    <a:cubicBezTo>
                      <a:pt x="2388" y="161"/>
                      <a:pt x="2057" y="0"/>
                      <a:pt x="17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38"/>
              <p:cNvSpPr/>
              <p:nvPr/>
            </p:nvSpPr>
            <p:spPr>
              <a:xfrm>
                <a:off x="6966938" y="1966050"/>
                <a:ext cx="7550" cy="525"/>
              </a:xfrm>
              <a:custGeom>
                <a:avLst/>
                <a:gdLst/>
                <a:ahLst/>
                <a:cxnLst/>
                <a:rect l="l" t="t" r="r" b="b"/>
                <a:pathLst>
                  <a:path w="302" h="21" extrusionOk="0">
                    <a:moveTo>
                      <a:pt x="1" y="1"/>
                    </a:moveTo>
                    <a:lnTo>
                      <a:pt x="1" y="21"/>
                    </a:lnTo>
                    <a:lnTo>
                      <a:pt x="302" y="21"/>
                    </a:ln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38"/>
              <p:cNvSpPr/>
              <p:nvPr/>
            </p:nvSpPr>
            <p:spPr>
              <a:xfrm>
                <a:off x="6965938" y="1976100"/>
                <a:ext cx="9050" cy="775"/>
              </a:xfrm>
              <a:custGeom>
                <a:avLst/>
                <a:gdLst/>
                <a:ahLst/>
                <a:cxnLst/>
                <a:rect l="l" t="t" r="r" b="b"/>
                <a:pathLst>
                  <a:path w="362" h="31" extrusionOk="0">
                    <a:moveTo>
                      <a:pt x="1" y="0"/>
                    </a:moveTo>
                    <a:lnTo>
                      <a:pt x="1" y="30"/>
                    </a:lnTo>
                    <a:lnTo>
                      <a:pt x="362" y="30"/>
                    </a:lnTo>
                    <a:lnTo>
                      <a:pt x="36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8"/>
              <p:cNvSpPr/>
              <p:nvPr/>
            </p:nvSpPr>
            <p:spPr>
              <a:xfrm>
                <a:off x="6964938" y="1989625"/>
                <a:ext cx="11300" cy="775"/>
              </a:xfrm>
              <a:custGeom>
                <a:avLst/>
                <a:gdLst/>
                <a:ahLst/>
                <a:cxnLst/>
                <a:rect l="l" t="t" r="r" b="b"/>
                <a:pathLst>
                  <a:path w="452" h="31" extrusionOk="0">
                    <a:moveTo>
                      <a:pt x="1" y="1"/>
                    </a:moveTo>
                    <a:lnTo>
                      <a:pt x="1" y="31"/>
                    </a:lnTo>
                    <a:lnTo>
                      <a:pt x="452" y="31"/>
                    </a:lnTo>
                    <a:lnTo>
                      <a:pt x="45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38"/>
              <p:cNvSpPr/>
              <p:nvPr/>
            </p:nvSpPr>
            <p:spPr>
              <a:xfrm>
                <a:off x="6962938" y="1990875"/>
                <a:ext cx="13050" cy="18850"/>
              </a:xfrm>
              <a:custGeom>
                <a:avLst/>
                <a:gdLst/>
                <a:ahLst/>
                <a:cxnLst/>
                <a:rect l="l" t="t" r="r" b="b"/>
                <a:pathLst>
                  <a:path w="522" h="754" extrusionOk="0">
                    <a:moveTo>
                      <a:pt x="512" y="1"/>
                    </a:moveTo>
                    <a:lnTo>
                      <a:pt x="0" y="713"/>
                    </a:lnTo>
                    <a:lnTo>
                      <a:pt x="0" y="753"/>
                    </a:lnTo>
                    <a:lnTo>
                      <a:pt x="522" y="31"/>
                    </a:lnTo>
                    <a:lnTo>
                      <a:pt x="51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38"/>
              <p:cNvSpPr/>
              <p:nvPr/>
            </p:nvSpPr>
            <p:spPr>
              <a:xfrm>
                <a:off x="6964438" y="1976600"/>
                <a:ext cx="11300" cy="14550"/>
              </a:xfrm>
              <a:custGeom>
                <a:avLst/>
                <a:gdLst/>
                <a:ahLst/>
                <a:cxnLst/>
                <a:rect l="l" t="t" r="r" b="b"/>
                <a:pathLst>
                  <a:path w="452" h="582" extrusionOk="0">
                    <a:moveTo>
                      <a:pt x="452" y="0"/>
                    </a:moveTo>
                    <a:lnTo>
                      <a:pt x="1" y="552"/>
                    </a:lnTo>
                    <a:lnTo>
                      <a:pt x="1" y="582"/>
                    </a:lnTo>
                    <a:lnTo>
                      <a:pt x="452" y="20"/>
                    </a:lnTo>
                    <a:lnTo>
                      <a:pt x="4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38"/>
              <p:cNvSpPr/>
              <p:nvPr/>
            </p:nvSpPr>
            <p:spPr>
              <a:xfrm>
                <a:off x="6965938" y="1966550"/>
                <a:ext cx="8550" cy="10325"/>
              </a:xfrm>
              <a:custGeom>
                <a:avLst/>
                <a:gdLst/>
                <a:ahLst/>
                <a:cxnLst/>
                <a:rect l="l" t="t" r="r" b="b"/>
                <a:pathLst>
                  <a:path w="342" h="413" extrusionOk="0">
                    <a:moveTo>
                      <a:pt x="342" y="1"/>
                    </a:moveTo>
                    <a:lnTo>
                      <a:pt x="1" y="392"/>
                    </a:lnTo>
                    <a:lnTo>
                      <a:pt x="1" y="412"/>
                    </a:lnTo>
                    <a:lnTo>
                      <a:pt x="342" y="21"/>
                    </a:lnTo>
                    <a:lnTo>
                      <a:pt x="34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38"/>
              <p:cNvSpPr/>
              <p:nvPr/>
            </p:nvSpPr>
            <p:spPr>
              <a:xfrm>
                <a:off x="6966938" y="1959300"/>
                <a:ext cx="6550" cy="7775"/>
              </a:xfrm>
              <a:custGeom>
                <a:avLst/>
                <a:gdLst/>
                <a:ahLst/>
                <a:cxnLst/>
                <a:rect l="l" t="t" r="r" b="b"/>
                <a:pathLst>
                  <a:path w="262" h="311" extrusionOk="0">
                    <a:moveTo>
                      <a:pt x="252" y="0"/>
                    </a:moveTo>
                    <a:lnTo>
                      <a:pt x="1" y="291"/>
                    </a:lnTo>
                    <a:lnTo>
                      <a:pt x="1" y="311"/>
                    </a:lnTo>
                    <a:lnTo>
                      <a:pt x="262" y="20"/>
                    </a:lnTo>
                    <a:lnTo>
                      <a:pt x="25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38"/>
              <p:cNvSpPr/>
              <p:nvPr/>
            </p:nvSpPr>
            <p:spPr>
              <a:xfrm>
                <a:off x="6967438" y="1959300"/>
                <a:ext cx="6550" cy="7775"/>
              </a:xfrm>
              <a:custGeom>
                <a:avLst/>
                <a:gdLst/>
                <a:ahLst/>
                <a:cxnLst/>
                <a:rect l="l" t="t" r="r" b="b"/>
                <a:pathLst>
                  <a:path w="262" h="311" extrusionOk="0">
                    <a:moveTo>
                      <a:pt x="1" y="0"/>
                    </a:moveTo>
                    <a:lnTo>
                      <a:pt x="1" y="20"/>
                    </a:lnTo>
                    <a:lnTo>
                      <a:pt x="262" y="311"/>
                    </a:lnTo>
                    <a:lnTo>
                      <a:pt x="262" y="291"/>
                    </a:lnTo>
                    <a:lnTo>
                      <a:pt x="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38"/>
              <p:cNvSpPr/>
              <p:nvPr/>
            </p:nvSpPr>
            <p:spPr>
              <a:xfrm>
                <a:off x="6966688" y="1968075"/>
                <a:ext cx="8550" cy="8300"/>
              </a:xfrm>
              <a:custGeom>
                <a:avLst/>
                <a:gdLst/>
                <a:ahLst/>
                <a:cxnLst/>
                <a:rect l="l" t="t" r="r" b="b"/>
                <a:pathLst>
                  <a:path w="342" h="332" extrusionOk="0">
                    <a:moveTo>
                      <a:pt x="11" y="0"/>
                    </a:moveTo>
                    <a:lnTo>
                      <a:pt x="1" y="20"/>
                    </a:lnTo>
                    <a:lnTo>
                      <a:pt x="342" y="331"/>
                    </a:lnTo>
                    <a:lnTo>
                      <a:pt x="342" y="311"/>
                    </a:lnTo>
                    <a:lnTo>
                      <a:pt x="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38"/>
              <p:cNvSpPr/>
              <p:nvPr/>
            </p:nvSpPr>
            <p:spPr>
              <a:xfrm>
                <a:off x="6966188" y="1976850"/>
                <a:ext cx="10825" cy="14550"/>
              </a:xfrm>
              <a:custGeom>
                <a:avLst/>
                <a:gdLst/>
                <a:ahLst/>
                <a:cxnLst/>
                <a:rect l="l" t="t" r="r" b="b"/>
                <a:pathLst>
                  <a:path w="433" h="582" extrusionOk="0">
                    <a:moveTo>
                      <a:pt x="11" y="0"/>
                    </a:moveTo>
                    <a:lnTo>
                      <a:pt x="1" y="20"/>
                    </a:lnTo>
                    <a:lnTo>
                      <a:pt x="422" y="582"/>
                    </a:lnTo>
                    <a:lnTo>
                      <a:pt x="432" y="552"/>
                    </a:lnTo>
                    <a:lnTo>
                      <a:pt x="1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38"/>
              <p:cNvSpPr/>
              <p:nvPr/>
            </p:nvSpPr>
            <p:spPr>
              <a:xfrm>
                <a:off x="6964938" y="1989875"/>
                <a:ext cx="13075" cy="17325"/>
              </a:xfrm>
              <a:custGeom>
                <a:avLst/>
                <a:gdLst/>
                <a:ahLst/>
                <a:cxnLst/>
                <a:rect l="l" t="t" r="r" b="b"/>
                <a:pathLst>
                  <a:path w="523" h="693" extrusionOk="0">
                    <a:moveTo>
                      <a:pt x="11" y="1"/>
                    </a:moveTo>
                    <a:lnTo>
                      <a:pt x="1" y="31"/>
                    </a:lnTo>
                    <a:lnTo>
                      <a:pt x="522" y="693"/>
                    </a:lnTo>
                    <a:lnTo>
                      <a:pt x="522" y="653"/>
                    </a:lnTo>
                    <a:lnTo>
                      <a:pt x="1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38"/>
              <p:cNvSpPr/>
              <p:nvPr/>
            </p:nvSpPr>
            <p:spPr>
              <a:xfrm>
                <a:off x="6960938" y="1951775"/>
                <a:ext cx="7550" cy="71975"/>
              </a:xfrm>
              <a:custGeom>
                <a:avLst/>
                <a:gdLst/>
                <a:ahLst/>
                <a:cxnLst/>
                <a:rect l="l" t="t" r="r" b="b"/>
                <a:pathLst>
                  <a:path w="302" h="2879" extrusionOk="0">
                    <a:moveTo>
                      <a:pt x="261" y="0"/>
                    </a:moveTo>
                    <a:lnTo>
                      <a:pt x="0" y="2879"/>
                    </a:lnTo>
                    <a:lnTo>
                      <a:pt x="70" y="2879"/>
                    </a:lnTo>
                    <a:lnTo>
                      <a:pt x="30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38"/>
              <p:cNvSpPr/>
              <p:nvPr/>
            </p:nvSpPr>
            <p:spPr>
              <a:xfrm>
                <a:off x="6972963" y="1951775"/>
                <a:ext cx="7550" cy="71975"/>
              </a:xfrm>
              <a:custGeom>
                <a:avLst/>
                <a:gdLst/>
                <a:ahLst/>
                <a:cxnLst/>
                <a:rect l="l" t="t" r="r" b="b"/>
                <a:pathLst>
                  <a:path w="302" h="2879" extrusionOk="0">
                    <a:moveTo>
                      <a:pt x="1" y="0"/>
                    </a:moveTo>
                    <a:lnTo>
                      <a:pt x="231" y="2879"/>
                    </a:lnTo>
                    <a:lnTo>
                      <a:pt x="301" y="2879"/>
                    </a:lnTo>
                    <a:lnTo>
                      <a:pt x="3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38"/>
              <p:cNvSpPr/>
              <p:nvPr/>
            </p:nvSpPr>
            <p:spPr>
              <a:xfrm>
                <a:off x="6930338" y="1951775"/>
                <a:ext cx="54175" cy="2275"/>
              </a:xfrm>
              <a:custGeom>
                <a:avLst/>
                <a:gdLst/>
                <a:ahLst/>
                <a:cxnLst/>
                <a:rect l="l" t="t" r="r" b="b"/>
                <a:pathLst>
                  <a:path w="2167" h="91" extrusionOk="0">
                    <a:moveTo>
                      <a:pt x="0" y="0"/>
                    </a:moveTo>
                    <a:lnTo>
                      <a:pt x="0" y="90"/>
                    </a:lnTo>
                    <a:lnTo>
                      <a:pt x="2167" y="90"/>
                    </a:lnTo>
                    <a:lnTo>
                      <a:pt x="216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38"/>
              <p:cNvSpPr/>
              <p:nvPr/>
            </p:nvSpPr>
            <p:spPr>
              <a:xfrm>
                <a:off x="6966938" y="1938725"/>
                <a:ext cx="9550" cy="14075"/>
              </a:xfrm>
              <a:custGeom>
                <a:avLst/>
                <a:gdLst/>
                <a:ahLst/>
                <a:cxnLst/>
                <a:rect l="l" t="t" r="r" b="b"/>
                <a:pathLst>
                  <a:path w="382" h="563" extrusionOk="0">
                    <a:moveTo>
                      <a:pt x="91" y="1"/>
                    </a:moveTo>
                    <a:lnTo>
                      <a:pt x="1" y="562"/>
                    </a:lnTo>
                    <a:lnTo>
                      <a:pt x="382" y="562"/>
                    </a:lnTo>
                    <a:lnTo>
                      <a:pt x="9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38"/>
              <p:cNvSpPr/>
              <p:nvPr/>
            </p:nvSpPr>
            <p:spPr>
              <a:xfrm>
                <a:off x="7036413" y="2051825"/>
                <a:ext cx="32375" cy="16575"/>
              </a:xfrm>
              <a:custGeom>
                <a:avLst/>
                <a:gdLst/>
                <a:ahLst/>
                <a:cxnLst/>
                <a:rect l="l" t="t" r="r" b="b"/>
                <a:pathLst>
                  <a:path w="1295" h="663" extrusionOk="0">
                    <a:moveTo>
                      <a:pt x="0" y="0"/>
                    </a:moveTo>
                    <a:lnTo>
                      <a:pt x="151" y="662"/>
                    </a:lnTo>
                    <a:lnTo>
                      <a:pt x="1204" y="241"/>
                    </a:lnTo>
                    <a:lnTo>
                      <a:pt x="1294" y="211"/>
                    </a:lnTo>
                    <a:lnTo>
                      <a:pt x="1294"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38"/>
              <p:cNvSpPr/>
              <p:nvPr/>
            </p:nvSpPr>
            <p:spPr>
              <a:xfrm>
                <a:off x="7040163" y="2074400"/>
                <a:ext cx="37150" cy="16575"/>
              </a:xfrm>
              <a:custGeom>
                <a:avLst/>
                <a:gdLst/>
                <a:ahLst/>
                <a:cxnLst/>
                <a:rect l="l" t="t" r="r" b="b"/>
                <a:pathLst>
                  <a:path w="1486" h="663" extrusionOk="0">
                    <a:moveTo>
                      <a:pt x="1" y="0"/>
                    </a:moveTo>
                    <a:lnTo>
                      <a:pt x="171" y="662"/>
                    </a:lnTo>
                    <a:lnTo>
                      <a:pt x="1475" y="231"/>
                    </a:lnTo>
                    <a:lnTo>
                      <a:pt x="1485" y="231"/>
                    </a:lnTo>
                    <a:lnTo>
                      <a:pt x="1485"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38"/>
              <p:cNvSpPr/>
              <p:nvPr/>
            </p:nvSpPr>
            <p:spPr>
              <a:xfrm>
                <a:off x="7109888" y="2115250"/>
                <a:ext cx="12050" cy="21600"/>
              </a:xfrm>
              <a:custGeom>
                <a:avLst/>
                <a:gdLst/>
                <a:ahLst/>
                <a:cxnLst/>
                <a:rect l="l" t="t" r="r" b="b"/>
                <a:pathLst>
                  <a:path w="482" h="864" extrusionOk="0">
                    <a:moveTo>
                      <a:pt x="0" y="1"/>
                    </a:moveTo>
                    <a:lnTo>
                      <a:pt x="0" y="864"/>
                    </a:lnTo>
                    <a:lnTo>
                      <a:pt x="482" y="864"/>
                    </a:lnTo>
                    <a:lnTo>
                      <a:pt x="4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38"/>
              <p:cNvSpPr/>
              <p:nvPr/>
            </p:nvSpPr>
            <p:spPr>
              <a:xfrm>
                <a:off x="7456688" y="2253425"/>
                <a:ext cx="60450" cy="42400"/>
              </a:xfrm>
              <a:custGeom>
                <a:avLst/>
                <a:gdLst/>
                <a:ahLst/>
                <a:cxnLst/>
                <a:rect l="l" t="t" r="r" b="b"/>
                <a:pathLst>
                  <a:path w="2418" h="1696" extrusionOk="0">
                    <a:moveTo>
                      <a:pt x="0" y="1"/>
                    </a:moveTo>
                    <a:lnTo>
                      <a:pt x="0" y="232"/>
                    </a:lnTo>
                    <a:lnTo>
                      <a:pt x="2418" y="1696"/>
                    </a:lnTo>
                    <a:lnTo>
                      <a:pt x="2418" y="1465"/>
                    </a:lnTo>
                    <a:lnTo>
                      <a:pt x="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38"/>
              <p:cNvSpPr/>
              <p:nvPr/>
            </p:nvSpPr>
            <p:spPr>
              <a:xfrm>
                <a:off x="7494063" y="2247925"/>
                <a:ext cx="61950" cy="5525"/>
              </a:xfrm>
              <a:custGeom>
                <a:avLst/>
                <a:gdLst/>
                <a:ahLst/>
                <a:cxnLst/>
                <a:rect l="l" t="t" r="r" b="b"/>
                <a:pathLst>
                  <a:path w="2478" h="221" extrusionOk="0">
                    <a:moveTo>
                      <a:pt x="0" y="0"/>
                    </a:moveTo>
                    <a:lnTo>
                      <a:pt x="0" y="221"/>
                    </a:lnTo>
                    <a:lnTo>
                      <a:pt x="2478" y="221"/>
                    </a:lnTo>
                    <a:lnTo>
                      <a:pt x="247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1" name="Google Shape;621;p38"/>
            <p:cNvGrpSpPr/>
            <p:nvPr/>
          </p:nvGrpSpPr>
          <p:grpSpPr>
            <a:xfrm>
              <a:off x="6374943" y="3172968"/>
              <a:ext cx="1783026" cy="431682"/>
              <a:chOff x="6374943" y="2973015"/>
              <a:chExt cx="1783026" cy="431682"/>
            </a:xfrm>
          </p:grpSpPr>
          <p:sp>
            <p:nvSpPr>
              <p:cNvPr id="622" name="Google Shape;622;p38"/>
              <p:cNvSpPr/>
              <p:nvPr/>
            </p:nvSpPr>
            <p:spPr>
              <a:xfrm>
                <a:off x="6573244" y="3208219"/>
                <a:ext cx="56999" cy="26784"/>
              </a:xfrm>
              <a:custGeom>
                <a:avLst/>
                <a:gdLst/>
                <a:ahLst/>
                <a:cxnLst/>
                <a:rect l="l" t="t" r="r" b="b"/>
                <a:pathLst>
                  <a:path w="1906" h="915" extrusionOk="0">
                    <a:moveTo>
                      <a:pt x="762" y="0"/>
                    </a:moveTo>
                    <a:cubicBezTo>
                      <a:pt x="672" y="0"/>
                      <a:pt x="592" y="31"/>
                      <a:pt x="522" y="101"/>
                    </a:cubicBezTo>
                    <a:lnTo>
                      <a:pt x="80" y="713"/>
                    </a:lnTo>
                    <a:cubicBezTo>
                      <a:pt x="0" y="823"/>
                      <a:pt x="50" y="913"/>
                      <a:pt x="191" y="913"/>
                    </a:cubicBezTo>
                    <a:lnTo>
                      <a:pt x="1655" y="913"/>
                    </a:lnTo>
                    <a:cubicBezTo>
                      <a:pt x="1662" y="914"/>
                      <a:pt x="1669" y="914"/>
                      <a:pt x="1675" y="914"/>
                    </a:cubicBezTo>
                    <a:cubicBezTo>
                      <a:pt x="1788" y="914"/>
                      <a:pt x="1887" y="836"/>
                      <a:pt x="1906" y="713"/>
                    </a:cubicBezTo>
                    <a:lnTo>
                      <a:pt x="1896" y="101"/>
                    </a:lnTo>
                    <a:cubicBezTo>
                      <a:pt x="1896" y="41"/>
                      <a:pt x="1826" y="0"/>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38"/>
              <p:cNvSpPr/>
              <p:nvPr/>
            </p:nvSpPr>
            <p:spPr>
              <a:xfrm>
                <a:off x="6385141" y="3250489"/>
                <a:ext cx="118842" cy="21164"/>
              </a:xfrm>
              <a:custGeom>
                <a:avLst/>
                <a:gdLst/>
                <a:ahLst/>
                <a:cxnLst/>
                <a:rect l="l" t="t" r="r" b="b"/>
                <a:pathLst>
                  <a:path w="3974" h="723" extrusionOk="0">
                    <a:moveTo>
                      <a:pt x="1" y="1"/>
                    </a:moveTo>
                    <a:lnTo>
                      <a:pt x="1" y="723"/>
                    </a:lnTo>
                    <a:lnTo>
                      <a:pt x="3973" y="723"/>
                    </a:lnTo>
                    <a:lnTo>
                      <a:pt x="3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38"/>
              <p:cNvSpPr/>
              <p:nvPr/>
            </p:nvSpPr>
            <p:spPr>
              <a:xfrm>
                <a:off x="7062459" y="3001204"/>
                <a:ext cx="25240" cy="19700"/>
              </a:xfrm>
              <a:custGeom>
                <a:avLst/>
                <a:gdLst/>
                <a:ahLst/>
                <a:cxnLst/>
                <a:rect l="l" t="t" r="r" b="b"/>
                <a:pathLst>
                  <a:path w="844" h="673" extrusionOk="0">
                    <a:moveTo>
                      <a:pt x="1" y="1"/>
                    </a:moveTo>
                    <a:lnTo>
                      <a:pt x="1" y="673"/>
                    </a:lnTo>
                    <a:lnTo>
                      <a:pt x="844" y="673"/>
                    </a:lnTo>
                    <a:lnTo>
                      <a:pt x="8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38"/>
              <p:cNvSpPr/>
              <p:nvPr/>
            </p:nvSpPr>
            <p:spPr>
              <a:xfrm>
                <a:off x="7053488" y="2985953"/>
                <a:ext cx="44110" cy="17066"/>
              </a:xfrm>
              <a:custGeom>
                <a:avLst/>
                <a:gdLst/>
                <a:ahLst/>
                <a:cxnLst/>
                <a:rect l="l" t="t" r="r" b="b"/>
                <a:pathLst>
                  <a:path w="1475" h="583" extrusionOk="0">
                    <a:moveTo>
                      <a:pt x="40" y="0"/>
                    </a:moveTo>
                    <a:cubicBezTo>
                      <a:pt x="20" y="0"/>
                      <a:pt x="0" y="20"/>
                      <a:pt x="0" y="40"/>
                    </a:cubicBezTo>
                    <a:lnTo>
                      <a:pt x="0" y="542"/>
                    </a:lnTo>
                    <a:cubicBezTo>
                      <a:pt x="0" y="562"/>
                      <a:pt x="20" y="582"/>
                      <a:pt x="40" y="582"/>
                    </a:cubicBezTo>
                    <a:lnTo>
                      <a:pt x="1424" y="582"/>
                    </a:lnTo>
                    <a:cubicBezTo>
                      <a:pt x="1454" y="582"/>
                      <a:pt x="1475" y="562"/>
                      <a:pt x="1475" y="542"/>
                    </a:cubicBezTo>
                    <a:lnTo>
                      <a:pt x="1475" y="40"/>
                    </a:lnTo>
                    <a:cubicBezTo>
                      <a:pt x="1475" y="20"/>
                      <a:pt x="1454" y="0"/>
                      <a:pt x="14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38"/>
              <p:cNvSpPr/>
              <p:nvPr/>
            </p:nvSpPr>
            <p:spPr>
              <a:xfrm>
                <a:off x="7421828" y="3162700"/>
                <a:ext cx="20724" cy="16480"/>
              </a:xfrm>
              <a:custGeom>
                <a:avLst/>
                <a:gdLst/>
                <a:ahLst/>
                <a:cxnLst/>
                <a:rect l="l" t="t" r="r" b="b"/>
                <a:pathLst>
                  <a:path w="693" h="563" extrusionOk="0">
                    <a:moveTo>
                      <a:pt x="1" y="1"/>
                    </a:moveTo>
                    <a:lnTo>
                      <a:pt x="1" y="562"/>
                    </a:lnTo>
                    <a:lnTo>
                      <a:pt x="693" y="562"/>
                    </a:lnTo>
                    <a:lnTo>
                      <a:pt x="6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38"/>
              <p:cNvSpPr/>
              <p:nvPr/>
            </p:nvSpPr>
            <p:spPr>
              <a:xfrm>
                <a:off x="7414322" y="3150084"/>
                <a:ext cx="36335" cy="14109"/>
              </a:xfrm>
              <a:custGeom>
                <a:avLst/>
                <a:gdLst/>
                <a:ahLst/>
                <a:cxnLst/>
                <a:rect l="l" t="t" r="r" b="b"/>
                <a:pathLst>
                  <a:path w="1215" h="482" extrusionOk="0">
                    <a:moveTo>
                      <a:pt x="41" y="0"/>
                    </a:moveTo>
                    <a:cubicBezTo>
                      <a:pt x="21" y="0"/>
                      <a:pt x="1" y="20"/>
                      <a:pt x="1" y="40"/>
                    </a:cubicBezTo>
                    <a:lnTo>
                      <a:pt x="1" y="452"/>
                    </a:lnTo>
                    <a:cubicBezTo>
                      <a:pt x="1" y="472"/>
                      <a:pt x="21" y="482"/>
                      <a:pt x="41" y="482"/>
                    </a:cubicBezTo>
                    <a:lnTo>
                      <a:pt x="1174" y="482"/>
                    </a:lnTo>
                    <a:cubicBezTo>
                      <a:pt x="1194" y="482"/>
                      <a:pt x="1214" y="472"/>
                      <a:pt x="1214" y="452"/>
                    </a:cubicBezTo>
                    <a:lnTo>
                      <a:pt x="1214" y="40"/>
                    </a:lnTo>
                    <a:cubicBezTo>
                      <a:pt x="1214" y="20"/>
                      <a:pt x="1194" y="0"/>
                      <a:pt x="11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38"/>
              <p:cNvSpPr/>
              <p:nvPr/>
            </p:nvSpPr>
            <p:spPr>
              <a:xfrm>
                <a:off x="6699203" y="3169462"/>
                <a:ext cx="11155" cy="8548"/>
              </a:xfrm>
              <a:custGeom>
                <a:avLst/>
                <a:gdLst/>
                <a:ahLst/>
                <a:cxnLst/>
                <a:rect l="l" t="t" r="r" b="b"/>
                <a:pathLst>
                  <a:path w="373" h="292" extrusionOk="0">
                    <a:moveTo>
                      <a:pt x="1" y="0"/>
                    </a:moveTo>
                    <a:lnTo>
                      <a:pt x="1" y="291"/>
                    </a:lnTo>
                    <a:lnTo>
                      <a:pt x="372" y="291"/>
                    </a:lnTo>
                    <a:lnTo>
                      <a:pt x="3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38"/>
              <p:cNvSpPr/>
              <p:nvPr/>
            </p:nvSpPr>
            <p:spPr>
              <a:xfrm>
                <a:off x="6695316" y="3162700"/>
                <a:ext cx="19229" cy="7377"/>
              </a:xfrm>
              <a:custGeom>
                <a:avLst/>
                <a:gdLst/>
                <a:ahLst/>
                <a:cxnLst/>
                <a:rect l="l" t="t" r="r" b="b"/>
                <a:pathLst>
                  <a:path w="643" h="252" extrusionOk="0">
                    <a:moveTo>
                      <a:pt x="21" y="1"/>
                    </a:moveTo>
                    <a:cubicBezTo>
                      <a:pt x="11" y="1"/>
                      <a:pt x="1" y="11"/>
                      <a:pt x="1" y="11"/>
                    </a:cubicBezTo>
                    <a:lnTo>
                      <a:pt x="1" y="241"/>
                    </a:lnTo>
                    <a:cubicBezTo>
                      <a:pt x="1" y="251"/>
                      <a:pt x="11" y="251"/>
                      <a:pt x="21" y="251"/>
                    </a:cubicBezTo>
                    <a:lnTo>
                      <a:pt x="622" y="251"/>
                    </a:lnTo>
                    <a:cubicBezTo>
                      <a:pt x="632" y="251"/>
                      <a:pt x="643" y="251"/>
                      <a:pt x="643" y="241"/>
                    </a:cubicBezTo>
                    <a:lnTo>
                      <a:pt x="643" y="11"/>
                    </a:lnTo>
                    <a:cubicBezTo>
                      <a:pt x="643" y="11"/>
                      <a:pt x="632" y="1"/>
                      <a:pt x="6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38"/>
              <p:cNvSpPr/>
              <p:nvPr/>
            </p:nvSpPr>
            <p:spPr>
              <a:xfrm>
                <a:off x="7231363" y="3077839"/>
                <a:ext cx="14414" cy="29097"/>
              </a:xfrm>
              <a:custGeom>
                <a:avLst/>
                <a:gdLst/>
                <a:ahLst/>
                <a:cxnLst/>
                <a:rect l="l" t="t" r="r" b="b"/>
                <a:pathLst>
                  <a:path w="482" h="994" extrusionOk="0">
                    <a:moveTo>
                      <a:pt x="271" y="1"/>
                    </a:moveTo>
                    <a:lnTo>
                      <a:pt x="0" y="994"/>
                    </a:lnTo>
                    <a:lnTo>
                      <a:pt x="482" y="994"/>
                    </a:lnTo>
                    <a:lnTo>
                      <a:pt x="48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38"/>
              <p:cNvSpPr/>
              <p:nvPr/>
            </p:nvSpPr>
            <p:spPr>
              <a:xfrm>
                <a:off x="7247841" y="3077839"/>
                <a:ext cx="14743" cy="29097"/>
              </a:xfrm>
              <a:custGeom>
                <a:avLst/>
                <a:gdLst/>
                <a:ahLst/>
                <a:cxnLst/>
                <a:rect l="l" t="t" r="r" b="b"/>
                <a:pathLst>
                  <a:path w="493" h="994" extrusionOk="0">
                    <a:moveTo>
                      <a:pt x="1" y="1"/>
                    </a:moveTo>
                    <a:lnTo>
                      <a:pt x="1" y="994"/>
                    </a:lnTo>
                    <a:lnTo>
                      <a:pt x="492" y="994"/>
                    </a:lnTo>
                    <a:lnTo>
                      <a:pt x="21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38"/>
              <p:cNvSpPr/>
              <p:nvPr/>
            </p:nvSpPr>
            <p:spPr>
              <a:xfrm>
                <a:off x="7548416" y="3194403"/>
                <a:ext cx="31221" cy="39986"/>
              </a:xfrm>
              <a:custGeom>
                <a:avLst/>
                <a:gdLst/>
                <a:ahLst/>
                <a:cxnLst/>
                <a:rect l="l" t="t" r="r" b="b"/>
                <a:pathLst>
                  <a:path w="1044" h="1366" extrusionOk="0">
                    <a:moveTo>
                      <a:pt x="582" y="1"/>
                    </a:moveTo>
                    <a:lnTo>
                      <a:pt x="0" y="1365"/>
                    </a:lnTo>
                    <a:lnTo>
                      <a:pt x="1044" y="1365"/>
                    </a:lnTo>
                    <a:lnTo>
                      <a:pt x="10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38"/>
              <p:cNvSpPr/>
              <p:nvPr/>
            </p:nvSpPr>
            <p:spPr>
              <a:xfrm>
                <a:off x="7576616" y="3194403"/>
                <a:ext cx="30922" cy="39986"/>
              </a:xfrm>
              <a:custGeom>
                <a:avLst/>
                <a:gdLst/>
                <a:ahLst/>
                <a:cxnLst/>
                <a:rect l="l" t="t" r="r" b="b"/>
                <a:pathLst>
                  <a:path w="1034" h="1366" extrusionOk="0">
                    <a:moveTo>
                      <a:pt x="0" y="1"/>
                    </a:moveTo>
                    <a:lnTo>
                      <a:pt x="0" y="1365"/>
                    </a:lnTo>
                    <a:lnTo>
                      <a:pt x="1033" y="1365"/>
                    </a:lnTo>
                    <a:lnTo>
                      <a:pt x="4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38"/>
              <p:cNvSpPr/>
              <p:nvPr/>
            </p:nvSpPr>
            <p:spPr>
              <a:xfrm>
                <a:off x="6889399" y="3001204"/>
                <a:ext cx="25210" cy="19700"/>
              </a:xfrm>
              <a:custGeom>
                <a:avLst/>
                <a:gdLst/>
                <a:ahLst/>
                <a:cxnLst/>
                <a:rect l="l" t="t" r="r" b="b"/>
                <a:pathLst>
                  <a:path w="843" h="673" extrusionOk="0">
                    <a:moveTo>
                      <a:pt x="0" y="1"/>
                    </a:moveTo>
                    <a:lnTo>
                      <a:pt x="0" y="673"/>
                    </a:lnTo>
                    <a:lnTo>
                      <a:pt x="843" y="673"/>
                    </a:lnTo>
                    <a:lnTo>
                      <a:pt x="8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38"/>
              <p:cNvSpPr/>
              <p:nvPr/>
            </p:nvSpPr>
            <p:spPr>
              <a:xfrm>
                <a:off x="6761914" y="3017362"/>
                <a:ext cx="425967" cy="168580"/>
              </a:xfrm>
              <a:custGeom>
                <a:avLst/>
                <a:gdLst/>
                <a:ahLst/>
                <a:cxnLst/>
                <a:rect l="l" t="t" r="r" b="b"/>
                <a:pathLst>
                  <a:path w="14244" h="5759" extrusionOk="0">
                    <a:moveTo>
                      <a:pt x="3982" y="1"/>
                    </a:moveTo>
                    <a:cubicBezTo>
                      <a:pt x="3782" y="1"/>
                      <a:pt x="3581" y="41"/>
                      <a:pt x="3541" y="91"/>
                    </a:cubicBezTo>
                    <a:lnTo>
                      <a:pt x="0" y="5758"/>
                    </a:lnTo>
                    <a:lnTo>
                      <a:pt x="14244" y="5758"/>
                    </a:lnTo>
                    <a:lnTo>
                      <a:pt x="11485" y="91"/>
                    </a:lnTo>
                    <a:cubicBezTo>
                      <a:pt x="11445" y="41"/>
                      <a:pt x="11255" y="1"/>
                      <a:pt x="1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38"/>
              <p:cNvSpPr/>
              <p:nvPr/>
            </p:nvSpPr>
            <p:spPr>
              <a:xfrm>
                <a:off x="7064284" y="3017655"/>
                <a:ext cx="118214" cy="157106"/>
              </a:xfrm>
              <a:custGeom>
                <a:avLst/>
                <a:gdLst/>
                <a:ahLst/>
                <a:cxnLst/>
                <a:rect l="l" t="t" r="r" b="b"/>
                <a:pathLst>
                  <a:path w="3953" h="5367" extrusionOk="0">
                    <a:moveTo>
                      <a:pt x="0" y="1"/>
                    </a:moveTo>
                    <a:lnTo>
                      <a:pt x="2217" y="5367"/>
                    </a:lnTo>
                    <a:lnTo>
                      <a:pt x="3952" y="5367"/>
                    </a:lnTo>
                    <a:lnTo>
                      <a:pt x="1384" y="81"/>
                    </a:lnTo>
                    <a:cubicBezTo>
                      <a:pt x="1354" y="51"/>
                      <a:pt x="110" y="2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38"/>
              <p:cNvSpPr/>
              <p:nvPr/>
            </p:nvSpPr>
            <p:spPr>
              <a:xfrm>
                <a:off x="7099960" y="3106029"/>
                <a:ext cx="261908" cy="157428"/>
              </a:xfrm>
              <a:custGeom>
                <a:avLst/>
                <a:gdLst/>
                <a:ahLst/>
                <a:cxnLst/>
                <a:rect l="l" t="t" r="r" b="b"/>
                <a:pathLst>
                  <a:path w="8758" h="5378" extrusionOk="0">
                    <a:moveTo>
                      <a:pt x="1" y="1"/>
                    </a:moveTo>
                    <a:lnTo>
                      <a:pt x="2268" y="5377"/>
                    </a:lnTo>
                    <a:lnTo>
                      <a:pt x="8757" y="5377"/>
                    </a:lnTo>
                    <a:lnTo>
                      <a:pt x="6531" y="111"/>
                    </a:lnTo>
                    <a:cubicBezTo>
                      <a:pt x="6491" y="41"/>
                      <a:pt x="6290" y="1"/>
                      <a:pt x="60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38"/>
              <p:cNvSpPr/>
              <p:nvPr/>
            </p:nvSpPr>
            <p:spPr>
              <a:xfrm>
                <a:off x="6653927" y="3177102"/>
                <a:ext cx="846222" cy="63434"/>
              </a:xfrm>
              <a:custGeom>
                <a:avLst/>
                <a:gdLst/>
                <a:ahLst/>
                <a:cxnLst/>
                <a:rect l="l" t="t" r="r" b="b"/>
                <a:pathLst>
                  <a:path w="28297" h="2167" extrusionOk="0">
                    <a:moveTo>
                      <a:pt x="1736" y="0"/>
                    </a:moveTo>
                    <a:cubicBezTo>
                      <a:pt x="1525" y="0"/>
                      <a:pt x="1334" y="50"/>
                      <a:pt x="1294" y="111"/>
                    </a:cubicBezTo>
                    <a:lnTo>
                      <a:pt x="0" y="2167"/>
                    </a:lnTo>
                    <a:lnTo>
                      <a:pt x="28297" y="2167"/>
                    </a:lnTo>
                    <a:lnTo>
                      <a:pt x="27003" y="111"/>
                    </a:lnTo>
                    <a:cubicBezTo>
                      <a:pt x="26962" y="50"/>
                      <a:pt x="26762" y="0"/>
                      <a:pt x="26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38"/>
              <p:cNvSpPr/>
              <p:nvPr/>
            </p:nvSpPr>
            <p:spPr>
              <a:xfrm>
                <a:off x="7842083" y="3182664"/>
                <a:ext cx="58225" cy="44084"/>
              </a:xfrm>
              <a:custGeom>
                <a:avLst/>
                <a:gdLst/>
                <a:ahLst/>
                <a:cxnLst/>
                <a:rect l="l" t="t" r="r" b="b"/>
                <a:pathLst>
                  <a:path w="1947" h="1506" extrusionOk="0">
                    <a:moveTo>
                      <a:pt x="1916" y="1"/>
                    </a:moveTo>
                    <a:lnTo>
                      <a:pt x="0" y="1455"/>
                    </a:lnTo>
                    <a:lnTo>
                      <a:pt x="30" y="1505"/>
                    </a:lnTo>
                    <a:lnTo>
                      <a:pt x="1946" y="41"/>
                    </a:lnTo>
                    <a:lnTo>
                      <a:pt x="19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0" name="Google Shape;640;p38"/>
              <p:cNvSpPr/>
              <p:nvPr/>
            </p:nvSpPr>
            <p:spPr>
              <a:xfrm>
                <a:off x="7853178" y="3198823"/>
                <a:ext cx="24014" cy="20286"/>
              </a:xfrm>
              <a:custGeom>
                <a:avLst/>
                <a:gdLst/>
                <a:ahLst/>
                <a:cxnLst/>
                <a:rect l="l" t="t" r="r" b="b"/>
                <a:pathLst>
                  <a:path w="803" h="693" extrusionOk="0">
                    <a:moveTo>
                      <a:pt x="652" y="0"/>
                    </a:moveTo>
                    <a:lnTo>
                      <a:pt x="0" y="492"/>
                    </a:lnTo>
                    <a:lnTo>
                      <a:pt x="151" y="693"/>
                    </a:lnTo>
                    <a:lnTo>
                      <a:pt x="803" y="201"/>
                    </a:lnTo>
                    <a:lnTo>
                      <a:pt x="6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38"/>
              <p:cNvSpPr/>
              <p:nvPr/>
            </p:nvSpPr>
            <p:spPr>
              <a:xfrm>
                <a:off x="7801292" y="3207341"/>
                <a:ext cx="73506" cy="53159"/>
              </a:xfrm>
              <a:custGeom>
                <a:avLst/>
                <a:gdLst/>
                <a:ahLst/>
                <a:cxnLst/>
                <a:rect l="l" t="t" r="r" b="b"/>
                <a:pathLst>
                  <a:path w="2458" h="1816" extrusionOk="0">
                    <a:moveTo>
                      <a:pt x="983" y="0"/>
                    </a:moveTo>
                    <a:cubicBezTo>
                      <a:pt x="612" y="0"/>
                      <a:pt x="452" y="321"/>
                      <a:pt x="301" y="743"/>
                    </a:cubicBezTo>
                    <a:cubicBezTo>
                      <a:pt x="151" y="1164"/>
                      <a:pt x="0" y="1565"/>
                      <a:pt x="381" y="1816"/>
                    </a:cubicBezTo>
                    <a:lnTo>
                      <a:pt x="2297" y="1505"/>
                    </a:lnTo>
                    <a:cubicBezTo>
                      <a:pt x="2458" y="1204"/>
                      <a:pt x="2448" y="833"/>
                      <a:pt x="2257" y="552"/>
                    </a:cubicBezTo>
                    <a:cubicBezTo>
                      <a:pt x="2056" y="211"/>
                      <a:pt x="1906" y="0"/>
                      <a:pt x="16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38"/>
              <p:cNvSpPr/>
              <p:nvPr/>
            </p:nvSpPr>
            <p:spPr>
              <a:xfrm>
                <a:off x="7681583" y="3167121"/>
                <a:ext cx="58225" cy="43762"/>
              </a:xfrm>
              <a:custGeom>
                <a:avLst/>
                <a:gdLst/>
                <a:ahLst/>
                <a:cxnLst/>
                <a:rect l="l" t="t" r="r" b="b"/>
                <a:pathLst>
                  <a:path w="1947" h="1495" extrusionOk="0">
                    <a:moveTo>
                      <a:pt x="1917" y="0"/>
                    </a:moveTo>
                    <a:lnTo>
                      <a:pt x="1" y="1455"/>
                    </a:lnTo>
                    <a:lnTo>
                      <a:pt x="31" y="1495"/>
                    </a:lnTo>
                    <a:lnTo>
                      <a:pt x="1947" y="40"/>
                    </a:lnTo>
                    <a:lnTo>
                      <a:pt x="19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3" name="Google Shape;643;p38"/>
              <p:cNvSpPr/>
              <p:nvPr/>
            </p:nvSpPr>
            <p:spPr>
              <a:xfrm>
                <a:off x="7692707" y="3182957"/>
                <a:ext cx="24014" cy="20579"/>
              </a:xfrm>
              <a:custGeom>
                <a:avLst/>
                <a:gdLst/>
                <a:ahLst/>
                <a:cxnLst/>
                <a:rect l="l" t="t" r="r" b="b"/>
                <a:pathLst>
                  <a:path w="803" h="703" extrusionOk="0">
                    <a:moveTo>
                      <a:pt x="652" y="1"/>
                    </a:moveTo>
                    <a:lnTo>
                      <a:pt x="0" y="502"/>
                    </a:lnTo>
                    <a:lnTo>
                      <a:pt x="151" y="703"/>
                    </a:lnTo>
                    <a:lnTo>
                      <a:pt x="803" y="201"/>
                    </a:lnTo>
                    <a:lnTo>
                      <a:pt x="6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4" name="Google Shape;644;p38"/>
              <p:cNvSpPr/>
              <p:nvPr/>
            </p:nvSpPr>
            <p:spPr>
              <a:xfrm>
                <a:off x="7641091" y="3191475"/>
                <a:ext cx="73237" cy="53481"/>
              </a:xfrm>
              <a:custGeom>
                <a:avLst/>
                <a:gdLst/>
                <a:ahLst/>
                <a:cxnLst/>
                <a:rect l="l" t="t" r="r" b="b"/>
                <a:pathLst>
                  <a:path w="2449" h="1827" extrusionOk="0">
                    <a:moveTo>
                      <a:pt x="964" y="1"/>
                    </a:moveTo>
                    <a:cubicBezTo>
                      <a:pt x="603" y="1"/>
                      <a:pt x="442" y="322"/>
                      <a:pt x="292" y="743"/>
                    </a:cubicBezTo>
                    <a:cubicBezTo>
                      <a:pt x="131" y="1164"/>
                      <a:pt x="1" y="1575"/>
                      <a:pt x="372" y="1826"/>
                    </a:cubicBezTo>
                    <a:lnTo>
                      <a:pt x="2288" y="1505"/>
                    </a:lnTo>
                    <a:cubicBezTo>
                      <a:pt x="2448" y="1204"/>
                      <a:pt x="2438" y="843"/>
                      <a:pt x="2248" y="552"/>
                    </a:cubicBezTo>
                    <a:cubicBezTo>
                      <a:pt x="2047" y="211"/>
                      <a:pt x="1897" y="1"/>
                      <a:pt x="1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38"/>
              <p:cNvSpPr/>
              <p:nvPr/>
            </p:nvSpPr>
            <p:spPr>
              <a:xfrm>
                <a:off x="6566036" y="3231110"/>
                <a:ext cx="1230471" cy="84890"/>
              </a:xfrm>
              <a:custGeom>
                <a:avLst/>
                <a:gdLst/>
                <a:ahLst/>
                <a:cxnLst/>
                <a:rect l="l" t="t" r="r" b="b"/>
                <a:pathLst>
                  <a:path w="41146" h="2900" extrusionOk="0">
                    <a:moveTo>
                      <a:pt x="0" y="1"/>
                    </a:moveTo>
                    <a:lnTo>
                      <a:pt x="0" y="2900"/>
                    </a:lnTo>
                    <a:lnTo>
                      <a:pt x="41146" y="2900"/>
                    </a:lnTo>
                    <a:lnTo>
                      <a:pt x="411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38"/>
              <p:cNvSpPr/>
              <p:nvPr/>
            </p:nvSpPr>
            <p:spPr>
              <a:xfrm>
                <a:off x="6377366" y="3211439"/>
                <a:ext cx="1780604" cy="99000"/>
              </a:xfrm>
              <a:custGeom>
                <a:avLst/>
                <a:gdLst/>
                <a:ahLst/>
                <a:cxnLst/>
                <a:rect l="l" t="t" r="r" b="b"/>
                <a:pathLst>
                  <a:path w="59542" h="3382" extrusionOk="0">
                    <a:moveTo>
                      <a:pt x="59541" y="1"/>
                    </a:moveTo>
                    <a:lnTo>
                      <a:pt x="49040" y="482"/>
                    </a:lnTo>
                    <a:lnTo>
                      <a:pt x="48608" y="974"/>
                    </a:lnTo>
                    <a:lnTo>
                      <a:pt x="8657" y="974"/>
                    </a:lnTo>
                    <a:cubicBezTo>
                      <a:pt x="8416" y="1545"/>
                      <a:pt x="7262" y="1977"/>
                      <a:pt x="5868" y="1977"/>
                    </a:cubicBezTo>
                    <a:lnTo>
                      <a:pt x="0" y="1977"/>
                    </a:lnTo>
                    <a:lnTo>
                      <a:pt x="492" y="3381"/>
                    </a:lnTo>
                    <a:lnTo>
                      <a:pt x="56522" y="3381"/>
                    </a:lnTo>
                    <a:lnTo>
                      <a:pt x="595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7" name="Google Shape;647;p38"/>
              <p:cNvSpPr/>
              <p:nvPr/>
            </p:nvSpPr>
            <p:spPr>
              <a:xfrm>
                <a:off x="6390554" y="3308624"/>
                <a:ext cx="1676534" cy="96072"/>
              </a:xfrm>
              <a:custGeom>
                <a:avLst/>
                <a:gdLst/>
                <a:ahLst/>
                <a:cxnLst/>
                <a:rect l="l" t="t" r="r" b="b"/>
                <a:pathLst>
                  <a:path w="56062" h="3282" extrusionOk="0">
                    <a:moveTo>
                      <a:pt x="4946" y="1154"/>
                    </a:moveTo>
                    <a:cubicBezTo>
                      <a:pt x="6661" y="1285"/>
                      <a:pt x="8697" y="1435"/>
                      <a:pt x="10683" y="1596"/>
                    </a:cubicBezTo>
                    <a:lnTo>
                      <a:pt x="4946" y="1596"/>
                    </a:lnTo>
                    <a:lnTo>
                      <a:pt x="4946" y="1154"/>
                    </a:lnTo>
                    <a:close/>
                    <a:moveTo>
                      <a:pt x="1" y="1"/>
                    </a:moveTo>
                    <a:lnTo>
                      <a:pt x="251" y="904"/>
                    </a:lnTo>
                    <a:lnTo>
                      <a:pt x="923" y="904"/>
                    </a:lnTo>
                    <a:lnTo>
                      <a:pt x="1244" y="2438"/>
                    </a:lnTo>
                    <a:lnTo>
                      <a:pt x="2197" y="2438"/>
                    </a:lnTo>
                    <a:lnTo>
                      <a:pt x="2498" y="984"/>
                    </a:lnTo>
                    <a:cubicBezTo>
                      <a:pt x="3040" y="1014"/>
                      <a:pt x="3672" y="1064"/>
                      <a:pt x="4374" y="1114"/>
                    </a:cubicBezTo>
                    <a:lnTo>
                      <a:pt x="4374" y="1586"/>
                    </a:lnTo>
                    <a:lnTo>
                      <a:pt x="3622" y="1586"/>
                    </a:lnTo>
                    <a:lnTo>
                      <a:pt x="3622" y="1846"/>
                    </a:lnTo>
                    <a:lnTo>
                      <a:pt x="13732" y="1846"/>
                    </a:lnTo>
                    <a:cubicBezTo>
                      <a:pt x="15799" y="2087"/>
                      <a:pt x="16190" y="2328"/>
                      <a:pt x="16190" y="2328"/>
                    </a:cubicBezTo>
                    <a:lnTo>
                      <a:pt x="49491" y="2328"/>
                    </a:lnTo>
                    <a:cubicBezTo>
                      <a:pt x="50595" y="2328"/>
                      <a:pt x="52019" y="3281"/>
                      <a:pt x="53574" y="3281"/>
                    </a:cubicBezTo>
                    <a:cubicBezTo>
                      <a:pt x="53776" y="3281"/>
                      <a:pt x="53961" y="3281"/>
                      <a:pt x="54130" y="3281"/>
                    </a:cubicBezTo>
                    <a:cubicBezTo>
                      <a:pt x="55734" y="3281"/>
                      <a:pt x="55860" y="3240"/>
                      <a:pt x="55379" y="2378"/>
                    </a:cubicBezTo>
                    <a:cubicBezTo>
                      <a:pt x="54848" y="1425"/>
                      <a:pt x="56061" y="1"/>
                      <a:pt x="560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8" name="Google Shape;648;p38"/>
              <p:cNvSpPr/>
              <p:nvPr/>
            </p:nvSpPr>
            <p:spPr>
              <a:xfrm>
                <a:off x="6374943" y="3257543"/>
                <a:ext cx="232810" cy="5328"/>
              </a:xfrm>
              <a:custGeom>
                <a:avLst/>
                <a:gdLst/>
                <a:ahLst/>
                <a:cxnLst/>
                <a:rect l="l" t="t" r="r" b="b"/>
                <a:pathLst>
                  <a:path w="7785" h="182" extrusionOk="0">
                    <a:moveTo>
                      <a:pt x="1" y="1"/>
                    </a:moveTo>
                    <a:lnTo>
                      <a:pt x="41" y="181"/>
                    </a:lnTo>
                    <a:lnTo>
                      <a:pt x="7785" y="181"/>
                    </a:lnTo>
                    <a:lnTo>
                      <a:pt x="7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38"/>
              <p:cNvSpPr/>
              <p:nvPr/>
            </p:nvSpPr>
            <p:spPr>
              <a:xfrm>
                <a:off x="6390554" y="3308624"/>
                <a:ext cx="1676534" cy="52603"/>
              </a:xfrm>
              <a:custGeom>
                <a:avLst/>
                <a:gdLst/>
                <a:ahLst/>
                <a:cxnLst/>
                <a:rect l="l" t="t" r="r" b="b"/>
                <a:pathLst>
                  <a:path w="56062" h="1797" extrusionOk="0">
                    <a:moveTo>
                      <a:pt x="1" y="1"/>
                    </a:moveTo>
                    <a:lnTo>
                      <a:pt x="161" y="563"/>
                    </a:lnTo>
                    <a:lnTo>
                      <a:pt x="55249" y="1796"/>
                    </a:lnTo>
                    <a:cubicBezTo>
                      <a:pt x="55269" y="934"/>
                      <a:pt x="56061" y="1"/>
                      <a:pt x="56061" y="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38"/>
              <p:cNvSpPr/>
              <p:nvPr/>
            </p:nvSpPr>
            <p:spPr>
              <a:xfrm>
                <a:off x="6380655" y="3219372"/>
                <a:ext cx="1770107" cy="91359"/>
              </a:xfrm>
              <a:custGeom>
                <a:avLst/>
                <a:gdLst/>
                <a:ahLst/>
                <a:cxnLst/>
                <a:rect l="l" t="t" r="r" b="b"/>
                <a:pathLst>
                  <a:path w="59191" h="3121" extrusionOk="0">
                    <a:moveTo>
                      <a:pt x="59191" y="1"/>
                    </a:moveTo>
                    <a:lnTo>
                      <a:pt x="43493" y="2077"/>
                    </a:lnTo>
                    <a:lnTo>
                      <a:pt x="1" y="2017"/>
                    </a:lnTo>
                    <a:lnTo>
                      <a:pt x="382" y="3120"/>
                    </a:lnTo>
                    <a:lnTo>
                      <a:pt x="56412" y="3120"/>
                    </a:lnTo>
                    <a:lnTo>
                      <a:pt x="591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38"/>
              <p:cNvSpPr/>
              <p:nvPr/>
            </p:nvSpPr>
            <p:spPr>
              <a:xfrm>
                <a:off x="6854291" y="3011771"/>
                <a:ext cx="258618" cy="7377"/>
              </a:xfrm>
              <a:custGeom>
                <a:avLst/>
                <a:gdLst/>
                <a:ahLst/>
                <a:cxnLst/>
                <a:rect l="l" t="t" r="r" b="b"/>
                <a:pathLst>
                  <a:path w="8648" h="252" extrusionOk="0">
                    <a:moveTo>
                      <a:pt x="131" y="1"/>
                    </a:moveTo>
                    <a:cubicBezTo>
                      <a:pt x="61" y="1"/>
                      <a:pt x="1" y="51"/>
                      <a:pt x="1" y="121"/>
                    </a:cubicBezTo>
                    <a:cubicBezTo>
                      <a:pt x="1" y="192"/>
                      <a:pt x="61" y="252"/>
                      <a:pt x="131" y="252"/>
                    </a:cubicBezTo>
                    <a:lnTo>
                      <a:pt x="8527" y="252"/>
                    </a:lnTo>
                    <a:cubicBezTo>
                      <a:pt x="8597" y="252"/>
                      <a:pt x="8647" y="192"/>
                      <a:pt x="8647" y="121"/>
                    </a:cubicBezTo>
                    <a:cubicBezTo>
                      <a:pt x="8647" y="51"/>
                      <a:pt x="8587" y="1"/>
                      <a:pt x="8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38"/>
              <p:cNvSpPr/>
              <p:nvPr/>
            </p:nvSpPr>
            <p:spPr>
              <a:xfrm>
                <a:off x="7094876" y="3102516"/>
                <a:ext cx="206105" cy="7377"/>
              </a:xfrm>
              <a:custGeom>
                <a:avLst/>
                <a:gdLst/>
                <a:ahLst/>
                <a:cxnLst/>
                <a:rect l="l" t="t" r="r" b="b"/>
                <a:pathLst>
                  <a:path w="6892" h="252" extrusionOk="0">
                    <a:moveTo>
                      <a:pt x="121" y="0"/>
                    </a:moveTo>
                    <a:cubicBezTo>
                      <a:pt x="50" y="0"/>
                      <a:pt x="0" y="51"/>
                      <a:pt x="0" y="121"/>
                    </a:cubicBezTo>
                    <a:cubicBezTo>
                      <a:pt x="0" y="191"/>
                      <a:pt x="50" y="251"/>
                      <a:pt x="121" y="251"/>
                    </a:cubicBezTo>
                    <a:lnTo>
                      <a:pt x="6771" y="251"/>
                    </a:lnTo>
                    <a:cubicBezTo>
                      <a:pt x="6841" y="251"/>
                      <a:pt x="6891" y="191"/>
                      <a:pt x="6891" y="121"/>
                    </a:cubicBezTo>
                    <a:cubicBezTo>
                      <a:pt x="6891" y="51"/>
                      <a:pt x="6841" y="0"/>
                      <a:pt x="67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38"/>
              <p:cNvSpPr/>
              <p:nvPr/>
            </p:nvSpPr>
            <p:spPr>
              <a:xfrm>
                <a:off x="6689604" y="3175639"/>
                <a:ext cx="776035" cy="7347"/>
              </a:xfrm>
              <a:custGeom>
                <a:avLst/>
                <a:gdLst/>
                <a:ahLst/>
                <a:cxnLst/>
                <a:rect l="l" t="t" r="r" b="b"/>
                <a:pathLst>
                  <a:path w="25950" h="251" extrusionOk="0">
                    <a:moveTo>
                      <a:pt x="121" y="0"/>
                    </a:moveTo>
                    <a:cubicBezTo>
                      <a:pt x="51" y="0"/>
                      <a:pt x="1" y="50"/>
                      <a:pt x="1" y="120"/>
                    </a:cubicBezTo>
                    <a:cubicBezTo>
                      <a:pt x="1" y="191"/>
                      <a:pt x="51" y="251"/>
                      <a:pt x="121" y="251"/>
                    </a:cubicBezTo>
                    <a:lnTo>
                      <a:pt x="25830" y="251"/>
                    </a:lnTo>
                    <a:cubicBezTo>
                      <a:pt x="25890" y="251"/>
                      <a:pt x="25950" y="191"/>
                      <a:pt x="25950" y="120"/>
                    </a:cubicBezTo>
                    <a:cubicBezTo>
                      <a:pt x="25950" y="50"/>
                      <a:pt x="25890" y="0"/>
                      <a:pt x="258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38"/>
              <p:cNvSpPr/>
              <p:nvPr/>
            </p:nvSpPr>
            <p:spPr>
              <a:xfrm>
                <a:off x="6908598" y="3034399"/>
                <a:ext cx="147910" cy="26755"/>
              </a:xfrm>
              <a:custGeom>
                <a:avLst/>
                <a:gdLst/>
                <a:ahLst/>
                <a:cxnLst/>
                <a:rect l="l" t="t" r="r" b="b"/>
                <a:pathLst>
                  <a:path w="4946" h="914" extrusionOk="0">
                    <a:moveTo>
                      <a:pt x="101" y="0"/>
                    </a:moveTo>
                    <a:cubicBezTo>
                      <a:pt x="50" y="0"/>
                      <a:pt x="0" y="40"/>
                      <a:pt x="0" y="101"/>
                    </a:cubicBezTo>
                    <a:lnTo>
                      <a:pt x="0" y="813"/>
                    </a:lnTo>
                    <a:cubicBezTo>
                      <a:pt x="0" y="863"/>
                      <a:pt x="50" y="913"/>
                      <a:pt x="101" y="913"/>
                    </a:cubicBezTo>
                    <a:lnTo>
                      <a:pt x="4855" y="913"/>
                    </a:lnTo>
                    <a:cubicBezTo>
                      <a:pt x="4905" y="913"/>
                      <a:pt x="4945" y="863"/>
                      <a:pt x="4945" y="813"/>
                    </a:cubicBezTo>
                    <a:lnTo>
                      <a:pt x="4945" y="101"/>
                    </a:lnTo>
                    <a:cubicBezTo>
                      <a:pt x="4945" y="40"/>
                      <a:pt x="4905" y="0"/>
                      <a:pt x="48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38"/>
              <p:cNvSpPr/>
              <p:nvPr/>
            </p:nvSpPr>
            <p:spPr>
              <a:xfrm>
                <a:off x="6908598" y="3070521"/>
                <a:ext cx="147910" cy="41128"/>
              </a:xfrm>
              <a:custGeom>
                <a:avLst/>
                <a:gdLst/>
                <a:ahLst/>
                <a:cxnLst/>
                <a:rect l="l" t="t" r="r" b="b"/>
                <a:pathLst>
                  <a:path w="4946" h="1405" extrusionOk="0">
                    <a:moveTo>
                      <a:pt x="101" y="0"/>
                    </a:moveTo>
                    <a:cubicBezTo>
                      <a:pt x="50" y="0"/>
                      <a:pt x="0" y="40"/>
                      <a:pt x="0" y="100"/>
                    </a:cubicBezTo>
                    <a:lnTo>
                      <a:pt x="0" y="1304"/>
                    </a:lnTo>
                    <a:cubicBezTo>
                      <a:pt x="0" y="1354"/>
                      <a:pt x="50" y="1404"/>
                      <a:pt x="101" y="1404"/>
                    </a:cubicBezTo>
                    <a:lnTo>
                      <a:pt x="4855" y="1404"/>
                    </a:lnTo>
                    <a:cubicBezTo>
                      <a:pt x="4905" y="1404"/>
                      <a:pt x="4945" y="1354"/>
                      <a:pt x="4945" y="1304"/>
                    </a:cubicBezTo>
                    <a:lnTo>
                      <a:pt x="4945" y="100"/>
                    </a:lnTo>
                    <a:cubicBezTo>
                      <a:pt x="4945" y="40"/>
                      <a:pt x="4905" y="0"/>
                      <a:pt x="48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38"/>
              <p:cNvSpPr/>
              <p:nvPr/>
            </p:nvSpPr>
            <p:spPr>
              <a:xfrm>
                <a:off x="6880398" y="2985953"/>
                <a:ext cx="43811" cy="17066"/>
              </a:xfrm>
              <a:custGeom>
                <a:avLst/>
                <a:gdLst/>
                <a:ahLst/>
                <a:cxnLst/>
                <a:rect l="l" t="t" r="r" b="b"/>
                <a:pathLst>
                  <a:path w="1465" h="583" extrusionOk="0">
                    <a:moveTo>
                      <a:pt x="41" y="0"/>
                    </a:moveTo>
                    <a:cubicBezTo>
                      <a:pt x="10" y="0"/>
                      <a:pt x="0" y="20"/>
                      <a:pt x="0" y="40"/>
                    </a:cubicBezTo>
                    <a:lnTo>
                      <a:pt x="0" y="542"/>
                    </a:lnTo>
                    <a:cubicBezTo>
                      <a:pt x="0" y="562"/>
                      <a:pt x="10" y="582"/>
                      <a:pt x="41" y="582"/>
                    </a:cubicBezTo>
                    <a:lnTo>
                      <a:pt x="1425" y="582"/>
                    </a:lnTo>
                    <a:cubicBezTo>
                      <a:pt x="1445" y="582"/>
                      <a:pt x="1465" y="562"/>
                      <a:pt x="1465" y="542"/>
                    </a:cubicBezTo>
                    <a:lnTo>
                      <a:pt x="1465" y="40"/>
                    </a:lnTo>
                    <a:cubicBezTo>
                      <a:pt x="1465" y="20"/>
                      <a:pt x="1445" y="0"/>
                      <a:pt x="14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38"/>
              <p:cNvSpPr/>
              <p:nvPr/>
            </p:nvSpPr>
            <p:spPr>
              <a:xfrm>
                <a:off x="6867808" y="3038204"/>
                <a:ext cx="27303" cy="20871"/>
              </a:xfrm>
              <a:custGeom>
                <a:avLst/>
                <a:gdLst/>
                <a:ahLst/>
                <a:cxnLst/>
                <a:rect l="l" t="t" r="r" b="b"/>
                <a:pathLst>
                  <a:path w="913" h="713" extrusionOk="0">
                    <a:moveTo>
                      <a:pt x="0" y="1"/>
                    </a:moveTo>
                    <a:lnTo>
                      <a:pt x="0" y="713"/>
                    </a:lnTo>
                    <a:lnTo>
                      <a:pt x="913" y="713"/>
                    </a:lnTo>
                    <a:lnTo>
                      <a:pt x="9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8" name="Google Shape;658;p38"/>
              <p:cNvSpPr/>
              <p:nvPr/>
            </p:nvSpPr>
            <p:spPr>
              <a:xfrm>
                <a:off x="6867808" y="3068736"/>
                <a:ext cx="27303" cy="20901"/>
              </a:xfrm>
              <a:custGeom>
                <a:avLst/>
                <a:gdLst/>
                <a:ahLst/>
                <a:cxnLst/>
                <a:rect l="l" t="t" r="r" b="b"/>
                <a:pathLst>
                  <a:path w="913" h="714" extrusionOk="0">
                    <a:moveTo>
                      <a:pt x="0" y="1"/>
                    </a:moveTo>
                    <a:lnTo>
                      <a:pt x="0" y="713"/>
                    </a:lnTo>
                    <a:lnTo>
                      <a:pt x="913" y="713"/>
                    </a:lnTo>
                    <a:lnTo>
                      <a:pt x="9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9" name="Google Shape;659;p38"/>
              <p:cNvSpPr/>
              <p:nvPr/>
            </p:nvSpPr>
            <p:spPr>
              <a:xfrm>
                <a:off x="6867808" y="3095754"/>
                <a:ext cx="15610" cy="27633"/>
              </a:xfrm>
              <a:custGeom>
                <a:avLst/>
                <a:gdLst/>
                <a:ahLst/>
                <a:cxnLst/>
                <a:rect l="l" t="t" r="r" b="b"/>
                <a:pathLst>
                  <a:path w="522" h="944" extrusionOk="0">
                    <a:moveTo>
                      <a:pt x="0" y="1"/>
                    </a:moveTo>
                    <a:lnTo>
                      <a:pt x="0" y="944"/>
                    </a:lnTo>
                    <a:lnTo>
                      <a:pt x="522" y="944"/>
                    </a:lnTo>
                    <a:lnTo>
                      <a:pt x="5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38"/>
              <p:cNvSpPr/>
              <p:nvPr/>
            </p:nvSpPr>
            <p:spPr>
              <a:xfrm>
                <a:off x="7089464" y="3033521"/>
                <a:ext cx="23745" cy="27633"/>
              </a:xfrm>
              <a:custGeom>
                <a:avLst/>
                <a:gdLst/>
                <a:ahLst/>
                <a:cxnLst/>
                <a:rect l="l" t="t" r="r" b="b"/>
                <a:pathLst>
                  <a:path w="794" h="944" extrusionOk="0">
                    <a:moveTo>
                      <a:pt x="1" y="0"/>
                    </a:moveTo>
                    <a:lnTo>
                      <a:pt x="272" y="943"/>
                    </a:lnTo>
                    <a:lnTo>
                      <a:pt x="793" y="943"/>
                    </a:lnTo>
                    <a:lnTo>
                      <a:pt x="5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38"/>
              <p:cNvSpPr/>
              <p:nvPr/>
            </p:nvSpPr>
            <p:spPr>
              <a:xfrm>
                <a:off x="7101156" y="3066394"/>
                <a:ext cx="23745" cy="27633"/>
              </a:xfrm>
              <a:custGeom>
                <a:avLst/>
                <a:gdLst/>
                <a:ahLst/>
                <a:cxnLst/>
                <a:rect l="l" t="t" r="r" b="b"/>
                <a:pathLst>
                  <a:path w="794" h="944" extrusionOk="0">
                    <a:moveTo>
                      <a:pt x="1" y="1"/>
                    </a:moveTo>
                    <a:lnTo>
                      <a:pt x="272" y="944"/>
                    </a:lnTo>
                    <a:lnTo>
                      <a:pt x="793" y="944"/>
                    </a:lnTo>
                    <a:lnTo>
                      <a:pt x="5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38"/>
              <p:cNvSpPr/>
              <p:nvPr/>
            </p:nvSpPr>
            <p:spPr>
              <a:xfrm>
                <a:off x="7165662" y="3121895"/>
                <a:ext cx="120607" cy="5913"/>
              </a:xfrm>
              <a:custGeom>
                <a:avLst/>
                <a:gdLst/>
                <a:ahLst/>
                <a:cxnLst/>
                <a:rect l="l" t="t" r="r" b="b"/>
                <a:pathLst>
                  <a:path w="4033" h="202" extrusionOk="0">
                    <a:moveTo>
                      <a:pt x="0" y="0"/>
                    </a:moveTo>
                    <a:lnTo>
                      <a:pt x="0" y="201"/>
                    </a:lnTo>
                    <a:lnTo>
                      <a:pt x="4033" y="201"/>
                    </a:lnTo>
                    <a:lnTo>
                      <a:pt x="40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38"/>
              <p:cNvSpPr/>
              <p:nvPr/>
            </p:nvSpPr>
            <p:spPr>
              <a:xfrm>
                <a:off x="6958988" y="2973015"/>
                <a:ext cx="20425" cy="40572"/>
              </a:xfrm>
              <a:custGeom>
                <a:avLst/>
                <a:gdLst/>
                <a:ahLst/>
                <a:cxnLst/>
                <a:rect l="l" t="t" r="r" b="b"/>
                <a:pathLst>
                  <a:path w="683" h="1386" extrusionOk="0">
                    <a:moveTo>
                      <a:pt x="382" y="1"/>
                    </a:moveTo>
                    <a:lnTo>
                      <a:pt x="0" y="1385"/>
                    </a:lnTo>
                    <a:lnTo>
                      <a:pt x="682" y="1385"/>
                    </a:lnTo>
                    <a:lnTo>
                      <a:pt x="68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38"/>
              <p:cNvSpPr/>
              <p:nvPr/>
            </p:nvSpPr>
            <p:spPr>
              <a:xfrm>
                <a:off x="6982374" y="2973015"/>
                <a:ext cx="20425" cy="40572"/>
              </a:xfrm>
              <a:custGeom>
                <a:avLst/>
                <a:gdLst/>
                <a:ahLst/>
                <a:cxnLst/>
                <a:rect l="l" t="t" r="r" b="b"/>
                <a:pathLst>
                  <a:path w="683" h="1386" extrusionOk="0">
                    <a:moveTo>
                      <a:pt x="1" y="1"/>
                    </a:moveTo>
                    <a:lnTo>
                      <a:pt x="1" y="1385"/>
                    </a:lnTo>
                    <a:lnTo>
                      <a:pt x="683" y="1385"/>
                    </a:ln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38"/>
              <p:cNvSpPr/>
              <p:nvPr/>
            </p:nvSpPr>
            <p:spPr>
              <a:xfrm>
                <a:off x="7554128" y="3172975"/>
                <a:ext cx="52872" cy="24999"/>
              </a:xfrm>
              <a:custGeom>
                <a:avLst/>
                <a:gdLst/>
                <a:ahLst/>
                <a:cxnLst/>
                <a:rect l="l" t="t" r="r" b="b"/>
                <a:pathLst>
                  <a:path w="1768" h="854" extrusionOk="0">
                    <a:moveTo>
                      <a:pt x="1454" y="1"/>
                    </a:moveTo>
                    <a:lnTo>
                      <a:pt x="1454" y="1"/>
                    </a:lnTo>
                    <a:cubicBezTo>
                      <a:pt x="1458" y="4"/>
                      <a:pt x="1461" y="8"/>
                      <a:pt x="1465" y="11"/>
                    </a:cubicBezTo>
                    <a:lnTo>
                      <a:pt x="1465" y="11"/>
                    </a:lnTo>
                    <a:cubicBezTo>
                      <a:pt x="1465" y="11"/>
                      <a:pt x="1464" y="11"/>
                      <a:pt x="1464" y="11"/>
                    </a:cubicBezTo>
                    <a:lnTo>
                      <a:pt x="1454" y="1"/>
                    </a:lnTo>
                    <a:close/>
                    <a:moveTo>
                      <a:pt x="140" y="11"/>
                    </a:moveTo>
                    <a:cubicBezTo>
                      <a:pt x="50" y="101"/>
                      <a:pt x="0" y="221"/>
                      <a:pt x="0" y="352"/>
                    </a:cubicBezTo>
                    <a:cubicBezTo>
                      <a:pt x="0" y="633"/>
                      <a:pt x="231" y="853"/>
                      <a:pt x="502" y="853"/>
                    </a:cubicBezTo>
                    <a:lnTo>
                      <a:pt x="1093" y="853"/>
                    </a:lnTo>
                    <a:cubicBezTo>
                      <a:pt x="1097" y="853"/>
                      <a:pt x="1102" y="853"/>
                      <a:pt x="1106" y="853"/>
                    </a:cubicBezTo>
                    <a:cubicBezTo>
                      <a:pt x="1544" y="853"/>
                      <a:pt x="1768" y="330"/>
                      <a:pt x="1465" y="11"/>
                    </a:cubicBezTo>
                    <a:lnTo>
                      <a:pt x="1465" y="11"/>
                    </a:lnTo>
                    <a:cubicBezTo>
                      <a:pt x="1475" y="61"/>
                      <a:pt x="1485" y="111"/>
                      <a:pt x="1485" y="171"/>
                    </a:cubicBezTo>
                    <a:cubicBezTo>
                      <a:pt x="1485" y="442"/>
                      <a:pt x="1294" y="673"/>
                      <a:pt x="1053" y="673"/>
                    </a:cubicBezTo>
                    <a:lnTo>
                      <a:pt x="552" y="673"/>
                    </a:lnTo>
                    <a:cubicBezTo>
                      <a:pt x="311" y="673"/>
                      <a:pt x="120" y="442"/>
                      <a:pt x="120" y="171"/>
                    </a:cubicBezTo>
                    <a:cubicBezTo>
                      <a:pt x="120" y="111"/>
                      <a:pt x="130" y="61"/>
                      <a:pt x="140" y="1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38"/>
              <p:cNvSpPr/>
              <p:nvPr/>
            </p:nvSpPr>
            <p:spPr>
              <a:xfrm>
                <a:off x="7559809" y="3156260"/>
                <a:ext cx="37531" cy="36708"/>
              </a:xfrm>
              <a:custGeom>
                <a:avLst/>
                <a:gdLst/>
                <a:ahLst/>
                <a:cxnLst/>
                <a:rect l="l" t="t" r="r" b="b"/>
                <a:pathLst>
                  <a:path w="1255" h="1254" extrusionOk="0">
                    <a:moveTo>
                      <a:pt x="633" y="0"/>
                    </a:moveTo>
                    <a:cubicBezTo>
                      <a:pt x="281" y="0"/>
                      <a:pt x="1" y="281"/>
                      <a:pt x="1" y="632"/>
                    </a:cubicBezTo>
                    <a:cubicBezTo>
                      <a:pt x="1" y="973"/>
                      <a:pt x="281" y="1254"/>
                      <a:pt x="633" y="1254"/>
                    </a:cubicBezTo>
                    <a:cubicBezTo>
                      <a:pt x="974" y="1254"/>
                      <a:pt x="1254" y="973"/>
                      <a:pt x="1254" y="632"/>
                    </a:cubicBezTo>
                    <a:cubicBezTo>
                      <a:pt x="1254" y="281"/>
                      <a:pt x="974" y="0"/>
                      <a:pt x="6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38"/>
              <p:cNvSpPr/>
              <p:nvPr/>
            </p:nvSpPr>
            <p:spPr>
              <a:xfrm>
                <a:off x="6988385" y="3123944"/>
                <a:ext cx="54607" cy="11475"/>
              </a:xfrm>
              <a:custGeom>
                <a:avLst/>
                <a:gdLst/>
                <a:ahLst/>
                <a:cxnLst/>
                <a:rect l="l" t="t" r="r" b="b"/>
                <a:pathLst>
                  <a:path w="1826" h="392" extrusionOk="0">
                    <a:moveTo>
                      <a:pt x="0" y="1"/>
                    </a:moveTo>
                    <a:lnTo>
                      <a:pt x="0" y="392"/>
                    </a:lnTo>
                    <a:lnTo>
                      <a:pt x="1826" y="392"/>
                    </a:lnTo>
                    <a:lnTo>
                      <a:pt x="18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38"/>
              <p:cNvSpPr/>
              <p:nvPr/>
            </p:nvSpPr>
            <p:spPr>
              <a:xfrm>
                <a:off x="6928096" y="3139224"/>
                <a:ext cx="42914" cy="7669"/>
              </a:xfrm>
              <a:custGeom>
                <a:avLst/>
                <a:gdLst/>
                <a:ahLst/>
                <a:cxnLst/>
                <a:rect l="l" t="t" r="r" b="b"/>
                <a:pathLst>
                  <a:path w="1435" h="262" extrusionOk="0">
                    <a:moveTo>
                      <a:pt x="0" y="0"/>
                    </a:moveTo>
                    <a:lnTo>
                      <a:pt x="0" y="261"/>
                    </a:lnTo>
                    <a:lnTo>
                      <a:pt x="1435" y="261"/>
                    </a:lnTo>
                    <a:lnTo>
                      <a:pt x="14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9" name="Google Shape;669;p38"/>
              <p:cNvSpPr/>
              <p:nvPr/>
            </p:nvSpPr>
            <p:spPr>
              <a:xfrm>
                <a:off x="7007883" y="3152426"/>
                <a:ext cx="87622" cy="7669"/>
              </a:xfrm>
              <a:custGeom>
                <a:avLst/>
                <a:gdLst/>
                <a:ahLst/>
                <a:cxnLst/>
                <a:rect l="l" t="t" r="r" b="b"/>
                <a:pathLst>
                  <a:path w="2930" h="262" extrusionOk="0">
                    <a:moveTo>
                      <a:pt x="0" y="1"/>
                    </a:moveTo>
                    <a:lnTo>
                      <a:pt x="0" y="261"/>
                    </a:lnTo>
                    <a:lnTo>
                      <a:pt x="2929" y="261"/>
                    </a:lnTo>
                    <a:lnTo>
                      <a:pt x="29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0" name="Google Shape;670;p38"/>
              <p:cNvSpPr/>
              <p:nvPr/>
            </p:nvSpPr>
            <p:spPr>
              <a:xfrm>
                <a:off x="6821006" y="3110449"/>
                <a:ext cx="72011" cy="17359"/>
              </a:xfrm>
              <a:custGeom>
                <a:avLst/>
                <a:gdLst/>
                <a:ahLst/>
                <a:cxnLst/>
                <a:rect l="l" t="t" r="r" b="b"/>
                <a:pathLst>
                  <a:path w="2408" h="593" extrusionOk="0">
                    <a:moveTo>
                      <a:pt x="0" y="0"/>
                    </a:moveTo>
                    <a:lnTo>
                      <a:pt x="0" y="592"/>
                    </a:lnTo>
                    <a:lnTo>
                      <a:pt x="2408" y="592"/>
                    </a:lnTo>
                    <a:lnTo>
                      <a:pt x="24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1" name="Google Shape;671;p38"/>
              <p:cNvSpPr/>
              <p:nvPr/>
            </p:nvSpPr>
            <p:spPr>
              <a:xfrm>
                <a:off x="6647318" y="3245512"/>
                <a:ext cx="24642" cy="8255"/>
              </a:xfrm>
              <a:custGeom>
                <a:avLst/>
                <a:gdLst/>
                <a:ahLst/>
                <a:cxnLst/>
                <a:rect l="l" t="t" r="r" b="b"/>
                <a:pathLst>
                  <a:path w="824" h="282" extrusionOk="0">
                    <a:moveTo>
                      <a:pt x="1" y="0"/>
                    </a:moveTo>
                    <a:lnTo>
                      <a:pt x="1" y="281"/>
                    </a:lnTo>
                    <a:lnTo>
                      <a:pt x="823" y="281"/>
                    </a:lnTo>
                    <a:lnTo>
                      <a:pt x="8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8"/>
              <p:cNvSpPr/>
              <p:nvPr/>
            </p:nvSpPr>
            <p:spPr>
              <a:xfrm>
                <a:off x="6684221" y="3245512"/>
                <a:ext cx="24612" cy="8255"/>
              </a:xfrm>
              <a:custGeom>
                <a:avLst/>
                <a:gdLst/>
                <a:ahLst/>
                <a:cxnLst/>
                <a:rect l="l" t="t" r="r" b="b"/>
                <a:pathLst>
                  <a:path w="823" h="282" extrusionOk="0">
                    <a:moveTo>
                      <a:pt x="0" y="0"/>
                    </a:moveTo>
                    <a:lnTo>
                      <a:pt x="0" y="281"/>
                    </a:lnTo>
                    <a:lnTo>
                      <a:pt x="823" y="281"/>
                    </a:lnTo>
                    <a:lnTo>
                      <a:pt x="8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8"/>
              <p:cNvSpPr/>
              <p:nvPr/>
            </p:nvSpPr>
            <p:spPr>
              <a:xfrm>
                <a:off x="6721423" y="3245512"/>
                <a:ext cx="24313" cy="8255"/>
              </a:xfrm>
              <a:custGeom>
                <a:avLst/>
                <a:gdLst/>
                <a:ahLst/>
                <a:cxnLst/>
                <a:rect l="l" t="t" r="r" b="b"/>
                <a:pathLst>
                  <a:path w="813" h="282" extrusionOk="0">
                    <a:moveTo>
                      <a:pt x="0" y="0"/>
                    </a:moveTo>
                    <a:lnTo>
                      <a:pt x="0" y="281"/>
                    </a:lnTo>
                    <a:lnTo>
                      <a:pt x="813" y="281"/>
                    </a:lnTo>
                    <a:lnTo>
                      <a:pt x="8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8"/>
              <p:cNvSpPr/>
              <p:nvPr/>
            </p:nvSpPr>
            <p:spPr>
              <a:xfrm>
                <a:off x="6758296" y="3245512"/>
                <a:ext cx="24343" cy="8255"/>
              </a:xfrm>
              <a:custGeom>
                <a:avLst/>
                <a:gdLst/>
                <a:ahLst/>
                <a:cxnLst/>
                <a:rect l="l" t="t" r="r" b="b"/>
                <a:pathLst>
                  <a:path w="814" h="282" extrusionOk="0">
                    <a:moveTo>
                      <a:pt x="1" y="0"/>
                    </a:moveTo>
                    <a:lnTo>
                      <a:pt x="1" y="281"/>
                    </a:lnTo>
                    <a:lnTo>
                      <a:pt x="813" y="281"/>
                    </a:lnTo>
                    <a:lnTo>
                      <a:pt x="8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5" name="Google Shape;675;p38"/>
              <p:cNvSpPr/>
              <p:nvPr/>
            </p:nvSpPr>
            <p:spPr>
              <a:xfrm>
                <a:off x="6795198" y="3245512"/>
                <a:ext cx="24642" cy="8255"/>
              </a:xfrm>
              <a:custGeom>
                <a:avLst/>
                <a:gdLst/>
                <a:ahLst/>
                <a:cxnLst/>
                <a:rect l="l" t="t" r="r" b="b"/>
                <a:pathLst>
                  <a:path w="824" h="282" extrusionOk="0">
                    <a:moveTo>
                      <a:pt x="1" y="0"/>
                    </a:moveTo>
                    <a:lnTo>
                      <a:pt x="1" y="281"/>
                    </a:lnTo>
                    <a:lnTo>
                      <a:pt x="823" y="281"/>
                    </a:lnTo>
                    <a:lnTo>
                      <a:pt x="8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6" name="Google Shape;676;p38"/>
              <p:cNvSpPr/>
              <p:nvPr/>
            </p:nvSpPr>
            <p:spPr>
              <a:xfrm>
                <a:off x="6832101" y="3245512"/>
                <a:ext cx="24642" cy="8255"/>
              </a:xfrm>
              <a:custGeom>
                <a:avLst/>
                <a:gdLst/>
                <a:ahLst/>
                <a:cxnLst/>
                <a:rect l="l" t="t" r="r" b="b"/>
                <a:pathLst>
                  <a:path w="824" h="282" extrusionOk="0">
                    <a:moveTo>
                      <a:pt x="1" y="0"/>
                    </a:moveTo>
                    <a:lnTo>
                      <a:pt x="1" y="281"/>
                    </a:lnTo>
                    <a:lnTo>
                      <a:pt x="823" y="281"/>
                    </a:lnTo>
                    <a:lnTo>
                      <a:pt x="8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8"/>
              <p:cNvSpPr/>
              <p:nvPr/>
            </p:nvSpPr>
            <p:spPr>
              <a:xfrm>
                <a:off x="6860003" y="3255201"/>
                <a:ext cx="85827" cy="24091"/>
              </a:xfrm>
              <a:custGeom>
                <a:avLst/>
                <a:gdLst/>
                <a:ahLst/>
                <a:cxnLst/>
                <a:rect l="l" t="t" r="r" b="b"/>
                <a:pathLst>
                  <a:path w="2870" h="823" extrusionOk="0">
                    <a:moveTo>
                      <a:pt x="0" y="0"/>
                    </a:moveTo>
                    <a:lnTo>
                      <a:pt x="0" y="823"/>
                    </a:lnTo>
                    <a:lnTo>
                      <a:pt x="2869" y="823"/>
                    </a:lnTo>
                    <a:lnTo>
                      <a:pt x="28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8"/>
              <p:cNvSpPr/>
              <p:nvPr/>
            </p:nvSpPr>
            <p:spPr>
              <a:xfrm>
                <a:off x="6847413" y="3251952"/>
                <a:ext cx="108914" cy="3864"/>
              </a:xfrm>
              <a:custGeom>
                <a:avLst/>
                <a:gdLst/>
                <a:ahLst/>
                <a:cxnLst/>
                <a:rect l="l" t="t" r="r" b="b"/>
                <a:pathLst>
                  <a:path w="3642" h="132" extrusionOk="0">
                    <a:moveTo>
                      <a:pt x="0" y="1"/>
                    </a:moveTo>
                    <a:lnTo>
                      <a:pt x="0" y="131"/>
                    </a:lnTo>
                    <a:lnTo>
                      <a:pt x="3641" y="131"/>
                    </a:lnTo>
                    <a:lnTo>
                      <a:pt x="364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8"/>
              <p:cNvSpPr/>
              <p:nvPr/>
            </p:nvSpPr>
            <p:spPr>
              <a:xfrm>
                <a:off x="6988385" y="3255201"/>
                <a:ext cx="85827" cy="24091"/>
              </a:xfrm>
              <a:custGeom>
                <a:avLst/>
                <a:gdLst/>
                <a:ahLst/>
                <a:cxnLst/>
                <a:rect l="l" t="t" r="r" b="b"/>
                <a:pathLst>
                  <a:path w="2870" h="823" extrusionOk="0">
                    <a:moveTo>
                      <a:pt x="0" y="0"/>
                    </a:moveTo>
                    <a:lnTo>
                      <a:pt x="0" y="823"/>
                    </a:lnTo>
                    <a:lnTo>
                      <a:pt x="2869" y="823"/>
                    </a:lnTo>
                    <a:lnTo>
                      <a:pt x="28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8"/>
              <p:cNvSpPr/>
              <p:nvPr/>
            </p:nvSpPr>
            <p:spPr>
              <a:xfrm>
                <a:off x="6975795" y="3251952"/>
                <a:ext cx="109213" cy="3864"/>
              </a:xfrm>
              <a:custGeom>
                <a:avLst/>
                <a:gdLst/>
                <a:ahLst/>
                <a:cxnLst/>
                <a:rect l="l" t="t" r="r" b="b"/>
                <a:pathLst>
                  <a:path w="3652" h="132" extrusionOk="0">
                    <a:moveTo>
                      <a:pt x="0" y="1"/>
                    </a:moveTo>
                    <a:lnTo>
                      <a:pt x="0" y="131"/>
                    </a:lnTo>
                    <a:lnTo>
                      <a:pt x="3651" y="131"/>
                    </a:lnTo>
                    <a:lnTo>
                      <a:pt x="36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1" name="Google Shape;681;p38"/>
            <p:cNvGrpSpPr/>
            <p:nvPr/>
          </p:nvGrpSpPr>
          <p:grpSpPr>
            <a:xfrm>
              <a:off x="6763794" y="2505918"/>
              <a:ext cx="1005325" cy="375900"/>
              <a:chOff x="6763775" y="2512014"/>
              <a:chExt cx="1005325" cy="375900"/>
            </a:xfrm>
          </p:grpSpPr>
          <p:sp>
            <p:nvSpPr>
              <p:cNvPr id="682" name="Google Shape;682;p38"/>
              <p:cNvSpPr/>
              <p:nvPr/>
            </p:nvSpPr>
            <p:spPr>
              <a:xfrm>
                <a:off x="7440825" y="2687789"/>
                <a:ext cx="1775" cy="94325"/>
              </a:xfrm>
              <a:custGeom>
                <a:avLst/>
                <a:gdLst/>
                <a:ahLst/>
                <a:cxnLst/>
                <a:rect l="l" t="t" r="r" b="b"/>
                <a:pathLst>
                  <a:path w="71" h="3773" extrusionOk="0">
                    <a:moveTo>
                      <a:pt x="1" y="1"/>
                    </a:moveTo>
                    <a:lnTo>
                      <a:pt x="1" y="3772"/>
                    </a:lnTo>
                    <a:lnTo>
                      <a:pt x="71" y="3772"/>
                    </a:lnTo>
                    <a:lnTo>
                      <a:pt x="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8"/>
              <p:cNvSpPr/>
              <p:nvPr/>
            </p:nvSpPr>
            <p:spPr>
              <a:xfrm>
                <a:off x="7647450" y="2714114"/>
                <a:ext cx="1800" cy="30875"/>
              </a:xfrm>
              <a:custGeom>
                <a:avLst/>
                <a:gdLst/>
                <a:ahLst/>
                <a:cxnLst/>
                <a:rect l="l" t="t" r="r" b="b"/>
                <a:pathLst>
                  <a:path w="72" h="1235" extrusionOk="0">
                    <a:moveTo>
                      <a:pt x="1" y="1"/>
                    </a:moveTo>
                    <a:lnTo>
                      <a:pt x="1" y="1235"/>
                    </a:lnTo>
                    <a:lnTo>
                      <a:pt x="71" y="1235"/>
                    </a:lnTo>
                    <a:lnTo>
                      <a:pt x="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8"/>
              <p:cNvSpPr/>
              <p:nvPr/>
            </p:nvSpPr>
            <p:spPr>
              <a:xfrm>
                <a:off x="7636425" y="2726914"/>
                <a:ext cx="2025" cy="30625"/>
              </a:xfrm>
              <a:custGeom>
                <a:avLst/>
                <a:gdLst/>
                <a:ahLst/>
                <a:cxnLst/>
                <a:rect l="l" t="t" r="r" b="b"/>
                <a:pathLst>
                  <a:path w="81" h="1225" extrusionOk="0">
                    <a:moveTo>
                      <a:pt x="0" y="0"/>
                    </a:moveTo>
                    <a:lnTo>
                      <a:pt x="0" y="1224"/>
                    </a:lnTo>
                    <a:lnTo>
                      <a:pt x="81" y="1224"/>
                    </a:lnTo>
                    <a:lnTo>
                      <a:pt x="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8"/>
              <p:cNvSpPr/>
              <p:nvPr/>
            </p:nvSpPr>
            <p:spPr>
              <a:xfrm>
                <a:off x="7527850" y="2710364"/>
                <a:ext cx="1775" cy="30875"/>
              </a:xfrm>
              <a:custGeom>
                <a:avLst/>
                <a:gdLst/>
                <a:ahLst/>
                <a:cxnLst/>
                <a:rect l="l" t="t" r="r" b="b"/>
                <a:pathLst>
                  <a:path w="71" h="1235" extrusionOk="0">
                    <a:moveTo>
                      <a:pt x="0" y="0"/>
                    </a:moveTo>
                    <a:lnTo>
                      <a:pt x="0" y="1234"/>
                    </a:lnTo>
                    <a:lnTo>
                      <a:pt x="70" y="1234"/>
                    </a:lnTo>
                    <a:lnTo>
                      <a:pt x="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8"/>
              <p:cNvSpPr/>
              <p:nvPr/>
            </p:nvSpPr>
            <p:spPr>
              <a:xfrm>
                <a:off x="7485975" y="2715889"/>
                <a:ext cx="2025" cy="30850"/>
              </a:xfrm>
              <a:custGeom>
                <a:avLst/>
                <a:gdLst/>
                <a:ahLst/>
                <a:cxnLst/>
                <a:rect l="l" t="t" r="r" b="b"/>
                <a:pathLst>
                  <a:path w="81" h="1234" extrusionOk="0">
                    <a:moveTo>
                      <a:pt x="0" y="0"/>
                    </a:moveTo>
                    <a:lnTo>
                      <a:pt x="0" y="1234"/>
                    </a:lnTo>
                    <a:lnTo>
                      <a:pt x="80" y="1234"/>
                    </a:lnTo>
                    <a:lnTo>
                      <a:pt x="8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8"/>
              <p:cNvSpPr/>
              <p:nvPr/>
            </p:nvSpPr>
            <p:spPr>
              <a:xfrm>
                <a:off x="7460650" y="2708614"/>
                <a:ext cx="1775" cy="30850"/>
              </a:xfrm>
              <a:custGeom>
                <a:avLst/>
                <a:gdLst/>
                <a:ahLst/>
                <a:cxnLst/>
                <a:rect l="l" t="t" r="r" b="b"/>
                <a:pathLst>
                  <a:path w="71" h="1234" extrusionOk="0">
                    <a:moveTo>
                      <a:pt x="0" y="0"/>
                    </a:moveTo>
                    <a:lnTo>
                      <a:pt x="0" y="1234"/>
                    </a:lnTo>
                    <a:lnTo>
                      <a:pt x="70" y="1234"/>
                    </a:lnTo>
                    <a:lnTo>
                      <a:pt x="7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8"/>
              <p:cNvSpPr/>
              <p:nvPr/>
            </p:nvSpPr>
            <p:spPr>
              <a:xfrm>
                <a:off x="6949325" y="2708614"/>
                <a:ext cx="2050" cy="30850"/>
              </a:xfrm>
              <a:custGeom>
                <a:avLst/>
                <a:gdLst/>
                <a:ahLst/>
                <a:cxnLst/>
                <a:rect l="l" t="t" r="r" b="b"/>
                <a:pathLst>
                  <a:path w="82" h="1234" extrusionOk="0">
                    <a:moveTo>
                      <a:pt x="1" y="0"/>
                    </a:moveTo>
                    <a:lnTo>
                      <a:pt x="1" y="1234"/>
                    </a:lnTo>
                    <a:lnTo>
                      <a:pt x="81" y="1234"/>
                    </a:lnTo>
                    <a:lnTo>
                      <a:pt x="8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8"/>
              <p:cNvSpPr/>
              <p:nvPr/>
            </p:nvSpPr>
            <p:spPr>
              <a:xfrm>
                <a:off x="6929525" y="2706839"/>
                <a:ext cx="1775" cy="30875"/>
              </a:xfrm>
              <a:custGeom>
                <a:avLst/>
                <a:gdLst/>
                <a:ahLst/>
                <a:cxnLst/>
                <a:rect l="l" t="t" r="r" b="b"/>
                <a:pathLst>
                  <a:path w="71" h="1235" extrusionOk="0">
                    <a:moveTo>
                      <a:pt x="0" y="1"/>
                    </a:moveTo>
                    <a:lnTo>
                      <a:pt x="0" y="1235"/>
                    </a:lnTo>
                    <a:lnTo>
                      <a:pt x="71" y="1235"/>
                    </a:lnTo>
                    <a:lnTo>
                      <a:pt x="7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8"/>
              <p:cNvSpPr/>
              <p:nvPr/>
            </p:nvSpPr>
            <p:spPr>
              <a:xfrm>
                <a:off x="6955850" y="2711364"/>
                <a:ext cx="10800" cy="41650"/>
              </a:xfrm>
              <a:custGeom>
                <a:avLst/>
                <a:gdLst/>
                <a:ahLst/>
                <a:cxnLst/>
                <a:rect l="l" t="t" r="r" b="b"/>
                <a:pathLst>
                  <a:path w="432" h="1666" extrusionOk="0">
                    <a:moveTo>
                      <a:pt x="1" y="0"/>
                    </a:moveTo>
                    <a:lnTo>
                      <a:pt x="1" y="1666"/>
                    </a:lnTo>
                    <a:lnTo>
                      <a:pt x="432" y="1666"/>
                    </a:lnTo>
                    <a:lnTo>
                      <a:pt x="4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8"/>
              <p:cNvSpPr/>
              <p:nvPr/>
            </p:nvSpPr>
            <p:spPr>
              <a:xfrm>
                <a:off x="7508775" y="2716889"/>
                <a:ext cx="10825" cy="41650"/>
              </a:xfrm>
              <a:custGeom>
                <a:avLst/>
                <a:gdLst/>
                <a:ahLst/>
                <a:cxnLst/>
                <a:rect l="l" t="t" r="r" b="b"/>
                <a:pathLst>
                  <a:path w="433" h="1666" extrusionOk="0">
                    <a:moveTo>
                      <a:pt x="1" y="0"/>
                    </a:moveTo>
                    <a:lnTo>
                      <a:pt x="1" y="1665"/>
                    </a:lnTo>
                    <a:lnTo>
                      <a:pt x="432" y="1665"/>
                    </a:lnTo>
                    <a:lnTo>
                      <a:pt x="4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8"/>
              <p:cNvSpPr/>
              <p:nvPr/>
            </p:nvSpPr>
            <p:spPr>
              <a:xfrm>
                <a:off x="7573975" y="2726914"/>
                <a:ext cx="50950" cy="41650"/>
              </a:xfrm>
              <a:custGeom>
                <a:avLst/>
                <a:gdLst/>
                <a:ahLst/>
                <a:cxnLst/>
                <a:rect l="l" t="t" r="r" b="b"/>
                <a:pathLst>
                  <a:path w="2038" h="1666" extrusionOk="0">
                    <a:moveTo>
                      <a:pt x="1" y="0"/>
                    </a:moveTo>
                    <a:lnTo>
                      <a:pt x="1" y="1665"/>
                    </a:lnTo>
                    <a:lnTo>
                      <a:pt x="2037" y="1665"/>
                    </a:lnTo>
                    <a:lnTo>
                      <a:pt x="2037"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8"/>
              <p:cNvSpPr/>
              <p:nvPr/>
            </p:nvSpPr>
            <p:spPr>
              <a:xfrm>
                <a:off x="7659000" y="2732189"/>
                <a:ext cx="22075" cy="23825"/>
              </a:xfrm>
              <a:custGeom>
                <a:avLst/>
                <a:gdLst/>
                <a:ahLst/>
                <a:cxnLst/>
                <a:rect l="l" t="t" r="r" b="b"/>
                <a:pathLst>
                  <a:path w="883" h="953" extrusionOk="0">
                    <a:moveTo>
                      <a:pt x="0" y="0"/>
                    </a:moveTo>
                    <a:lnTo>
                      <a:pt x="0" y="953"/>
                    </a:lnTo>
                    <a:lnTo>
                      <a:pt x="883" y="953"/>
                    </a:lnTo>
                    <a:lnTo>
                      <a:pt x="88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8"/>
              <p:cNvSpPr/>
              <p:nvPr/>
            </p:nvSpPr>
            <p:spPr>
              <a:xfrm>
                <a:off x="7108575" y="2512014"/>
                <a:ext cx="35375" cy="30300"/>
              </a:xfrm>
              <a:custGeom>
                <a:avLst/>
                <a:gdLst/>
                <a:ahLst/>
                <a:cxnLst/>
                <a:rect l="l" t="t" r="r" b="b"/>
                <a:pathLst>
                  <a:path w="1415" h="1212" extrusionOk="0">
                    <a:moveTo>
                      <a:pt x="612" y="0"/>
                    </a:moveTo>
                    <a:cubicBezTo>
                      <a:pt x="271" y="0"/>
                      <a:pt x="0" y="271"/>
                      <a:pt x="0" y="602"/>
                    </a:cubicBezTo>
                    <a:cubicBezTo>
                      <a:pt x="0" y="969"/>
                      <a:pt x="299" y="1211"/>
                      <a:pt x="611" y="1211"/>
                    </a:cubicBezTo>
                    <a:cubicBezTo>
                      <a:pt x="759" y="1211"/>
                      <a:pt x="910" y="1156"/>
                      <a:pt x="1033" y="1033"/>
                    </a:cubicBezTo>
                    <a:cubicBezTo>
                      <a:pt x="1415" y="652"/>
                      <a:pt x="1144" y="0"/>
                      <a:pt x="6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8"/>
              <p:cNvSpPr/>
              <p:nvPr/>
            </p:nvSpPr>
            <p:spPr>
              <a:xfrm>
                <a:off x="7047650" y="2545314"/>
                <a:ext cx="109325" cy="136250"/>
              </a:xfrm>
              <a:custGeom>
                <a:avLst/>
                <a:gdLst/>
                <a:ahLst/>
                <a:cxnLst/>
                <a:rect l="l" t="t" r="r" b="b"/>
                <a:pathLst>
                  <a:path w="4373" h="5450" extrusionOk="0">
                    <a:moveTo>
                      <a:pt x="3518" y="0"/>
                    </a:moveTo>
                    <a:cubicBezTo>
                      <a:pt x="3505" y="0"/>
                      <a:pt x="3493" y="1"/>
                      <a:pt x="3480" y="2"/>
                    </a:cubicBezTo>
                    <a:lnTo>
                      <a:pt x="1173" y="2"/>
                    </a:lnTo>
                    <a:cubicBezTo>
                      <a:pt x="983" y="2"/>
                      <a:pt x="822" y="123"/>
                      <a:pt x="782" y="303"/>
                    </a:cubicBezTo>
                    <a:lnTo>
                      <a:pt x="30" y="5088"/>
                    </a:lnTo>
                    <a:cubicBezTo>
                      <a:pt x="1" y="5273"/>
                      <a:pt x="142" y="5449"/>
                      <a:pt x="335" y="5449"/>
                    </a:cubicBezTo>
                    <a:cubicBezTo>
                      <a:pt x="340" y="5449"/>
                      <a:pt x="345" y="5449"/>
                      <a:pt x="351" y="5449"/>
                    </a:cubicBezTo>
                    <a:lnTo>
                      <a:pt x="3972" y="5449"/>
                    </a:lnTo>
                    <a:cubicBezTo>
                      <a:pt x="3977" y="5449"/>
                      <a:pt x="3983" y="5449"/>
                      <a:pt x="3989" y="5449"/>
                    </a:cubicBezTo>
                    <a:cubicBezTo>
                      <a:pt x="4202" y="5449"/>
                      <a:pt x="4373" y="5262"/>
                      <a:pt x="4353" y="5038"/>
                    </a:cubicBezTo>
                    <a:lnTo>
                      <a:pt x="3852" y="273"/>
                    </a:lnTo>
                    <a:cubicBezTo>
                      <a:pt x="3814" y="115"/>
                      <a:pt x="3674" y="0"/>
                      <a:pt x="351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8"/>
              <p:cNvSpPr/>
              <p:nvPr/>
            </p:nvSpPr>
            <p:spPr>
              <a:xfrm>
                <a:off x="7104550" y="2545089"/>
                <a:ext cx="50425" cy="108875"/>
              </a:xfrm>
              <a:custGeom>
                <a:avLst/>
                <a:gdLst/>
                <a:ahLst/>
                <a:cxnLst/>
                <a:rect l="l" t="t" r="r" b="b"/>
                <a:pathLst>
                  <a:path w="2017" h="4355" extrusionOk="0">
                    <a:moveTo>
                      <a:pt x="1236" y="1"/>
                    </a:moveTo>
                    <a:cubicBezTo>
                      <a:pt x="1229" y="1"/>
                      <a:pt x="1222" y="1"/>
                      <a:pt x="1214" y="1"/>
                    </a:cubicBezTo>
                    <a:lnTo>
                      <a:pt x="1" y="1"/>
                    </a:lnTo>
                    <a:cubicBezTo>
                      <a:pt x="71" y="51"/>
                      <a:pt x="121" y="122"/>
                      <a:pt x="131" y="202"/>
                    </a:cubicBezTo>
                    <a:lnTo>
                      <a:pt x="562" y="4355"/>
                    </a:lnTo>
                    <a:lnTo>
                      <a:pt x="2017" y="4355"/>
                    </a:lnTo>
                    <a:lnTo>
                      <a:pt x="1586" y="272"/>
                    </a:lnTo>
                    <a:cubicBezTo>
                      <a:pt x="1547" y="109"/>
                      <a:pt x="1398" y="1"/>
                      <a:pt x="123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8"/>
              <p:cNvSpPr/>
              <p:nvPr/>
            </p:nvSpPr>
            <p:spPr>
              <a:xfrm>
                <a:off x="7038375" y="2601514"/>
                <a:ext cx="281850" cy="136225"/>
              </a:xfrm>
              <a:custGeom>
                <a:avLst/>
                <a:gdLst/>
                <a:ahLst/>
                <a:cxnLst/>
                <a:rect l="l" t="t" r="r" b="b"/>
                <a:pathLst>
                  <a:path w="11274" h="5449" extrusionOk="0">
                    <a:moveTo>
                      <a:pt x="10951" y="1"/>
                    </a:moveTo>
                    <a:cubicBezTo>
                      <a:pt x="10945" y="1"/>
                      <a:pt x="10939" y="1"/>
                      <a:pt x="10933" y="1"/>
                    </a:cubicBezTo>
                    <a:lnTo>
                      <a:pt x="1183" y="1"/>
                    </a:lnTo>
                    <a:cubicBezTo>
                      <a:pt x="993" y="1"/>
                      <a:pt x="832" y="132"/>
                      <a:pt x="792" y="312"/>
                    </a:cubicBezTo>
                    <a:lnTo>
                      <a:pt x="40" y="5087"/>
                    </a:lnTo>
                    <a:cubicBezTo>
                      <a:pt x="1" y="5282"/>
                      <a:pt x="151" y="5448"/>
                      <a:pt x="335" y="5448"/>
                    </a:cubicBezTo>
                    <a:cubicBezTo>
                      <a:pt x="340" y="5448"/>
                      <a:pt x="345" y="5448"/>
                      <a:pt x="351" y="5448"/>
                    </a:cubicBezTo>
                    <a:lnTo>
                      <a:pt x="10903" y="5448"/>
                    </a:lnTo>
                    <a:cubicBezTo>
                      <a:pt x="10909" y="5448"/>
                      <a:pt x="10915" y="5448"/>
                      <a:pt x="10921" y="5448"/>
                    </a:cubicBezTo>
                    <a:cubicBezTo>
                      <a:pt x="11113" y="5448"/>
                      <a:pt x="11274" y="5291"/>
                      <a:pt x="11274" y="5097"/>
                    </a:cubicBezTo>
                    <a:lnTo>
                      <a:pt x="11274" y="312"/>
                    </a:lnTo>
                    <a:cubicBezTo>
                      <a:pt x="11264" y="138"/>
                      <a:pt x="11123" y="1"/>
                      <a:pt x="1095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8"/>
              <p:cNvSpPr/>
              <p:nvPr/>
            </p:nvSpPr>
            <p:spPr>
              <a:xfrm>
                <a:off x="7266050" y="2601289"/>
                <a:ext cx="54175" cy="136450"/>
              </a:xfrm>
              <a:custGeom>
                <a:avLst/>
                <a:gdLst/>
                <a:ahLst/>
                <a:cxnLst/>
                <a:rect l="l" t="t" r="r" b="b"/>
                <a:pathLst>
                  <a:path w="2167" h="5458" extrusionOk="0">
                    <a:moveTo>
                      <a:pt x="0" y="0"/>
                    </a:moveTo>
                    <a:lnTo>
                      <a:pt x="0" y="5457"/>
                    </a:lnTo>
                    <a:lnTo>
                      <a:pt x="1796" y="5457"/>
                    </a:lnTo>
                    <a:cubicBezTo>
                      <a:pt x="1802" y="5457"/>
                      <a:pt x="1808" y="5457"/>
                      <a:pt x="1814" y="5457"/>
                    </a:cubicBezTo>
                    <a:cubicBezTo>
                      <a:pt x="2006" y="5457"/>
                      <a:pt x="2167" y="5300"/>
                      <a:pt x="2167" y="5096"/>
                    </a:cubicBezTo>
                    <a:lnTo>
                      <a:pt x="2167" y="321"/>
                    </a:lnTo>
                    <a:cubicBezTo>
                      <a:pt x="2157" y="130"/>
                      <a:pt x="2006" y="0"/>
                      <a:pt x="182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8"/>
              <p:cNvSpPr/>
              <p:nvPr/>
            </p:nvSpPr>
            <p:spPr>
              <a:xfrm>
                <a:off x="7033100" y="2658214"/>
                <a:ext cx="338550" cy="130650"/>
              </a:xfrm>
              <a:custGeom>
                <a:avLst/>
                <a:gdLst/>
                <a:ahLst/>
                <a:cxnLst/>
                <a:rect l="l" t="t" r="r" b="b"/>
                <a:pathLst>
                  <a:path w="13542" h="5226" extrusionOk="0">
                    <a:moveTo>
                      <a:pt x="1013" y="0"/>
                    </a:moveTo>
                    <a:cubicBezTo>
                      <a:pt x="823" y="0"/>
                      <a:pt x="652" y="140"/>
                      <a:pt x="612" y="331"/>
                    </a:cubicBezTo>
                    <a:lnTo>
                      <a:pt x="30" y="4825"/>
                    </a:lnTo>
                    <a:cubicBezTo>
                      <a:pt x="0" y="5035"/>
                      <a:pt x="160" y="5226"/>
                      <a:pt x="381" y="5226"/>
                    </a:cubicBezTo>
                    <a:lnTo>
                      <a:pt x="13160" y="5226"/>
                    </a:lnTo>
                    <a:cubicBezTo>
                      <a:pt x="13371" y="5226"/>
                      <a:pt x="13541" y="5035"/>
                      <a:pt x="13511" y="4825"/>
                    </a:cubicBezTo>
                    <a:lnTo>
                      <a:pt x="12929" y="331"/>
                    </a:lnTo>
                    <a:cubicBezTo>
                      <a:pt x="12889" y="140"/>
                      <a:pt x="12719" y="0"/>
                      <a:pt x="1252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8"/>
              <p:cNvSpPr/>
              <p:nvPr/>
            </p:nvSpPr>
            <p:spPr>
              <a:xfrm>
                <a:off x="7321225" y="2658214"/>
                <a:ext cx="50425" cy="130650"/>
              </a:xfrm>
              <a:custGeom>
                <a:avLst/>
                <a:gdLst/>
                <a:ahLst/>
                <a:cxnLst/>
                <a:rect l="l" t="t" r="r" b="b"/>
                <a:pathLst>
                  <a:path w="2017" h="5226" extrusionOk="0">
                    <a:moveTo>
                      <a:pt x="0" y="0"/>
                    </a:moveTo>
                    <a:lnTo>
                      <a:pt x="532" y="5226"/>
                    </a:lnTo>
                    <a:lnTo>
                      <a:pt x="1635" y="5226"/>
                    </a:lnTo>
                    <a:cubicBezTo>
                      <a:pt x="1846" y="5226"/>
                      <a:pt x="2016" y="5035"/>
                      <a:pt x="1986" y="4825"/>
                    </a:cubicBezTo>
                    <a:lnTo>
                      <a:pt x="1404" y="331"/>
                    </a:lnTo>
                    <a:cubicBezTo>
                      <a:pt x="1364" y="140"/>
                      <a:pt x="1194" y="0"/>
                      <a:pt x="100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8"/>
              <p:cNvSpPr/>
              <p:nvPr/>
            </p:nvSpPr>
            <p:spPr>
              <a:xfrm>
                <a:off x="7326225" y="2693314"/>
                <a:ext cx="83525" cy="53175"/>
              </a:xfrm>
              <a:custGeom>
                <a:avLst/>
                <a:gdLst/>
                <a:ahLst/>
                <a:cxnLst/>
                <a:rect l="l" t="t" r="r" b="b"/>
                <a:pathLst>
                  <a:path w="3341" h="2127" extrusionOk="0">
                    <a:moveTo>
                      <a:pt x="362" y="0"/>
                    </a:moveTo>
                    <a:cubicBezTo>
                      <a:pt x="161" y="0"/>
                      <a:pt x="1" y="161"/>
                      <a:pt x="1" y="361"/>
                    </a:cubicBezTo>
                    <a:lnTo>
                      <a:pt x="1" y="1766"/>
                    </a:lnTo>
                    <a:cubicBezTo>
                      <a:pt x="1" y="1966"/>
                      <a:pt x="161" y="2127"/>
                      <a:pt x="362" y="2127"/>
                    </a:cubicBezTo>
                    <a:lnTo>
                      <a:pt x="2970" y="2127"/>
                    </a:lnTo>
                    <a:cubicBezTo>
                      <a:pt x="3170" y="2127"/>
                      <a:pt x="3341" y="1966"/>
                      <a:pt x="3341" y="1766"/>
                    </a:cubicBezTo>
                    <a:lnTo>
                      <a:pt x="3341" y="361"/>
                    </a:lnTo>
                    <a:cubicBezTo>
                      <a:pt x="3341" y="161"/>
                      <a:pt x="3170" y="0"/>
                      <a:pt x="29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8"/>
              <p:cNvSpPr/>
              <p:nvPr/>
            </p:nvSpPr>
            <p:spPr>
              <a:xfrm>
                <a:off x="7172775" y="2717389"/>
                <a:ext cx="83275" cy="53175"/>
              </a:xfrm>
              <a:custGeom>
                <a:avLst/>
                <a:gdLst/>
                <a:ahLst/>
                <a:cxnLst/>
                <a:rect l="l" t="t" r="r" b="b"/>
                <a:pathLst>
                  <a:path w="3331" h="2127" extrusionOk="0">
                    <a:moveTo>
                      <a:pt x="361" y="0"/>
                    </a:moveTo>
                    <a:cubicBezTo>
                      <a:pt x="161" y="0"/>
                      <a:pt x="0" y="161"/>
                      <a:pt x="0" y="361"/>
                    </a:cubicBezTo>
                    <a:lnTo>
                      <a:pt x="0" y="1766"/>
                    </a:lnTo>
                    <a:cubicBezTo>
                      <a:pt x="0" y="1966"/>
                      <a:pt x="161" y="2127"/>
                      <a:pt x="361" y="2127"/>
                    </a:cubicBezTo>
                    <a:lnTo>
                      <a:pt x="2969" y="2127"/>
                    </a:lnTo>
                    <a:cubicBezTo>
                      <a:pt x="3170" y="2127"/>
                      <a:pt x="3330" y="1966"/>
                      <a:pt x="3330" y="1766"/>
                    </a:cubicBezTo>
                    <a:lnTo>
                      <a:pt x="3330" y="361"/>
                    </a:lnTo>
                    <a:cubicBezTo>
                      <a:pt x="3330" y="161"/>
                      <a:pt x="3170" y="0"/>
                      <a:pt x="29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8"/>
              <p:cNvSpPr/>
              <p:nvPr/>
            </p:nvSpPr>
            <p:spPr>
              <a:xfrm>
                <a:off x="6984200" y="2716139"/>
                <a:ext cx="83275" cy="53175"/>
              </a:xfrm>
              <a:custGeom>
                <a:avLst/>
                <a:gdLst/>
                <a:ahLst/>
                <a:cxnLst/>
                <a:rect l="l" t="t" r="r" b="b"/>
                <a:pathLst>
                  <a:path w="3331" h="2127" extrusionOk="0">
                    <a:moveTo>
                      <a:pt x="361" y="0"/>
                    </a:moveTo>
                    <a:cubicBezTo>
                      <a:pt x="161" y="0"/>
                      <a:pt x="0" y="161"/>
                      <a:pt x="0" y="371"/>
                    </a:cubicBezTo>
                    <a:lnTo>
                      <a:pt x="0" y="1765"/>
                    </a:lnTo>
                    <a:cubicBezTo>
                      <a:pt x="0" y="1966"/>
                      <a:pt x="161" y="2127"/>
                      <a:pt x="361" y="2127"/>
                    </a:cubicBezTo>
                    <a:lnTo>
                      <a:pt x="2969" y="2127"/>
                    </a:lnTo>
                    <a:cubicBezTo>
                      <a:pt x="3170" y="2127"/>
                      <a:pt x="3330" y="1966"/>
                      <a:pt x="3330" y="1765"/>
                    </a:cubicBezTo>
                    <a:lnTo>
                      <a:pt x="3330" y="371"/>
                    </a:lnTo>
                    <a:cubicBezTo>
                      <a:pt x="3330" y="161"/>
                      <a:pt x="3170" y="0"/>
                      <a:pt x="296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8"/>
              <p:cNvSpPr/>
              <p:nvPr/>
            </p:nvSpPr>
            <p:spPr>
              <a:xfrm>
                <a:off x="7096525" y="2653439"/>
                <a:ext cx="176575" cy="13325"/>
              </a:xfrm>
              <a:custGeom>
                <a:avLst/>
                <a:gdLst/>
                <a:ahLst/>
                <a:cxnLst/>
                <a:rect l="l" t="t" r="r" b="b"/>
                <a:pathLst>
                  <a:path w="7063" h="533" extrusionOk="0">
                    <a:moveTo>
                      <a:pt x="272" y="0"/>
                    </a:moveTo>
                    <a:cubicBezTo>
                      <a:pt x="121" y="0"/>
                      <a:pt x="1" y="111"/>
                      <a:pt x="1" y="261"/>
                    </a:cubicBezTo>
                    <a:cubicBezTo>
                      <a:pt x="1" y="412"/>
                      <a:pt x="121" y="532"/>
                      <a:pt x="272" y="532"/>
                    </a:cubicBezTo>
                    <a:lnTo>
                      <a:pt x="6791" y="532"/>
                    </a:lnTo>
                    <a:cubicBezTo>
                      <a:pt x="6942" y="532"/>
                      <a:pt x="7062" y="412"/>
                      <a:pt x="7062" y="261"/>
                    </a:cubicBezTo>
                    <a:cubicBezTo>
                      <a:pt x="7062" y="111"/>
                      <a:pt x="6942" y="0"/>
                      <a:pt x="679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8"/>
              <p:cNvSpPr/>
              <p:nvPr/>
            </p:nvSpPr>
            <p:spPr>
              <a:xfrm>
                <a:off x="7295900" y="2608539"/>
                <a:ext cx="17075" cy="14575"/>
              </a:xfrm>
              <a:custGeom>
                <a:avLst/>
                <a:gdLst/>
                <a:ahLst/>
                <a:cxnLst/>
                <a:rect l="l" t="t" r="r" b="b"/>
                <a:pathLst>
                  <a:path w="683" h="583" extrusionOk="0">
                    <a:moveTo>
                      <a:pt x="0" y="1"/>
                    </a:moveTo>
                    <a:lnTo>
                      <a:pt x="0" y="583"/>
                    </a:lnTo>
                    <a:lnTo>
                      <a:pt x="682" y="583"/>
                    </a:lnTo>
                    <a:lnTo>
                      <a:pt x="68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8"/>
              <p:cNvSpPr/>
              <p:nvPr/>
            </p:nvSpPr>
            <p:spPr>
              <a:xfrm>
                <a:off x="7269300" y="2608539"/>
                <a:ext cx="24350" cy="14575"/>
              </a:xfrm>
              <a:custGeom>
                <a:avLst/>
                <a:gdLst/>
                <a:ahLst/>
                <a:cxnLst/>
                <a:rect l="l" t="t" r="r" b="b"/>
                <a:pathLst>
                  <a:path w="974" h="583" extrusionOk="0">
                    <a:moveTo>
                      <a:pt x="1" y="1"/>
                    </a:moveTo>
                    <a:lnTo>
                      <a:pt x="1" y="583"/>
                    </a:lnTo>
                    <a:lnTo>
                      <a:pt x="974" y="583"/>
                    </a:lnTo>
                    <a:lnTo>
                      <a:pt x="9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8"/>
              <p:cNvSpPr/>
              <p:nvPr/>
            </p:nvSpPr>
            <p:spPr>
              <a:xfrm>
                <a:off x="7235450" y="2608539"/>
                <a:ext cx="31625" cy="14575"/>
              </a:xfrm>
              <a:custGeom>
                <a:avLst/>
                <a:gdLst/>
                <a:ahLst/>
                <a:cxnLst/>
                <a:rect l="l" t="t" r="r" b="b"/>
                <a:pathLst>
                  <a:path w="1265" h="583" extrusionOk="0">
                    <a:moveTo>
                      <a:pt x="1" y="1"/>
                    </a:moveTo>
                    <a:lnTo>
                      <a:pt x="1" y="583"/>
                    </a:lnTo>
                    <a:lnTo>
                      <a:pt x="1264" y="583"/>
                    </a:lnTo>
                    <a:lnTo>
                      <a:pt x="126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8"/>
              <p:cNvSpPr/>
              <p:nvPr/>
            </p:nvSpPr>
            <p:spPr>
              <a:xfrm>
                <a:off x="7200600" y="2608539"/>
                <a:ext cx="32625" cy="14575"/>
              </a:xfrm>
              <a:custGeom>
                <a:avLst/>
                <a:gdLst/>
                <a:ahLst/>
                <a:cxnLst/>
                <a:rect l="l" t="t" r="r" b="b"/>
                <a:pathLst>
                  <a:path w="1305" h="583" extrusionOk="0">
                    <a:moveTo>
                      <a:pt x="0" y="1"/>
                    </a:moveTo>
                    <a:lnTo>
                      <a:pt x="0" y="583"/>
                    </a:lnTo>
                    <a:lnTo>
                      <a:pt x="1304" y="583"/>
                    </a:lnTo>
                    <a:lnTo>
                      <a:pt x="130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8"/>
              <p:cNvSpPr/>
              <p:nvPr/>
            </p:nvSpPr>
            <p:spPr>
              <a:xfrm>
                <a:off x="7113575" y="2611064"/>
                <a:ext cx="63975" cy="8550"/>
              </a:xfrm>
              <a:custGeom>
                <a:avLst/>
                <a:gdLst/>
                <a:ahLst/>
                <a:cxnLst/>
                <a:rect l="l" t="t" r="r" b="b"/>
                <a:pathLst>
                  <a:path w="2559" h="342" extrusionOk="0">
                    <a:moveTo>
                      <a:pt x="1" y="0"/>
                    </a:moveTo>
                    <a:lnTo>
                      <a:pt x="1" y="341"/>
                    </a:lnTo>
                    <a:lnTo>
                      <a:pt x="2559" y="341"/>
                    </a:lnTo>
                    <a:lnTo>
                      <a:pt x="2559"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8"/>
              <p:cNvSpPr/>
              <p:nvPr/>
            </p:nvSpPr>
            <p:spPr>
              <a:xfrm>
                <a:off x="7068700" y="2666739"/>
                <a:ext cx="167025" cy="9550"/>
              </a:xfrm>
              <a:custGeom>
                <a:avLst/>
                <a:gdLst/>
                <a:ahLst/>
                <a:cxnLst/>
                <a:rect l="l" t="t" r="r" b="b"/>
                <a:pathLst>
                  <a:path w="6681" h="382" extrusionOk="0">
                    <a:moveTo>
                      <a:pt x="0" y="0"/>
                    </a:moveTo>
                    <a:lnTo>
                      <a:pt x="0" y="381"/>
                    </a:lnTo>
                    <a:lnTo>
                      <a:pt x="6681" y="381"/>
                    </a:lnTo>
                    <a:lnTo>
                      <a:pt x="668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8"/>
              <p:cNvSpPr/>
              <p:nvPr/>
            </p:nvSpPr>
            <p:spPr>
              <a:xfrm>
                <a:off x="7064425" y="2539589"/>
                <a:ext cx="87800" cy="10800"/>
              </a:xfrm>
              <a:custGeom>
                <a:avLst/>
                <a:gdLst/>
                <a:ahLst/>
                <a:cxnLst/>
                <a:rect l="l" t="t" r="r" b="b"/>
                <a:pathLst>
                  <a:path w="3512" h="432" extrusionOk="0">
                    <a:moveTo>
                      <a:pt x="221" y="1"/>
                    </a:moveTo>
                    <a:cubicBezTo>
                      <a:pt x="101" y="1"/>
                      <a:pt x="1" y="101"/>
                      <a:pt x="1" y="221"/>
                    </a:cubicBezTo>
                    <a:cubicBezTo>
                      <a:pt x="1" y="342"/>
                      <a:pt x="101" y="432"/>
                      <a:pt x="221" y="432"/>
                    </a:cubicBezTo>
                    <a:lnTo>
                      <a:pt x="3291" y="432"/>
                    </a:lnTo>
                    <a:cubicBezTo>
                      <a:pt x="3411" y="432"/>
                      <a:pt x="3512" y="342"/>
                      <a:pt x="3512" y="221"/>
                    </a:cubicBezTo>
                    <a:cubicBezTo>
                      <a:pt x="3512" y="101"/>
                      <a:pt x="3411" y="1"/>
                      <a:pt x="32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8"/>
              <p:cNvSpPr/>
              <p:nvPr/>
            </p:nvSpPr>
            <p:spPr>
              <a:xfrm>
                <a:off x="6822200" y="2643664"/>
                <a:ext cx="68975" cy="26600"/>
              </a:xfrm>
              <a:custGeom>
                <a:avLst/>
                <a:gdLst/>
                <a:ahLst/>
                <a:cxnLst/>
                <a:rect l="l" t="t" r="r" b="b"/>
                <a:pathLst>
                  <a:path w="2759" h="1064" extrusionOk="0">
                    <a:moveTo>
                      <a:pt x="361" y="0"/>
                    </a:moveTo>
                    <a:cubicBezTo>
                      <a:pt x="161" y="0"/>
                      <a:pt x="0" y="161"/>
                      <a:pt x="0" y="361"/>
                    </a:cubicBezTo>
                    <a:lnTo>
                      <a:pt x="0" y="702"/>
                    </a:lnTo>
                    <a:cubicBezTo>
                      <a:pt x="0" y="903"/>
                      <a:pt x="161" y="1063"/>
                      <a:pt x="361" y="1063"/>
                    </a:cubicBezTo>
                    <a:lnTo>
                      <a:pt x="2398" y="1063"/>
                    </a:lnTo>
                    <a:cubicBezTo>
                      <a:pt x="2598" y="1063"/>
                      <a:pt x="2759" y="903"/>
                      <a:pt x="2759" y="702"/>
                    </a:cubicBezTo>
                    <a:lnTo>
                      <a:pt x="2759" y="361"/>
                    </a:lnTo>
                    <a:cubicBezTo>
                      <a:pt x="2759" y="161"/>
                      <a:pt x="2598" y="0"/>
                      <a:pt x="239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8"/>
              <p:cNvSpPr/>
              <p:nvPr/>
            </p:nvSpPr>
            <p:spPr>
              <a:xfrm>
                <a:off x="6838000" y="2660714"/>
                <a:ext cx="20575" cy="85775"/>
              </a:xfrm>
              <a:custGeom>
                <a:avLst/>
                <a:gdLst/>
                <a:ahLst/>
                <a:cxnLst/>
                <a:rect l="l" t="t" r="r" b="b"/>
                <a:pathLst>
                  <a:path w="823" h="3431" extrusionOk="0">
                    <a:moveTo>
                      <a:pt x="361" y="0"/>
                    </a:moveTo>
                    <a:cubicBezTo>
                      <a:pt x="161" y="0"/>
                      <a:pt x="0" y="161"/>
                      <a:pt x="0" y="361"/>
                    </a:cubicBezTo>
                    <a:lnTo>
                      <a:pt x="0" y="3070"/>
                    </a:lnTo>
                    <a:cubicBezTo>
                      <a:pt x="0" y="3270"/>
                      <a:pt x="161" y="3431"/>
                      <a:pt x="361" y="3431"/>
                    </a:cubicBezTo>
                    <a:lnTo>
                      <a:pt x="462" y="3431"/>
                    </a:lnTo>
                    <a:cubicBezTo>
                      <a:pt x="662" y="3431"/>
                      <a:pt x="823" y="3270"/>
                      <a:pt x="823" y="3070"/>
                    </a:cubicBezTo>
                    <a:lnTo>
                      <a:pt x="823" y="361"/>
                    </a:lnTo>
                    <a:cubicBezTo>
                      <a:pt x="823" y="161"/>
                      <a:pt x="662" y="0"/>
                      <a:pt x="46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8"/>
              <p:cNvSpPr/>
              <p:nvPr/>
            </p:nvSpPr>
            <p:spPr>
              <a:xfrm>
                <a:off x="6850025" y="2591214"/>
                <a:ext cx="58200" cy="124025"/>
              </a:xfrm>
              <a:custGeom>
                <a:avLst/>
                <a:gdLst/>
                <a:ahLst/>
                <a:cxnLst/>
                <a:rect l="l" t="t" r="r" b="b"/>
                <a:pathLst>
                  <a:path w="2328" h="4961" extrusionOk="0">
                    <a:moveTo>
                      <a:pt x="1962" y="0"/>
                    </a:moveTo>
                    <a:cubicBezTo>
                      <a:pt x="1950" y="0"/>
                      <a:pt x="1938" y="1"/>
                      <a:pt x="1927" y="2"/>
                    </a:cubicBezTo>
                    <a:lnTo>
                      <a:pt x="342" y="142"/>
                    </a:lnTo>
                    <a:cubicBezTo>
                      <a:pt x="141" y="162"/>
                      <a:pt x="1" y="333"/>
                      <a:pt x="1" y="533"/>
                    </a:cubicBezTo>
                    <a:lnTo>
                      <a:pt x="1" y="4395"/>
                    </a:lnTo>
                    <a:cubicBezTo>
                      <a:pt x="1" y="4596"/>
                      <a:pt x="141" y="4766"/>
                      <a:pt x="342" y="4796"/>
                    </a:cubicBezTo>
                    <a:lnTo>
                      <a:pt x="1927" y="4957"/>
                    </a:lnTo>
                    <a:cubicBezTo>
                      <a:pt x="1944" y="4959"/>
                      <a:pt x="1960" y="4960"/>
                      <a:pt x="1977" y="4960"/>
                    </a:cubicBezTo>
                    <a:cubicBezTo>
                      <a:pt x="2174" y="4960"/>
                      <a:pt x="2327" y="4800"/>
                      <a:pt x="2318" y="4606"/>
                    </a:cubicBezTo>
                    <a:lnTo>
                      <a:pt x="2318" y="373"/>
                    </a:lnTo>
                    <a:cubicBezTo>
                      <a:pt x="2327" y="164"/>
                      <a:pt x="2166" y="0"/>
                      <a:pt x="196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8"/>
              <p:cNvSpPr/>
              <p:nvPr/>
            </p:nvSpPr>
            <p:spPr>
              <a:xfrm>
                <a:off x="6771300" y="2797114"/>
                <a:ext cx="916300" cy="90800"/>
              </a:xfrm>
              <a:custGeom>
                <a:avLst/>
                <a:gdLst/>
                <a:ahLst/>
                <a:cxnLst/>
                <a:rect l="l" t="t" r="r" b="b"/>
                <a:pathLst>
                  <a:path w="36652" h="3632" extrusionOk="0">
                    <a:moveTo>
                      <a:pt x="23040" y="1"/>
                    </a:moveTo>
                    <a:cubicBezTo>
                      <a:pt x="22047" y="1"/>
                      <a:pt x="21245" y="803"/>
                      <a:pt x="21235" y="1796"/>
                    </a:cubicBezTo>
                    <a:lnTo>
                      <a:pt x="883" y="1796"/>
                    </a:lnTo>
                    <a:cubicBezTo>
                      <a:pt x="381" y="1806"/>
                      <a:pt x="0" y="2218"/>
                      <a:pt x="0" y="2709"/>
                    </a:cubicBezTo>
                    <a:cubicBezTo>
                      <a:pt x="0" y="3201"/>
                      <a:pt x="381" y="3612"/>
                      <a:pt x="883" y="3632"/>
                    </a:cubicBezTo>
                    <a:lnTo>
                      <a:pt x="34886" y="3632"/>
                    </a:lnTo>
                    <a:cubicBezTo>
                      <a:pt x="35869" y="3602"/>
                      <a:pt x="36652" y="2799"/>
                      <a:pt x="36652" y="1816"/>
                    </a:cubicBezTo>
                    <a:cubicBezTo>
                      <a:pt x="36652" y="833"/>
                      <a:pt x="35869" y="31"/>
                      <a:pt x="3488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8"/>
              <p:cNvSpPr/>
              <p:nvPr/>
            </p:nvSpPr>
            <p:spPr>
              <a:xfrm>
                <a:off x="6827200" y="2729414"/>
                <a:ext cx="941900" cy="117375"/>
              </a:xfrm>
              <a:custGeom>
                <a:avLst/>
                <a:gdLst/>
                <a:ahLst/>
                <a:cxnLst/>
                <a:rect l="l" t="t" r="r" b="b"/>
                <a:pathLst>
                  <a:path w="37676" h="4695" extrusionOk="0">
                    <a:moveTo>
                      <a:pt x="282" y="1"/>
                    </a:moveTo>
                    <a:cubicBezTo>
                      <a:pt x="121" y="1"/>
                      <a:pt x="1" y="181"/>
                      <a:pt x="1" y="402"/>
                    </a:cubicBezTo>
                    <a:lnTo>
                      <a:pt x="1" y="4605"/>
                    </a:lnTo>
                    <a:cubicBezTo>
                      <a:pt x="1" y="4655"/>
                      <a:pt x="91" y="4695"/>
                      <a:pt x="202" y="4695"/>
                    </a:cubicBezTo>
                    <a:lnTo>
                      <a:pt x="18126" y="4695"/>
                    </a:lnTo>
                    <a:cubicBezTo>
                      <a:pt x="20543" y="4695"/>
                      <a:pt x="27113" y="4595"/>
                      <a:pt x="32339" y="2759"/>
                    </a:cubicBezTo>
                    <a:cubicBezTo>
                      <a:pt x="34556" y="1977"/>
                      <a:pt x="37676" y="1174"/>
                      <a:pt x="35529" y="733"/>
                    </a:cubicBezTo>
                    <a:cubicBezTo>
                      <a:pt x="35288" y="683"/>
                      <a:pt x="25749" y="1"/>
                      <a:pt x="2508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8"/>
              <p:cNvSpPr/>
              <p:nvPr/>
            </p:nvSpPr>
            <p:spPr>
              <a:xfrm>
                <a:off x="6827200" y="2729414"/>
                <a:ext cx="906300" cy="117375"/>
              </a:xfrm>
              <a:custGeom>
                <a:avLst/>
                <a:gdLst/>
                <a:ahLst/>
                <a:cxnLst/>
                <a:rect l="l" t="t" r="r" b="b"/>
                <a:pathLst>
                  <a:path w="36252" h="4695" extrusionOk="0">
                    <a:moveTo>
                      <a:pt x="282" y="1"/>
                    </a:moveTo>
                    <a:cubicBezTo>
                      <a:pt x="121" y="1"/>
                      <a:pt x="1" y="181"/>
                      <a:pt x="1" y="402"/>
                    </a:cubicBezTo>
                    <a:lnTo>
                      <a:pt x="1" y="4605"/>
                    </a:lnTo>
                    <a:cubicBezTo>
                      <a:pt x="1" y="4655"/>
                      <a:pt x="91" y="4695"/>
                      <a:pt x="202" y="4695"/>
                    </a:cubicBezTo>
                    <a:lnTo>
                      <a:pt x="18126" y="4695"/>
                    </a:lnTo>
                    <a:cubicBezTo>
                      <a:pt x="20543" y="4695"/>
                      <a:pt x="27113" y="4595"/>
                      <a:pt x="32339" y="2759"/>
                    </a:cubicBezTo>
                    <a:cubicBezTo>
                      <a:pt x="34004" y="2177"/>
                      <a:pt x="36171" y="1575"/>
                      <a:pt x="36251" y="1124"/>
                    </a:cubicBezTo>
                    <a:lnTo>
                      <a:pt x="36251" y="1124"/>
                    </a:lnTo>
                    <a:cubicBezTo>
                      <a:pt x="35479" y="1405"/>
                      <a:pt x="34516" y="1706"/>
                      <a:pt x="33683" y="1997"/>
                    </a:cubicBezTo>
                    <a:cubicBezTo>
                      <a:pt x="28458" y="3832"/>
                      <a:pt x="21888" y="3933"/>
                      <a:pt x="19470" y="3933"/>
                    </a:cubicBezTo>
                    <a:lnTo>
                      <a:pt x="1546" y="3933"/>
                    </a:lnTo>
                    <a:cubicBezTo>
                      <a:pt x="1425" y="3933"/>
                      <a:pt x="1335" y="3893"/>
                      <a:pt x="1335" y="3842"/>
                    </a:cubicBezTo>
                    <a:lnTo>
                      <a:pt x="133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8"/>
              <p:cNvSpPr/>
              <p:nvPr/>
            </p:nvSpPr>
            <p:spPr>
              <a:xfrm>
                <a:off x="6783575" y="2782589"/>
                <a:ext cx="866425" cy="64200"/>
              </a:xfrm>
              <a:custGeom>
                <a:avLst/>
                <a:gdLst/>
                <a:ahLst/>
                <a:cxnLst/>
                <a:rect l="l" t="t" r="r" b="b"/>
                <a:pathLst>
                  <a:path w="34657" h="2568" extrusionOk="0">
                    <a:moveTo>
                      <a:pt x="1746" y="0"/>
                    </a:moveTo>
                    <a:lnTo>
                      <a:pt x="1" y="2468"/>
                    </a:lnTo>
                    <a:cubicBezTo>
                      <a:pt x="1" y="2518"/>
                      <a:pt x="91" y="2568"/>
                      <a:pt x="211" y="2568"/>
                    </a:cubicBezTo>
                    <a:lnTo>
                      <a:pt x="19871" y="2568"/>
                    </a:lnTo>
                    <a:cubicBezTo>
                      <a:pt x="22288" y="2568"/>
                      <a:pt x="28858" y="2468"/>
                      <a:pt x="34084" y="632"/>
                    </a:cubicBezTo>
                    <a:cubicBezTo>
                      <a:pt x="34656" y="431"/>
                      <a:pt x="32871" y="0"/>
                      <a:pt x="3180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8"/>
              <p:cNvSpPr/>
              <p:nvPr/>
            </p:nvSpPr>
            <p:spPr>
              <a:xfrm>
                <a:off x="7295900" y="2770539"/>
                <a:ext cx="78750" cy="14575"/>
              </a:xfrm>
              <a:custGeom>
                <a:avLst/>
                <a:gdLst/>
                <a:ahLst/>
                <a:cxnLst/>
                <a:rect l="l" t="t" r="r" b="b"/>
                <a:pathLst>
                  <a:path w="3150" h="583" extrusionOk="0">
                    <a:moveTo>
                      <a:pt x="291" y="1"/>
                    </a:moveTo>
                    <a:cubicBezTo>
                      <a:pt x="130" y="1"/>
                      <a:pt x="0" y="131"/>
                      <a:pt x="10" y="292"/>
                    </a:cubicBezTo>
                    <a:cubicBezTo>
                      <a:pt x="10" y="452"/>
                      <a:pt x="130" y="582"/>
                      <a:pt x="291" y="582"/>
                    </a:cubicBezTo>
                    <a:lnTo>
                      <a:pt x="2859" y="582"/>
                    </a:lnTo>
                    <a:cubicBezTo>
                      <a:pt x="3019" y="582"/>
                      <a:pt x="3150" y="452"/>
                      <a:pt x="3150" y="292"/>
                    </a:cubicBezTo>
                    <a:cubicBezTo>
                      <a:pt x="3150" y="131"/>
                      <a:pt x="3019" y="1"/>
                      <a:pt x="28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8"/>
              <p:cNvSpPr/>
              <p:nvPr/>
            </p:nvSpPr>
            <p:spPr>
              <a:xfrm>
                <a:off x="7052400" y="2770539"/>
                <a:ext cx="78750" cy="14575"/>
              </a:xfrm>
              <a:custGeom>
                <a:avLst/>
                <a:gdLst/>
                <a:ahLst/>
                <a:cxnLst/>
                <a:rect l="l" t="t" r="r" b="b"/>
                <a:pathLst>
                  <a:path w="3150" h="583" extrusionOk="0">
                    <a:moveTo>
                      <a:pt x="291" y="1"/>
                    </a:moveTo>
                    <a:cubicBezTo>
                      <a:pt x="131" y="1"/>
                      <a:pt x="0" y="131"/>
                      <a:pt x="0" y="292"/>
                    </a:cubicBezTo>
                    <a:cubicBezTo>
                      <a:pt x="0" y="452"/>
                      <a:pt x="131" y="582"/>
                      <a:pt x="291" y="582"/>
                    </a:cubicBezTo>
                    <a:lnTo>
                      <a:pt x="2859" y="582"/>
                    </a:lnTo>
                    <a:cubicBezTo>
                      <a:pt x="3020" y="582"/>
                      <a:pt x="3150" y="452"/>
                      <a:pt x="3150" y="292"/>
                    </a:cubicBezTo>
                    <a:cubicBezTo>
                      <a:pt x="3150" y="131"/>
                      <a:pt x="3020" y="1"/>
                      <a:pt x="2859"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8"/>
              <p:cNvSpPr/>
              <p:nvPr/>
            </p:nvSpPr>
            <p:spPr>
              <a:xfrm>
                <a:off x="7381900" y="2798389"/>
                <a:ext cx="13325" cy="27850"/>
              </a:xfrm>
              <a:custGeom>
                <a:avLst/>
                <a:gdLst/>
                <a:ahLst/>
                <a:cxnLst/>
                <a:rect l="l" t="t" r="r" b="b"/>
                <a:pathLst>
                  <a:path w="533" h="1114" extrusionOk="0">
                    <a:moveTo>
                      <a:pt x="0" y="0"/>
                    </a:moveTo>
                    <a:lnTo>
                      <a:pt x="0" y="1113"/>
                    </a:lnTo>
                    <a:lnTo>
                      <a:pt x="532" y="1113"/>
                    </a:lnTo>
                    <a:lnTo>
                      <a:pt x="5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8"/>
              <p:cNvSpPr/>
              <p:nvPr/>
            </p:nvSpPr>
            <p:spPr>
              <a:xfrm>
                <a:off x="7362600" y="2798389"/>
                <a:ext cx="13300" cy="27850"/>
              </a:xfrm>
              <a:custGeom>
                <a:avLst/>
                <a:gdLst/>
                <a:ahLst/>
                <a:cxnLst/>
                <a:rect l="l" t="t" r="r" b="b"/>
                <a:pathLst>
                  <a:path w="532" h="1114" extrusionOk="0">
                    <a:moveTo>
                      <a:pt x="0" y="0"/>
                    </a:moveTo>
                    <a:lnTo>
                      <a:pt x="0" y="1113"/>
                    </a:lnTo>
                    <a:lnTo>
                      <a:pt x="532" y="1113"/>
                    </a:lnTo>
                    <a:lnTo>
                      <a:pt x="5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8"/>
              <p:cNvSpPr/>
              <p:nvPr/>
            </p:nvSpPr>
            <p:spPr>
              <a:xfrm>
                <a:off x="6862075" y="2798389"/>
                <a:ext cx="13300" cy="27850"/>
              </a:xfrm>
              <a:custGeom>
                <a:avLst/>
                <a:gdLst/>
                <a:ahLst/>
                <a:cxnLst/>
                <a:rect l="l" t="t" r="r" b="b"/>
                <a:pathLst>
                  <a:path w="532" h="1114" extrusionOk="0">
                    <a:moveTo>
                      <a:pt x="0" y="0"/>
                    </a:moveTo>
                    <a:lnTo>
                      <a:pt x="0" y="1113"/>
                    </a:lnTo>
                    <a:lnTo>
                      <a:pt x="532" y="1113"/>
                    </a:lnTo>
                    <a:lnTo>
                      <a:pt x="5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8"/>
              <p:cNvSpPr/>
              <p:nvPr/>
            </p:nvSpPr>
            <p:spPr>
              <a:xfrm>
                <a:off x="6842750" y="2798389"/>
                <a:ext cx="13325" cy="27850"/>
              </a:xfrm>
              <a:custGeom>
                <a:avLst/>
                <a:gdLst/>
                <a:ahLst/>
                <a:cxnLst/>
                <a:rect l="l" t="t" r="r" b="b"/>
                <a:pathLst>
                  <a:path w="533" h="1114" extrusionOk="0">
                    <a:moveTo>
                      <a:pt x="1" y="0"/>
                    </a:moveTo>
                    <a:lnTo>
                      <a:pt x="1" y="1113"/>
                    </a:lnTo>
                    <a:lnTo>
                      <a:pt x="532" y="1113"/>
                    </a:lnTo>
                    <a:lnTo>
                      <a:pt x="53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8"/>
              <p:cNvSpPr/>
              <p:nvPr/>
            </p:nvSpPr>
            <p:spPr>
              <a:xfrm>
                <a:off x="6763775" y="2842264"/>
                <a:ext cx="925075" cy="45650"/>
              </a:xfrm>
              <a:custGeom>
                <a:avLst/>
                <a:gdLst/>
                <a:ahLst/>
                <a:cxnLst/>
                <a:rect l="l" t="t" r="r" b="b"/>
                <a:pathLst>
                  <a:path w="37003" h="1826" extrusionOk="0">
                    <a:moveTo>
                      <a:pt x="37003" y="0"/>
                    </a:moveTo>
                    <a:cubicBezTo>
                      <a:pt x="36712" y="662"/>
                      <a:pt x="36060" y="1094"/>
                      <a:pt x="35328" y="1094"/>
                    </a:cubicBezTo>
                    <a:lnTo>
                      <a:pt x="1324" y="1094"/>
                    </a:lnTo>
                    <a:cubicBezTo>
                      <a:pt x="893" y="1094"/>
                      <a:pt x="522" y="793"/>
                      <a:pt x="432" y="382"/>
                    </a:cubicBezTo>
                    <a:lnTo>
                      <a:pt x="432" y="382"/>
                    </a:lnTo>
                    <a:cubicBezTo>
                      <a:pt x="0" y="983"/>
                      <a:pt x="442" y="1826"/>
                      <a:pt x="1184" y="1826"/>
                    </a:cubicBezTo>
                    <a:lnTo>
                      <a:pt x="35187" y="1826"/>
                    </a:lnTo>
                    <a:cubicBezTo>
                      <a:pt x="36190" y="1826"/>
                      <a:pt x="37003" y="1014"/>
                      <a:pt x="37003" y="10"/>
                    </a:cubicBezTo>
                    <a:lnTo>
                      <a:pt x="3700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8"/>
              <p:cNvSpPr/>
              <p:nvPr/>
            </p:nvSpPr>
            <p:spPr>
              <a:xfrm>
                <a:off x="7143925" y="2629364"/>
                <a:ext cx="46175" cy="4550"/>
              </a:xfrm>
              <a:custGeom>
                <a:avLst/>
                <a:gdLst/>
                <a:ahLst/>
                <a:cxnLst/>
                <a:rect l="l" t="t" r="r" b="b"/>
                <a:pathLst>
                  <a:path w="1847" h="182" extrusionOk="0">
                    <a:moveTo>
                      <a:pt x="1" y="1"/>
                    </a:moveTo>
                    <a:lnTo>
                      <a:pt x="1" y="181"/>
                    </a:lnTo>
                    <a:lnTo>
                      <a:pt x="1846" y="181"/>
                    </a:lnTo>
                    <a:lnTo>
                      <a:pt x="18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8"/>
              <p:cNvSpPr/>
              <p:nvPr/>
            </p:nvSpPr>
            <p:spPr>
              <a:xfrm>
                <a:off x="7237700" y="2637889"/>
                <a:ext cx="22600" cy="8550"/>
              </a:xfrm>
              <a:custGeom>
                <a:avLst/>
                <a:gdLst/>
                <a:ahLst/>
                <a:cxnLst/>
                <a:rect l="l" t="t" r="r" b="b"/>
                <a:pathLst>
                  <a:path w="904" h="342" extrusionOk="0">
                    <a:moveTo>
                      <a:pt x="1" y="1"/>
                    </a:moveTo>
                    <a:lnTo>
                      <a:pt x="1" y="342"/>
                    </a:lnTo>
                    <a:lnTo>
                      <a:pt x="904" y="342"/>
                    </a:lnTo>
                    <a:lnTo>
                      <a:pt x="90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8"/>
              <p:cNvSpPr/>
              <p:nvPr/>
            </p:nvSpPr>
            <p:spPr>
              <a:xfrm>
                <a:off x="7207375" y="2639639"/>
                <a:ext cx="22325" cy="8550"/>
              </a:xfrm>
              <a:custGeom>
                <a:avLst/>
                <a:gdLst/>
                <a:ahLst/>
                <a:cxnLst/>
                <a:rect l="l" t="t" r="r" b="b"/>
                <a:pathLst>
                  <a:path w="893" h="342" extrusionOk="0">
                    <a:moveTo>
                      <a:pt x="0" y="1"/>
                    </a:moveTo>
                    <a:lnTo>
                      <a:pt x="0" y="342"/>
                    </a:lnTo>
                    <a:lnTo>
                      <a:pt x="893" y="342"/>
                    </a:lnTo>
                    <a:lnTo>
                      <a:pt x="8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8"/>
              <p:cNvSpPr/>
              <p:nvPr/>
            </p:nvSpPr>
            <p:spPr>
              <a:xfrm>
                <a:off x="6827450" y="2729414"/>
                <a:ext cx="906300" cy="27875"/>
              </a:xfrm>
              <a:custGeom>
                <a:avLst/>
                <a:gdLst/>
                <a:ahLst/>
                <a:cxnLst/>
                <a:rect l="l" t="t" r="r" b="b"/>
                <a:pathLst>
                  <a:path w="36252" h="1115" extrusionOk="0">
                    <a:moveTo>
                      <a:pt x="272" y="1"/>
                    </a:moveTo>
                    <a:cubicBezTo>
                      <a:pt x="121" y="21"/>
                      <a:pt x="11" y="141"/>
                      <a:pt x="1" y="292"/>
                    </a:cubicBezTo>
                    <a:lnTo>
                      <a:pt x="25107" y="292"/>
                    </a:lnTo>
                    <a:cubicBezTo>
                      <a:pt x="25779" y="292"/>
                      <a:pt x="35619" y="974"/>
                      <a:pt x="35860" y="1014"/>
                    </a:cubicBezTo>
                    <a:cubicBezTo>
                      <a:pt x="35991" y="1044"/>
                      <a:pt x="36111" y="1074"/>
                      <a:pt x="36241" y="1114"/>
                    </a:cubicBezTo>
                    <a:cubicBezTo>
                      <a:pt x="36251" y="974"/>
                      <a:pt x="36041" y="843"/>
                      <a:pt x="35519" y="733"/>
                    </a:cubicBezTo>
                    <a:cubicBezTo>
                      <a:pt x="35278" y="683"/>
                      <a:pt x="25739" y="1"/>
                      <a:pt x="250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8"/>
              <p:cNvSpPr/>
              <p:nvPr/>
            </p:nvSpPr>
            <p:spPr>
              <a:xfrm>
                <a:off x="7370375" y="2660464"/>
                <a:ext cx="39875" cy="20325"/>
              </a:xfrm>
              <a:custGeom>
                <a:avLst/>
                <a:gdLst/>
                <a:ahLst/>
                <a:cxnLst/>
                <a:rect l="l" t="t" r="r" b="b"/>
                <a:pathLst>
                  <a:path w="1595" h="813" extrusionOk="0">
                    <a:moveTo>
                      <a:pt x="1575" y="0"/>
                    </a:moveTo>
                    <a:lnTo>
                      <a:pt x="0" y="773"/>
                    </a:lnTo>
                    <a:lnTo>
                      <a:pt x="10" y="813"/>
                    </a:lnTo>
                    <a:lnTo>
                      <a:pt x="1595" y="40"/>
                    </a:lnTo>
                    <a:lnTo>
                      <a:pt x="157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8"/>
              <p:cNvSpPr/>
              <p:nvPr/>
            </p:nvSpPr>
            <p:spPr>
              <a:xfrm>
                <a:off x="7378400" y="2666989"/>
                <a:ext cx="15550" cy="10800"/>
              </a:xfrm>
              <a:custGeom>
                <a:avLst/>
                <a:gdLst/>
                <a:ahLst/>
                <a:cxnLst/>
                <a:rect l="l" t="t" r="r" b="b"/>
                <a:pathLst>
                  <a:path w="622" h="432" extrusionOk="0">
                    <a:moveTo>
                      <a:pt x="532" y="0"/>
                    </a:moveTo>
                    <a:lnTo>
                      <a:pt x="0" y="271"/>
                    </a:lnTo>
                    <a:lnTo>
                      <a:pt x="80" y="431"/>
                    </a:lnTo>
                    <a:lnTo>
                      <a:pt x="622" y="171"/>
                    </a:lnTo>
                    <a:lnTo>
                      <a:pt x="53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8"/>
              <p:cNvSpPr/>
              <p:nvPr/>
            </p:nvSpPr>
            <p:spPr>
              <a:xfrm>
                <a:off x="7344525" y="2667039"/>
                <a:ext cx="43425" cy="26300"/>
              </a:xfrm>
              <a:custGeom>
                <a:avLst/>
                <a:gdLst/>
                <a:ahLst/>
                <a:cxnLst/>
                <a:rect l="l" t="t" r="r" b="b"/>
                <a:pathLst>
                  <a:path w="1737" h="1052" extrusionOk="0">
                    <a:moveTo>
                      <a:pt x="763" y="0"/>
                    </a:moveTo>
                    <a:cubicBezTo>
                      <a:pt x="541" y="0"/>
                      <a:pt x="405" y="189"/>
                      <a:pt x="252" y="449"/>
                    </a:cubicBezTo>
                    <a:cubicBezTo>
                      <a:pt x="121" y="660"/>
                      <a:pt x="1" y="861"/>
                      <a:pt x="41" y="1051"/>
                    </a:cubicBezTo>
                    <a:lnTo>
                      <a:pt x="1696" y="1051"/>
                    </a:lnTo>
                    <a:cubicBezTo>
                      <a:pt x="1736" y="901"/>
                      <a:pt x="1736" y="740"/>
                      <a:pt x="1676" y="590"/>
                    </a:cubicBezTo>
                    <a:cubicBezTo>
                      <a:pt x="1586" y="319"/>
                      <a:pt x="1506" y="149"/>
                      <a:pt x="1285" y="98"/>
                    </a:cubicBezTo>
                    <a:lnTo>
                      <a:pt x="844" y="8"/>
                    </a:lnTo>
                    <a:cubicBezTo>
                      <a:pt x="815" y="3"/>
                      <a:pt x="789" y="0"/>
                      <a:pt x="76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8"/>
              <p:cNvSpPr/>
              <p:nvPr/>
            </p:nvSpPr>
            <p:spPr>
              <a:xfrm>
                <a:off x="6818175" y="2782589"/>
                <a:ext cx="831825" cy="18325"/>
              </a:xfrm>
              <a:custGeom>
                <a:avLst/>
                <a:gdLst/>
                <a:ahLst/>
                <a:cxnLst/>
                <a:rect l="l" t="t" r="r" b="b"/>
                <a:pathLst>
                  <a:path w="33273" h="733" extrusionOk="0">
                    <a:moveTo>
                      <a:pt x="362" y="0"/>
                    </a:moveTo>
                    <a:lnTo>
                      <a:pt x="1" y="512"/>
                    </a:lnTo>
                    <a:lnTo>
                      <a:pt x="30674" y="512"/>
                    </a:lnTo>
                    <a:cubicBezTo>
                      <a:pt x="31256" y="522"/>
                      <a:pt x="31848" y="592"/>
                      <a:pt x="32420" y="732"/>
                    </a:cubicBezTo>
                    <a:lnTo>
                      <a:pt x="32700" y="632"/>
                    </a:lnTo>
                    <a:cubicBezTo>
                      <a:pt x="33272" y="431"/>
                      <a:pt x="31487" y="0"/>
                      <a:pt x="3042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8"/>
              <p:cNvSpPr/>
              <p:nvPr/>
            </p:nvSpPr>
            <p:spPr>
              <a:xfrm>
                <a:off x="6850025" y="2591464"/>
                <a:ext cx="58200" cy="30150"/>
              </a:xfrm>
              <a:custGeom>
                <a:avLst/>
                <a:gdLst/>
                <a:ahLst/>
                <a:cxnLst/>
                <a:rect l="l" t="t" r="r" b="b"/>
                <a:pathLst>
                  <a:path w="2328" h="1206" extrusionOk="0">
                    <a:moveTo>
                      <a:pt x="1970" y="0"/>
                    </a:moveTo>
                    <a:cubicBezTo>
                      <a:pt x="1959" y="0"/>
                      <a:pt x="1948" y="1"/>
                      <a:pt x="1937" y="2"/>
                    </a:cubicBezTo>
                    <a:lnTo>
                      <a:pt x="342" y="132"/>
                    </a:lnTo>
                    <a:cubicBezTo>
                      <a:pt x="151" y="152"/>
                      <a:pt x="1" y="323"/>
                      <a:pt x="11" y="523"/>
                    </a:cubicBezTo>
                    <a:lnTo>
                      <a:pt x="11" y="1206"/>
                    </a:lnTo>
                    <a:lnTo>
                      <a:pt x="2117" y="1085"/>
                    </a:lnTo>
                    <a:cubicBezTo>
                      <a:pt x="2136" y="1083"/>
                      <a:pt x="2155" y="1081"/>
                      <a:pt x="2174" y="1081"/>
                    </a:cubicBezTo>
                    <a:cubicBezTo>
                      <a:pt x="2225" y="1081"/>
                      <a:pt x="2276" y="1091"/>
                      <a:pt x="2328" y="1105"/>
                    </a:cubicBezTo>
                    <a:lnTo>
                      <a:pt x="2328" y="363"/>
                    </a:lnTo>
                    <a:cubicBezTo>
                      <a:pt x="2328" y="164"/>
                      <a:pt x="2166" y="0"/>
                      <a:pt x="197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8"/>
              <p:cNvSpPr/>
              <p:nvPr/>
            </p:nvSpPr>
            <p:spPr>
              <a:xfrm>
                <a:off x="6850025" y="2686789"/>
                <a:ext cx="58200" cy="28450"/>
              </a:xfrm>
              <a:custGeom>
                <a:avLst/>
                <a:gdLst/>
                <a:ahLst/>
                <a:cxnLst/>
                <a:rect l="l" t="t" r="r" b="b"/>
                <a:pathLst>
                  <a:path w="2328" h="1138" extrusionOk="0">
                    <a:moveTo>
                      <a:pt x="1" y="1"/>
                    </a:moveTo>
                    <a:lnTo>
                      <a:pt x="1" y="572"/>
                    </a:lnTo>
                    <a:cubicBezTo>
                      <a:pt x="1" y="773"/>
                      <a:pt x="141" y="943"/>
                      <a:pt x="342" y="963"/>
                    </a:cubicBezTo>
                    <a:lnTo>
                      <a:pt x="1927" y="1134"/>
                    </a:lnTo>
                    <a:cubicBezTo>
                      <a:pt x="1944" y="1136"/>
                      <a:pt x="1960" y="1137"/>
                      <a:pt x="1977" y="1137"/>
                    </a:cubicBezTo>
                    <a:cubicBezTo>
                      <a:pt x="2174" y="1137"/>
                      <a:pt x="2327" y="977"/>
                      <a:pt x="2318" y="783"/>
                    </a:cubicBezTo>
                    <a:lnTo>
                      <a:pt x="2318" y="171"/>
                    </a:lnTo>
                    <a:lnTo>
                      <a:pt x="2288" y="171"/>
                    </a:lnTo>
                    <a:lnTo>
                      <a:pt x="1"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38"/>
            <p:cNvGrpSpPr/>
            <p:nvPr/>
          </p:nvGrpSpPr>
          <p:grpSpPr>
            <a:xfrm>
              <a:off x="7744968" y="448056"/>
              <a:ext cx="417650" cy="283469"/>
              <a:chOff x="2347049" y="448056"/>
              <a:chExt cx="417650" cy="283469"/>
            </a:xfrm>
          </p:grpSpPr>
          <p:grpSp>
            <p:nvGrpSpPr>
              <p:cNvPr id="737" name="Google Shape;737;p38"/>
              <p:cNvGrpSpPr/>
              <p:nvPr/>
            </p:nvGrpSpPr>
            <p:grpSpPr>
              <a:xfrm>
                <a:off x="2347049" y="448056"/>
                <a:ext cx="195915" cy="283469"/>
                <a:chOff x="7644384" y="448056"/>
                <a:chExt cx="195915" cy="283469"/>
              </a:xfrm>
            </p:grpSpPr>
            <p:sp>
              <p:nvSpPr>
                <p:cNvPr id="738" name="Google Shape;738;p38"/>
                <p:cNvSpPr/>
                <p:nvPr/>
              </p:nvSpPr>
              <p:spPr>
                <a:xfrm>
                  <a:off x="7726615" y="448056"/>
                  <a:ext cx="31484" cy="79977"/>
                </a:xfrm>
                <a:custGeom>
                  <a:avLst/>
                  <a:gdLst/>
                  <a:ahLst/>
                  <a:cxnLst/>
                  <a:rect l="l" t="t" r="r" b="b"/>
                  <a:pathLst>
                    <a:path w="1064" h="2669" extrusionOk="0">
                      <a:moveTo>
                        <a:pt x="532" y="1"/>
                      </a:moveTo>
                      <a:cubicBezTo>
                        <a:pt x="241" y="1"/>
                        <a:pt x="0" y="231"/>
                        <a:pt x="0" y="532"/>
                      </a:cubicBezTo>
                      <a:lnTo>
                        <a:pt x="0" y="2137"/>
                      </a:lnTo>
                      <a:cubicBezTo>
                        <a:pt x="0" y="2428"/>
                        <a:pt x="241" y="2669"/>
                        <a:pt x="532" y="2669"/>
                      </a:cubicBezTo>
                      <a:cubicBezTo>
                        <a:pt x="833" y="2669"/>
                        <a:pt x="1063" y="2428"/>
                        <a:pt x="1063" y="2137"/>
                      </a:cubicBezTo>
                      <a:lnTo>
                        <a:pt x="1063" y="532"/>
                      </a:lnTo>
                      <a:cubicBezTo>
                        <a:pt x="1063" y="231"/>
                        <a:pt x="833" y="1"/>
                        <a:pt x="5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8"/>
                <p:cNvSpPr/>
                <p:nvPr/>
              </p:nvSpPr>
              <p:spPr>
                <a:xfrm>
                  <a:off x="7644384" y="479010"/>
                  <a:ext cx="195915" cy="252515"/>
                </a:xfrm>
                <a:custGeom>
                  <a:avLst/>
                  <a:gdLst/>
                  <a:ahLst/>
                  <a:cxnLst/>
                  <a:rect l="l" t="t" r="r" b="b"/>
                  <a:pathLst>
                    <a:path w="6621" h="8427" extrusionOk="0">
                      <a:moveTo>
                        <a:pt x="2087" y="1"/>
                      </a:moveTo>
                      <a:lnTo>
                        <a:pt x="1" y="8427"/>
                      </a:lnTo>
                      <a:lnTo>
                        <a:pt x="6621" y="8427"/>
                      </a:lnTo>
                      <a:lnTo>
                        <a:pt x="45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8"/>
                <p:cNvSpPr/>
                <p:nvPr/>
              </p:nvSpPr>
              <p:spPr>
                <a:xfrm>
                  <a:off x="7698119" y="479010"/>
                  <a:ext cx="88474" cy="32812"/>
                </a:xfrm>
                <a:custGeom>
                  <a:avLst/>
                  <a:gdLst/>
                  <a:ahLst/>
                  <a:cxnLst/>
                  <a:rect l="l" t="t" r="r" b="b"/>
                  <a:pathLst>
                    <a:path w="2990" h="1095" extrusionOk="0">
                      <a:moveTo>
                        <a:pt x="271" y="1"/>
                      </a:moveTo>
                      <a:lnTo>
                        <a:pt x="0" y="1094"/>
                      </a:lnTo>
                      <a:lnTo>
                        <a:pt x="2989" y="1094"/>
                      </a:lnTo>
                      <a:lnTo>
                        <a:pt x="27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8"/>
                <p:cNvSpPr/>
                <p:nvPr/>
              </p:nvSpPr>
              <p:spPr>
                <a:xfrm>
                  <a:off x="7672287" y="565878"/>
                  <a:ext cx="140138" cy="51420"/>
                </a:xfrm>
                <a:custGeom>
                  <a:avLst/>
                  <a:gdLst/>
                  <a:ahLst/>
                  <a:cxnLst/>
                  <a:rect l="l" t="t" r="r" b="b"/>
                  <a:pathLst>
                    <a:path w="4736" h="1716" extrusionOk="0">
                      <a:moveTo>
                        <a:pt x="432" y="1"/>
                      </a:moveTo>
                      <a:lnTo>
                        <a:pt x="1" y="1716"/>
                      </a:lnTo>
                      <a:lnTo>
                        <a:pt x="4735" y="1716"/>
                      </a:lnTo>
                      <a:lnTo>
                        <a:pt x="4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8"/>
                <p:cNvSpPr/>
                <p:nvPr/>
              </p:nvSpPr>
              <p:spPr>
                <a:xfrm>
                  <a:off x="7644384" y="671685"/>
                  <a:ext cx="195915" cy="59840"/>
                </a:xfrm>
                <a:custGeom>
                  <a:avLst/>
                  <a:gdLst/>
                  <a:ahLst/>
                  <a:cxnLst/>
                  <a:rect l="l" t="t" r="r" b="b"/>
                  <a:pathLst>
                    <a:path w="6621" h="1997" extrusionOk="0">
                      <a:moveTo>
                        <a:pt x="502" y="0"/>
                      </a:moveTo>
                      <a:lnTo>
                        <a:pt x="1" y="1997"/>
                      </a:lnTo>
                      <a:lnTo>
                        <a:pt x="6621" y="1997"/>
                      </a:lnTo>
                      <a:lnTo>
                        <a:pt x="6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8"/>
                <p:cNvSpPr/>
                <p:nvPr/>
              </p:nvSpPr>
              <p:spPr>
                <a:xfrm>
                  <a:off x="7745611" y="479010"/>
                  <a:ext cx="94688" cy="252515"/>
                </a:xfrm>
                <a:custGeom>
                  <a:avLst/>
                  <a:gdLst/>
                  <a:ahLst/>
                  <a:cxnLst/>
                  <a:rect l="l" t="t" r="r" b="b"/>
                  <a:pathLst>
                    <a:path w="3200" h="8427" extrusionOk="0">
                      <a:moveTo>
                        <a:pt x="0" y="1"/>
                      </a:moveTo>
                      <a:lnTo>
                        <a:pt x="0" y="8427"/>
                      </a:lnTo>
                      <a:lnTo>
                        <a:pt x="3200" y="8427"/>
                      </a:lnTo>
                      <a:lnTo>
                        <a:pt x="1114" y="1"/>
                      </a:ln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8"/>
                <p:cNvSpPr/>
                <p:nvPr/>
              </p:nvSpPr>
              <p:spPr>
                <a:xfrm>
                  <a:off x="7694835" y="466694"/>
                  <a:ext cx="93534" cy="12945"/>
                </a:xfrm>
                <a:custGeom>
                  <a:avLst/>
                  <a:gdLst/>
                  <a:ahLst/>
                  <a:cxnLst/>
                  <a:rect l="l" t="t" r="r" b="b"/>
                  <a:pathLst>
                    <a:path w="3161" h="432" extrusionOk="0">
                      <a:moveTo>
                        <a:pt x="212" y="1"/>
                      </a:moveTo>
                      <a:cubicBezTo>
                        <a:pt x="91" y="1"/>
                        <a:pt x="1" y="101"/>
                        <a:pt x="1" y="211"/>
                      </a:cubicBezTo>
                      <a:cubicBezTo>
                        <a:pt x="1" y="332"/>
                        <a:pt x="101" y="432"/>
                        <a:pt x="222" y="432"/>
                      </a:cubicBezTo>
                      <a:lnTo>
                        <a:pt x="2940" y="432"/>
                      </a:lnTo>
                      <a:cubicBezTo>
                        <a:pt x="3060" y="432"/>
                        <a:pt x="3161" y="332"/>
                        <a:pt x="3161" y="211"/>
                      </a:cubicBezTo>
                      <a:cubicBezTo>
                        <a:pt x="3161" y="101"/>
                        <a:pt x="3060" y="1"/>
                        <a:pt x="29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5" name="Google Shape;745;p38"/>
              <p:cNvGrpSpPr/>
              <p:nvPr/>
            </p:nvGrpSpPr>
            <p:grpSpPr>
              <a:xfrm>
                <a:off x="2642966" y="579123"/>
                <a:ext cx="121733" cy="152402"/>
                <a:chOff x="8032901" y="579123"/>
                <a:chExt cx="121733" cy="152402"/>
              </a:xfrm>
            </p:grpSpPr>
            <p:sp>
              <p:nvSpPr>
                <p:cNvPr id="746" name="Google Shape;746;p38"/>
                <p:cNvSpPr/>
                <p:nvPr/>
              </p:nvSpPr>
              <p:spPr>
                <a:xfrm>
                  <a:off x="8078913" y="579423"/>
                  <a:ext cx="34147" cy="29605"/>
                </a:xfrm>
                <a:custGeom>
                  <a:avLst/>
                  <a:gdLst/>
                  <a:ahLst/>
                  <a:cxnLst/>
                  <a:rect l="l" t="t" r="r" b="b"/>
                  <a:pathLst>
                    <a:path w="1154" h="988" extrusionOk="0">
                      <a:moveTo>
                        <a:pt x="487" y="270"/>
                      </a:moveTo>
                      <a:cubicBezTo>
                        <a:pt x="553" y="270"/>
                        <a:pt x="620" y="295"/>
                        <a:pt x="673" y="351"/>
                      </a:cubicBezTo>
                      <a:cubicBezTo>
                        <a:pt x="823" y="502"/>
                        <a:pt x="713" y="772"/>
                        <a:pt x="492" y="772"/>
                      </a:cubicBezTo>
                      <a:cubicBezTo>
                        <a:pt x="352" y="762"/>
                        <a:pt x="241" y="642"/>
                        <a:pt x="241" y="502"/>
                      </a:cubicBezTo>
                      <a:cubicBezTo>
                        <a:pt x="248" y="358"/>
                        <a:pt x="365" y="270"/>
                        <a:pt x="487" y="270"/>
                      </a:cubicBezTo>
                      <a:close/>
                      <a:moveTo>
                        <a:pt x="502" y="0"/>
                      </a:moveTo>
                      <a:cubicBezTo>
                        <a:pt x="221" y="0"/>
                        <a:pt x="0" y="231"/>
                        <a:pt x="0" y="502"/>
                      </a:cubicBezTo>
                      <a:cubicBezTo>
                        <a:pt x="7" y="796"/>
                        <a:pt x="246" y="988"/>
                        <a:pt x="496" y="988"/>
                      </a:cubicBezTo>
                      <a:cubicBezTo>
                        <a:pt x="621" y="988"/>
                        <a:pt x="749" y="940"/>
                        <a:pt x="853" y="833"/>
                      </a:cubicBezTo>
                      <a:cubicBezTo>
                        <a:pt x="1154" y="522"/>
                        <a:pt x="933" y="0"/>
                        <a:pt x="5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8"/>
                <p:cNvSpPr/>
                <p:nvPr/>
              </p:nvSpPr>
              <p:spPr>
                <a:xfrm>
                  <a:off x="8094063" y="579123"/>
                  <a:ext cx="18997" cy="30385"/>
                </a:xfrm>
                <a:custGeom>
                  <a:avLst/>
                  <a:gdLst/>
                  <a:ahLst/>
                  <a:cxnLst/>
                  <a:rect l="l" t="t" r="r" b="b"/>
                  <a:pathLst>
                    <a:path w="642" h="1014" extrusionOk="0">
                      <a:moveTo>
                        <a:pt x="0" y="0"/>
                      </a:moveTo>
                      <a:lnTo>
                        <a:pt x="0" y="251"/>
                      </a:lnTo>
                      <a:cubicBezTo>
                        <a:pt x="311" y="281"/>
                        <a:pt x="311" y="752"/>
                        <a:pt x="0" y="782"/>
                      </a:cubicBezTo>
                      <a:lnTo>
                        <a:pt x="0" y="1013"/>
                      </a:lnTo>
                      <a:cubicBezTo>
                        <a:pt x="642" y="983"/>
                        <a:pt x="642" y="30"/>
                        <a:pt x="0" y="0"/>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8"/>
                <p:cNvSpPr/>
                <p:nvPr/>
              </p:nvSpPr>
              <p:spPr>
                <a:xfrm>
                  <a:off x="8032901" y="604653"/>
                  <a:ext cx="121733" cy="126872"/>
                </a:xfrm>
                <a:custGeom>
                  <a:avLst/>
                  <a:gdLst/>
                  <a:ahLst/>
                  <a:cxnLst/>
                  <a:rect l="l" t="t" r="r" b="b"/>
                  <a:pathLst>
                    <a:path w="4114" h="4234" extrusionOk="0">
                      <a:moveTo>
                        <a:pt x="2057" y="1"/>
                      </a:moveTo>
                      <a:cubicBezTo>
                        <a:pt x="924" y="1"/>
                        <a:pt x="1" y="944"/>
                        <a:pt x="1" y="2117"/>
                      </a:cubicBezTo>
                      <a:cubicBezTo>
                        <a:pt x="1" y="3281"/>
                        <a:pt x="924" y="4234"/>
                        <a:pt x="2057" y="4234"/>
                      </a:cubicBezTo>
                      <a:cubicBezTo>
                        <a:pt x="3190" y="4234"/>
                        <a:pt x="4113" y="3281"/>
                        <a:pt x="4113" y="2117"/>
                      </a:cubicBezTo>
                      <a:cubicBezTo>
                        <a:pt x="4113" y="944"/>
                        <a:pt x="3190" y="1"/>
                        <a:pt x="20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8"/>
                <p:cNvSpPr/>
                <p:nvPr/>
              </p:nvSpPr>
              <p:spPr>
                <a:xfrm>
                  <a:off x="8066752" y="604503"/>
                  <a:ext cx="54327" cy="6802"/>
                </a:xfrm>
                <a:custGeom>
                  <a:avLst/>
                  <a:gdLst/>
                  <a:ahLst/>
                  <a:cxnLst/>
                  <a:rect l="l" t="t" r="r" b="b"/>
                  <a:pathLst>
                    <a:path w="1836" h="227" extrusionOk="0">
                      <a:moveTo>
                        <a:pt x="914" y="1"/>
                      </a:moveTo>
                      <a:cubicBezTo>
                        <a:pt x="600" y="1"/>
                        <a:pt x="286" y="76"/>
                        <a:pt x="0" y="226"/>
                      </a:cubicBezTo>
                      <a:lnTo>
                        <a:pt x="1836" y="226"/>
                      </a:lnTo>
                      <a:cubicBezTo>
                        <a:pt x="1545" y="76"/>
                        <a:pt x="1229" y="1"/>
                        <a:pt x="9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8"/>
                <p:cNvSpPr/>
                <p:nvPr/>
              </p:nvSpPr>
              <p:spPr>
                <a:xfrm>
                  <a:off x="8033197" y="640431"/>
                  <a:ext cx="121437" cy="25860"/>
                </a:xfrm>
                <a:custGeom>
                  <a:avLst/>
                  <a:gdLst/>
                  <a:ahLst/>
                  <a:cxnLst/>
                  <a:rect l="l" t="t" r="r" b="b"/>
                  <a:pathLst>
                    <a:path w="4104" h="863" extrusionOk="0">
                      <a:moveTo>
                        <a:pt x="201" y="0"/>
                      </a:moveTo>
                      <a:cubicBezTo>
                        <a:pt x="71" y="271"/>
                        <a:pt x="1" y="562"/>
                        <a:pt x="1" y="863"/>
                      </a:cubicBezTo>
                      <a:lnTo>
                        <a:pt x="4103" y="863"/>
                      </a:lnTo>
                      <a:cubicBezTo>
                        <a:pt x="4093" y="562"/>
                        <a:pt x="4023" y="271"/>
                        <a:pt x="39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8"/>
                <p:cNvSpPr/>
                <p:nvPr/>
              </p:nvSpPr>
              <p:spPr>
                <a:xfrm>
                  <a:off x="8039144" y="695117"/>
                  <a:ext cx="109838" cy="23493"/>
                </a:xfrm>
                <a:custGeom>
                  <a:avLst/>
                  <a:gdLst/>
                  <a:ahLst/>
                  <a:cxnLst/>
                  <a:rect l="l" t="t" r="r" b="b"/>
                  <a:pathLst>
                    <a:path w="3712" h="784" extrusionOk="0">
                      <a:moveTo>
                        <a:pt x="0" y="1"/>
                      </a:moveTo>
                      <a:cubicBezTo>
                        <a:pt x="141" y="312"/>
                        <a:pt x="351" y="573"/>
                        <a:pt x="612" y="783"/>
                      </a:cubicBezTo>
                      <a:lnTo>
                        <a:pt x="3090" y="783"/>
                      </a:lnTo>
                      <a:cubicBezTo>
                        <a:pt x="3351" y="573"/>
                        <a:pt x="3571" y="312"/>
                        <a:pt x="37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8"/>
                <p:cNvSpPr/>
                <p:nvPr/>
              </p:nvSpPr>
              <p:spPr>
                <a:xfrm>
                  <a:off x="8094063" y="604653"/>
                  <a:ext cx="60571" cy="126872"/>
                </a:xfrm>
                <a:custGeom>
                  <a:avLst/>
                  <a:gdLst/>
                  <a:ahLst/>
                  <a:cxnLst/>
                  <a:rect l="l" t="t" r="r" b="b"/>
                  <a:pathLst>
                    <a:path w="2047" h="4234" extrusionOk="0">
                      <a:moveTo>
                        <a:pt x="0" y="1"/>
                      </a:moveTo>
                      <a:lnTo>
                        <a:pt x="0" y="4234"/>
                      </a:lnTo>
                      <a:cubicBezTo>
                        <a:pt x="1144" y="4193"/>
                        <a:pt x="2046" y="3251"/>
                        <a:pt x="2046" y="2117"/>
                      </a:cubicBezTo>
                      <a:cubicBezTo>
                        <a:pt x="2046" y="974"/>
                        <a:pt x="1144" y="41"/>
                        <a:pt x="0" y="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F1E8B94F-BA5A-E571-42A7-393BCFDB0770}"/>
              </a:ext>
            </a:extLst>
          </p:cNvPr>
          <p:cNvSpPr txBox="1"/>
          <p:nvPr/>
        </p:nvSpPr>
        <p:spPr>
          <a:xfrm>
            <a:off x="1211943" y="297543"/>
            <a:ext cx="5646057" cy="2428095"/>
          </a:xfrm>
          <a:prstGeom prst="rect">
            <a:avLst/>
          </a:prstGeom>
          <a:noFill/>
        </p:spPr>
        <p:txBody>
          <a:bodyPr wrap="square">
            <a:spAutoFit/>
          </a:bodyPr>
          <a:lstStyle/>
          <a:p>
            <a:endParaRPr lang="en-US" dirty="0"/>
          </a:p>
        </p:txBody>
      </p:sp>
      <p:pic>
        <p:nvPicPr>
          <p:cNvPr id="9" name="Picture 8">
            <a:extLst>
              <a:ext uri="{FF2B5EF4-FFF2-40B4-BE49-F238E27FC236}">
                <a16:creationId xmlns:a16="http://schemas.microsoft.com/office/drawing/2014/main" id="{D74B29F5-FEE6-E112-3852-8F6B759ECF35}"/>
              </a:ext>
            </a:extLst>
          </p:cNvPr>
          <p:cNvPicPr>
            <a:picLocks noChangeAspect="1"/>
          </p:cNvPicPr>
          <p:nvPr/>
        </p:nvPicPr>
        <p:blipFill>
          <a:blip r:embed="rId3"/>
          <a:stretch>
            <a:fillRect/>
          </a:stretch>
        </p:blipFill>
        <p:spPr>
          <a:xfrm>
            <a:off x="0" y="1"/>
            <a:ext cx="9144000" cy="5143500"/>
          </a:xfrm>
          <a:prstGeom prst="rect">
            <a:avLst/>
          </a:prstGeom>
        </p:spPr>
      </p:pic>
      <p:sp>
        <p:nvSpPr>
          <p:cNvPr id="10" name="TextBox 9">
            <a:extLst>
              <a:ext uri="{FF2B5EF4-FFF2-40B4-BE49-F238E27FC236}">
                <a16:creationId xmlns:a16="http://schemas.microsoft.com/office/drawing/2014/main" id="{334450C4-AAE1-D3AB-38FD-84DB70E99A6F}"/>
              </a:ext>
            </a:extLst>
          </p:cNvPr>
          <p:cNvSpPr txBox="1"/>
          <p:nvPr/>
        </p:nvSpPr>
        <p:spPr>
          <a:xfrm>
            <a:off x="-58057" y="4958833"/>
            <a:ext cx="1663700" cy="184666"/>
          </a:xfrm>
          <a:prstGeom prst="rect">
            <a:avLst/>
          </a:prstGeom>
          <a:noFill/>
        </p:spPr>
        <p:txBody>
          <a:bodyPr wrap="square" rtlCol="0">
            <a:spAutoFit/>
          </a:bodyPr>
          <a:lstStyle/>
          <a:p>
            <a:r>
              <a:rPr lang="en-US" sz="600" i="1" dirty="0">
                <a:solidFill>
                  <a:schemeClr val="bg1"/>
                </a:solidFill>
              </a:rPr>
              <a:t>*  Not actual picture of the event</a:t>
            </a:r>
          </a:p>
        </p:txBody>
      </p:sp>
    </p:spTree>
    <p:extLst>
      <p:ext uri="{BB962C8B-B14F-4D97-AF65-F5344CB8AC3E}">
        <p14:creationId xmlns:p14="http://schemas.microsoft.com/office/powerpoint/2010/main" val="3994982808"/>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11">
          <a:extLst>
            <a:ext uri="{FF2B5EF4-FFF2-40B4-BE49-F238E27FC236}">
              <a16:creationId xmlns:a16="http://schemas.microsoft.com/office/drawing/2014/main" id="{A1F05048-7237-3A79-0D21-E56759286024}"/>
            </a:ext>
          </a:extLst>
        </p:cNvPr>
        <p:cNvGrpSpPr/>
        <p:nvPr/>
      </p:nvGrpSpPr>
      <p:grpSpPr>
        <a:xfrm>
          <a:off x="0" y="0"/>
          <a:ext cx="0" cy="0"/>
          <a:chOff x="0" y="0"/>
          <a:chExt cx="0" cy="0"/>
        </a:xfrm>
      </p:grpSpPr>
      <p:sp>
        <p:nvSpPr>
          <p:cNvPr id="3513" name="Google Shape;3513;p52">
            <a:extLst>
              <a:ext uri="{FF2B5EF4-FFF2-40B4-BE49-F238E27FC236}">
                <a16:creationId xmlns:a16="http://schemas.microsoft.com/office/drawing/2014/main" id="{AD1DC731-1414-F5E3-1032-5EC13BC23BF0}"/>
              </a:ext>
            </a:extLst>
          </p:cNvPr>
          <p:cNvSpPr txBox="1">
            <a:spLocks noGrp="1"/>
          </p:cNvSpPr>
          <p:nvPr>
            <p:ph type="title"/>
          </p:nvPr>
        </p:nvSpPr>
        <p:spPr>
          <a:xfrm>
            <a:off x="713225" y="1735860"/>
            <a:ext cx="3675900" cy="1198814"/>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sz="6600" i="1" dirty="0"/>
              <a:t>Theseus</a:t>
            </a:r>
            <a:r>
              <a:rPr lang="en" i="1" dirty="0"/>
              <a:t> </a:t>
            </a:r>
            <a:endParaRPr i="1" dirty="0"/>
          </a:p>
        </p:txBody>
      </p:sp>
      <p:pic>
        <p:nvPicPr>
          <p:cNvPr id="9" name="Picture Placeholder 8">
            <a:extLst>
              <a:ext uri="{FF2B5EF4-FFF2-40B4-BE49-F238E27FC236}">
                <a16:creationId xmlns:a16="http://schemas.microsoft.com/office/drawing/2014/main" id="{0E99AC4B-F1E9-738E-A68B-7065E973E76E}"/>
              </a:ext>
            </a:extLst>
          </p:cNvPr>
          <p:cNvPicPr>
            <a:picLocks noGrp="1" noChangeAspect="1"/>
          </p:cNvPicPr>
          <p:nvPr>
            <p:ph type="pic" idx="2"/>
          </p:nvPr>
        </p:nvPicPr>
        <p:blipFill>
          <a:blip r:embed="rId3"/>
          <a:srcRect l="1369" r="1369"/>
          <a:stretch/>
        </p:blipFill>
        <p:spPr>
          <a:xfrm>
            <a:off x="4921791" y="539550"/>
            <a:ext cx="3678000" cy="4064400"/>
          </a:xfrm>
          <a:prstGeom prst="rect">
            <a:avLst/>
          </a:prstGeom>
          <a:noFill/>
          <a:ln>
            <a:noFill/>
          </a:ln>
        </p:spPr>
      </p:pic>
      <p:sp>
        <p:nvSpPr>
          <p:cNvPr id="11" name="Subtitle 10">
            <a:extLst>
              <a:ext uri="{FF2B5EF4-FFF2-40B4-BE49-F238E27FC236}">
                <a16:creationId xmlns:a16="http://schemas.microsoft.com/office/drawing/2014/main" id="{1AD65672-60FF-D764-F26F-34071F71DD71}"/>
              </a:ext>
            </a:extLst>
          </p:cNvPr>
          <p:cNvSpPr>
            <a:spLocks noGrp="1"/>
          </p:cNvSpPr>
          <p:nvPr>
            <p:ph type="subTitle" idx="1"/>
          </p:nvPr>
        </p:nvSpPr>
        <p:spPr>
          <a:xfrm>
            <a:off x="713225" y="2808233"/>
            <a:ext cx="3675900" cy="537309"/>
          </a:xfrm>
        </p:spPr>
        <p:txBody>
          <a:bodyPr/>
          <a:lstStyle/>
          <a:p>
            <a:pPr algn="ctr"/>
            <a:r>
              <a:rPr lang="en-US" sz="1800" i="1" dirty="0"/>
              <a:t>Local Models, Fleet Intelligence </a:t>
            </a:r>
          </a:p>
        </p:txBody>
      </p:sp>
    </p:spTree>
    <p:extLst>
      <p:ext uri="{BB962C8B-B14F-4D97-AF65-F5344CB8AC3E}">
        <p14:creationId xmlns:p14="http://schemas.microsoft.com/office/powerpoint/2010/main" val="82749203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animEffect transition="in" filter="fade">
                                      <p:cBhvr>
                                        <p:cTn id="7" dur="500"/>
                                        <p:tgtEl>
                                          <p:spTgt spid="1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528"/>
        <p:cNvGrpSpPr/>
        <p:nvPr/>
      </p:nvGrpSpPr>
      <p:grpSpPr>
        <a:xfrm>
          <a:off x="0" y="0"/>
          <a:ext cx="0" cy="0"/>
          <a:chOff x="0" y="0"/>
          <a:chExt cx="0" cy="0"/>
        </a:xfrm>
      </p:grpSpPr>
      <p:sp>
        <p:nvSpPr>
          <p:cNvPr id="3530" name="Google Shape;3530;p54"/>
          <p:cNvSpPr txBox="1">
            <a:spLocks noGrp="1"/>
          </p:cNvSpPr>
          <p:nvPr>
            <p:ph type="title"/>
          </p:nvPr>
        </p:nvSpPr>
        <p:spPr>
          <a:xfrm>
            <a:off x="3633150" y="1974876"/>
            <a:ext cx="4572000" cy="69466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dirty="0"/>
              <a:t>Local UUV models</a:t>
            </a:r>
            <a:endParaRPr sz="3600" dirty="0"/>
          </a:p>
        </p:txBody>
      </p:sp>
      <p:sp>
        <p:nvSpPr>
          <p:cNvPr id="3531" name="Google Shape;3531;p54"/>
          <p:cNvSpPr txBox="1">
            <a:spLocks noGrp="1"/>
          </p:cNvSpPr>
          <p:nvPr>
            <p:ph type="title" idx="2"/>
          </p:nvPr>
        </p:nvSpPr>
        <p:spPr>
          <a:xfrm>
            <a:off x="3633150" y="2767340"/>
            <a:ext cx="4572000" cy="69466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600" dirty="0"/>
              <a:t>Learn underwater</a:t>
            </a:r>
            <a:endParaRPr sz="3600" dirty="0"/>
          </a:p>
        </p:txBody>
      </p:sp>
      <p:sp>
        <p:nvSpPr>
          <p:cNvPr id="3533" name="Google Shape;3533;p54"/>
          <p:cNvSpPr txBox="1">
            <a:spLocks noGrp="1"/>
          </p:cNvSpPr>
          <p:nvPr>
            <p:ph type="title" idx="4"/>
          </p:nvPr>
        </p:nvSpPr>
        <p:spPr>
          <a:xfrm>
            <a:off x="3633150" y="3657599"/>
            <a:ext cx="4572000" cy="627726"/>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3200" dirty="0"/>
              <a:t>Share when surfaced</a:t>
            </a:r>
            <a:endParaRPr sz="3200" dirty="0"/>
          </a:p>
        </p:txBody>
      </p:sp>
      <p:grpSp>
        <p:nvGrpSpPr>
          <p:cNvPr id="3535" name="Google Shape;3535;p54"/>
          <p:cNvGrpSpPr/>
          <p:nvPr/>
        </p:nvGrpSpPr>
        <p:grpSpPr>
          <a:xfrm>
            <a:off x="713100" y="180800"/>
            <a:ext cx="2329125" cy="4423298"/>
            <a:chOff x="713100" y="180800"/>
            <a:chExt cx="2329125" cy="4423298"/>
          </a:xfrm>
        </p:grpSpPr>
        <p:grpSp>
          <p:nvGrpSpPr>
            <p:cNvPr id="3536" name="Google Shape;3536;p54"/>
            <p:cNvGrpSpPr/>
            <p:nvPr/>
          </p:nvGrpSpPr>
          <p:grpSpPr>
            <a:xfrm>
              <a:off x="713100" y="180800"/>
              <a:ext cx="2329125" cy="4423298"/>
              <a:chOff x="713100" y="180800"/>
              <a:chExt cx="2329125" cy="4423298"/>
            </a:xfrm>
          </p:grpSpPr>
          <p:grpSp>
            <p:nvGrpSpPr>
              <p:cNvPr id="3537" name="Google Shape;3537;p54"/>
              <p:cNvGrpSpPr/>
              <p:nvPr/>
            </p:nvGrpSpPr>
            <p:grpSpPr>
              <a:xfrm>
                <a:off x="713100" y="180800"/>
                <a:ext cx="2329125" cy="4423298"/>
                <a:chOff x="6101875" y="180800"/>
                <a:chExt cx="2329125" cy="4423298"/>
              </a:xfrm>
            </p:grpSpPr>
            <p:sp>
              <p:nvSpPr>
                <p:cNvPr id="3538" name="Google Shape;3538;p54"/>
                <p:cNvSpPr/>
                <p:nvPr/>
              </p:nvSpPr>
              <p:spPr>
                <a:xfrm>
                  <a:off x="6101875" y="1633525"/>
                  <a:ext cx="2329029" cy="2970573"/>
                </a:xfrm>
                <a:custGeom>
                  <a:avLst/>
                  <a:gdLst/>
                  <a:ahLst/>
                  <a:cxnLst/>
                  <a:rect l="l" t="t" r="r" b="b"/>
                  <a:pathLst>
                    <a:path w="7464" h="9520" extrusionOk="0">
                      <a:moveTo>
                        <a:pt x="0" y="1"/>
                      </a:moveTo>
                      <a:lnTo>
                        <a:pt x="0" y="9520"/>
                      </a:lnTo>
                      <a:lnTo>
                        <a:pt x="3732" y="7614"/>
                      </a:lnTo>
                      <a:lnTo>
                        <a:pt x="7463" y="9520"/>
                      </a:lnTo>
                      <a:lnTo>
                        <a:pt x="746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54"/>
                <p:cNvSpPr/>
                <p:nvPr/>
              </p:nvSpPr>
              <p:spPr>
                <a:xfrm>
                  <a:off x="6102100" y="180800"/>
                  <a:ext cx="2328900" cy="14631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40" name="Google Shape;3540;p54"/>
              <p:cNvSpPr/>
              <p:nvPr/>
            </p:nvSpPr>
            <p:spPr>
              <a:xfrm>
                <a:off x="807850" y="263125"/>
                <a:ext cx="2141925" cy="4198625"/>
              </a:xfrm>
              <a:custGeom>
                <a:avLst/>
                <a:gdLst/>
                <a:ahLst/>
                <a:cxnLst/>
                <a:rect l="l" t="t" r="r" b="b"/>
                <a:pathLst>
                  <a:path w="85677" h="167945" extrusionOk="0">
                    <a:moveTo>
                      <a:pt x="7" y="1"/>
                    </a:moveTo>
                    <a:lnTo>
                      <a:pt x="85677" y="0"/>
                    </a:lnTo>
                    <a:lnTo>
                      <a:pt x="85585" y="167945"/>
                    </a:lnTo>
                    <a:lnTo>
                      <a:pt x="42846" y="144957"/>
                    </a:lnTo>
                    <a:lnTo>
                      <a:pt x="0" y="167607"/>
                    </a:lnTo>
                    <a:close/>
                  </a:path>
                </a:pathLst>
              </a:custGeom>
              <a:noFill/>
              <a:ln w="9525" cap="flat" cmpd="sng">
                <a:solidFill>
                  <a:schemeClr val="accent4"/>
                </a:solidFill>
                <a:prstDash val="dash"/>
                <a:round/>
                <a:headEnd type="none" w="med" len="med"/>
                <a:tailEnd type="none" w="med" len="med"/>
              </a:ln>
            </p:spPr>
            <p:txBody>
              <a:bodyPr/>
              <a:lstStyle/>
              <a:p>
                <a:endParaRPr lang="en-US"/>
              </a:p>
            </p:txBody>
          </p:sp>
        </p:grpSp>
        <p:grpSp>
          <p:nvGrpSpPr>
            <p:cNvPr id="3541" name="Google Shape;3541;p54"/>
            <p:cNvGrpSpPr/>
            <p:nvPr/>
          </p:nvGrpSpPr>
          <p:grpSpPr>
            <a:xfrm>
              <a:off x="993737" y="448056"/>
              <a:ext cx="457184" cy="285743"/>
              <a:chOff x="5228075" y="613263"/>
              <a:chExt cx="432325" cy="262825"/>
            </a:xfrm>
          </p:grpSpPr>
          <p:sp>
            <p:nvSpPr>
              <p:cNvPr id="3542" name="Google Shape;3542;p54"/>
              <p:cNvSpPr/>
              <p:nvPr/>
            </p:nvSpPr>
            <p:spPr>
              <a:xfrm>
                <a:off x="5228075" y="613263"/>
                <a:ext cx="432325" cy="259825"/>
              </a:xfrm>
              <a:custGeom>
                <a:avLst/>
                <a:gdLst/>
                <a:ahLst/>
                <a:cxnLst/>
                <a:rect l="l" t="t" r="r" b="b"/>
                <a:pathLst>
                  <a:path w="17293" h="10393" extrusionOk="0">
                    <a:moveTo>
                      <a:pt x="0" y="1"/>
                    </a:moveTo>
                    <a:lnTo>
                      <a:pt x="0" y="10392"/>
                    </a:lnTo>
                    <a:lnTo>
                      <a:pt x="17293" y="10392"/>
                    </a:lnTo>
                    <a:lnTo>
                      <a:pt x="172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54"/>
              <p:cNvSpPr/>
              <p:nvPr/>
            </p:nvSpPr>
            <p:spPr>
              <a:xfrm>
                <a:off x="5228075" y="613263"/>
                <a:ext cx="432325" cy="20100"/>
              </a:xfrm>
              <a:custGeom>
                <a:avLst/>
                <a:gdLst/>
                <a:ahLst/>
                <a:cxnLst/>
                <a:rect l="l" t="t" r="r" b="b"/>
                <a:pathLst>
                  <a:path w="17293" h="804"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54"/>
              <p:cNvSpPr/>
              <p:nvPr/>
            </p:nvSpPr>
            <p:spPr>
              <a:xfrm>
                <a:off x="5228075" y="653638"/>
                <a:ext cx="432325" cy="20100"/>
              </a:xfrm>
              <a:custGeom>
                <a:avLst/>
                <a:gdLst/>
                <a:ahLst/>
                <a:cxnLst/>
                <a:rect l="l" t="t" r="r" b="b"/>
                <a:pathLst>
                  <a:path w="17293" h="804"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54"/>
              <p:cNvSpPr/>
              <p:nvPr/>
            </p:nvSpPr>
            <p:spPr>
              <a:xfrm>
                <a:off x="5228075" y="694013"/>
                <a:ext cx="432325" cy="20350"/>
              </a:xfrm>
              <a:custGeom>
                <a:avLst/>
                <a:gdLst/>
                <a:ahLst/>
                <a:cxnLst/>
                <a:rect l="l" t="t" r="r" b="b"/>
                <a:pathLst>
                  <a:path w="17293" h="814" extrusionOk="0">
                    <a:moveTo>
                      <a:pt x="0" y="1"/>
                    </a:moveTo>
                    <a:lnTo>
                      <a:pt x="0" y="813"/>
                    </a:lnTo>
                    <a:lnTo>
                      <a:pt x="17293" y="81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54"/>
              <p:cNvSpPr/>
              <p:nvPr/>
            </p:nvSpPr>
            <p:spPr>
              <a:xfrm>
                <a:off x="5228075" y="734388"/>
                <a:ext cx="432325" cy="20350"/>
              </a:xfrm>
              <a:custGeom>
                <a:avLst/>
                <a:gdLst/>
                <a:ahLst/>
                <a:cxnLst/>
                <a:rect l="l" t="t" r="r" b="b"/>
                <a:pathLst>
                  <a:path w="17293" h="814" extrusionOk="0">
                    <a:moveTo>
                      <a:pt x="0" y="1"/>
                    </a:moveTo>
                    <a:lnTo>
                      <a:pt x="0" y="813"/>
                    </a:lnTo>
                    <a:lnTo>
                      <a:pt x="17293" y="81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54"/>
              <p:cNvSpPr/>
              <p:nvPr/>
            </p:nvSpPr>
            <p:spPr>
              <a:xfrm>
                <a:off x="5228075" y="775013"/>
                <a:ext cx="432325" cy="20075"/>
              </a:xfrm>
              <a:custGeom>
                <a:avLst/>
                <a:gdLst/>
                <a:ahLst/>
                <a:cxnLst/>
                <a:rect l="l" t="t" r="r" b="b"/>
                <a:pathLst>
                  <a:path w="17293" h="803"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54"/>
              <p:cNvSpPr/>
              <p:nvPr/>
            </p:nvSpPr>
            <p:spPr>
              <a:xfrm>
                <a:off x="5228075" y="815388"/>
                <a:ext cx="432325" cy="20325"/>
              </a:xfrm>
              <a:custGeom>
                <a:avLst/>
                <a:gdLst/>
                <a:ahLst/>
                <a:cxnLst/>
                <a:rect l="l" t="t" r="r" b="b"/>
                <a:pathLst>
                  <a:path w="17293" h="813" extrusionOk="0">
                    <a:moveTo>
                      <a:pt x="0" y="0"/>
                    </a:moveTo>
                    <a:lnTo>
                      <a:pt x="0" y="813"/>
                    </a:lnTo>
                    <a:lnTo>
                      <a:pt x="17293" y="813"/>
                    </a:lnTo>
                    <a:lnTo>
                      <a:pt x="17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9" name="Google Shape;3549;p54"/>
              <p:cNvSpPr/>
              <p:nvPr/>
            </p:nvSpPr>
            <p:spPr>
              <a:xfrm>
                <a:off x="5228075" y="855763"/>
                <a:ext cx="432325" cy="20325"/>
              </a:xfrm>
              <a:custGeom>
                <a:avLst/>
                <a:gdLst/>
                <a:ahLst/>
                <a:cxnLst/>
                <a:rect l="l" t="t" r="r" b="b"/>
                <a:pathLst>
                  <a:path w="17293" h="813" extrusionOk="0">
                    <a:moveTo>
                      <a:pt x="0" y="0"/>
                    </a:moveTo>
                    <a:lnTo>
                      <a:pt x="0" y="813"/>
                    </a:lnTo>
                    <a:lnTo>
                      <a:pt x="17293" y="813"/>
                    </a:lnTo>
                    <a:lnTo>
                      <a:pt x="17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0" name="Google Shape;3550;p54"/>
              <p:cNvSpPr/>
              <p:nvPr/>
            </p:nvSpPr>
            <p:spPr>
              <a:xfrm>
                <a:off x="5228075" y="613263"/>
                <a:ext cx="170800" cy="141225"/>
              </a:xfrm>
              <a:custGeom>
                <a:avLst/>
                <a:gdLst/>
                <a:ahLst/>
                <a:cxnLst/>
                <a:rect l="l" t="t" r="r" b="b"/>
                <a:pathLst>
                  <a:path w="6832" h="5649" extrusionOk="0">
                    <a:moveTo>
                      <a:pt x="0" y="1"/>
                    </a:moveTo>
                    <a:lnTo>
                      <a:pt x="0" y="5648"/>
                    </a:lnTo>
                    <a:lnTo>
                      <a:pt x="6831" y="5648"/>
                    </a:lnTo>
                    <a:lnTo>
                      <a:pt x="68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54"/>
              <p:cNvSpPr/>
              <p:nvPr/>
            </p:nvSpPr>
            <p:spPr>
              <a:xfrm>
                <a:off x="5231325" y="619288"/>
                <a:ext cx="15075" cy="14325"/>
              </a:xfrm>
              <a:custGeom>
                <a:avLst/>
                <a:gdLst/>
                <a:ahLst/>
                <a:cxnLst/>
                <a:rect l="l" t="t" r="r" b="b"/>
                <a:pathLst>
                  <a:path w="603" h="573" extrusionOk="0">
                    <a:moveTo>
                      <a:pt x="302" y="1"/>
                    </a:moveTo>
                    <a:lnTo>
                      <a:pt x="231" y="221"/>
                    </a:lnTo>
                    <a:lnTo>
                      <a:pt x="1" y="221"/>
                    </a:lnTo>
                    <a:lnTo>
                      <a:pt x="181" y="362"/>
                    </a:lnTo>
                    <a:lnTo>
                      <a:pt x="111" y="572"/>
                    </a:lnTo>
                    <a:lnTo>
                      <a:pt x="302" y="442"/>
                    </a:lnTo>
                    <a:lnTo>
                      <a:pt x="482" y="572"/>
                    </a:lnTo>
                    <a:lnTo>
                      <a:pt x="412" y="36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54"/>
              <p:cNvSpPr/>
              <p:nvPr/>
            </p:nvSpPr>
            <p:spPr>
              <a:xfrm>
                <a:off x="5261175" y="619288"/>
                <a:ext cx="15075" cy="14325"/>
              </a:xfrm>
              <a:custGeom>
                <a:avLst/>
                <a:gdLst/>
                <a:ahLst/>
                <a:cxnLst/>
                <a:rect l="l" t="t" r="r" b="b"/>
                <a:pathLst>
                  <a:path w="603" h="573" extrusionOk="0">
                    <a:moveTo>
                      <a:pt x="301" y="1"/>
                    </a:moveTo>
                    <a:lnTo>
                      <a:pt x="231" y="221"/>
                    </a:lnTo>
                    <a:lnTo>
                      <a:pt x="0" y="221"/>
                    </a:lnTo>
                    <a:lnTo>
                      <a:pt x="191" y="362"/>
                    </a:lnTo>
                    <a:lnTo>
                      <a:pt x="111" y="572"/>
                    </a:lnTo>
                    <a:lnTo>
                      <a:pt x="301" y="442"/>
                    </a:lnTo>
                    <a:lnTo>
                      <a:pt x="492" y="572"/>
                    </a:lnTo>
                    <a:lnTo>
                      <a:pt x="42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54"/>
              <p:cNvSpPr/>
              <p:nvPr/>
            </p:nvSpPr>
            <p:spPr>
              <a:xfrm>
                <a:off x="5291000" y="619288"/>
                <a:ext cx="15075" cy="14325"/>
              </a:xfrm>
              <a:custGeom>
                <a:avLst/>
                <a:gdLst/>
                <a:ahLst/>
                <a:cxnLst/>
                <a:rect l="l" t="t" r="r" b="b"/>
                <a:pathLst>
                  <a:path w="603" h="573" extrusionOk="0">
                    <a:moveTo>
                      <a:pt x="302" y="1"/>
                    </a:moveTo>
                    <a:lnTo>
                      <a:pt x="232" y="221"/>
                    </a:lnTo>
                    <a:lnTo>
                      <a:pt x="1" y="221"/>
                    </a:lnTo>
                    <a:lnTo>
                      <a:pt x="191" y="362"/>
                    </a:lnTo>
                    <a:lnTo>
                      <a:pt x="121" y="572"/>
                    </a:lnTo>
                    <a:lnTo>
                      <a:pt x="302" y="442"/>
                    </a:lnTo>
                    <a:lnTo>
                      <a:pt x="492" y="572"/>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54"/>
              <p:cNvSpPr/>
              <p:nvPr/>
            </p:nvSpPr>
            <p:spPr>
              <a:xfrm>
                <a:off x="5320850" y="619288"/>
                <a:ext cx="15075" cy="14325"/>
              </a:xfrm>
              <a:custGeom>
                <a:avLst/>
                <a:gdLst/>
                <a:ahLst/>
                <a:cxnLst/>
                <a:rect l="l" t="t" r="r" b="b"/>
                <a:pathLst>
                  <a:path w="603" h="573" extrusionOk="0">
                    <a:moveTo>
                      <a:pt x="301" y="1"/>
                    </a:moveTo>
                    <a:lnTo>
                      <a:pt x="231" y="221"/>
                    </a:lnTo>
                    <a:lnTo>
                      <a:pt x="1" y="221"/>
                    </a:lnTo>
                    <a:lnTo>
                      <a:pt x="191" y="362"/>
                    </a:lnTo>
                    <a:lnTo>
                      <a:pt x="121" y="572"/>
                    </a:lnTo>
                    <a:lnTo>
                      <a:pt x="301" y="442"/>
                    </a:lnTo>
                    <a:lnTo>
                      <a:pt x="492" y="572"/>
                    </a:lnTo>
                    <a:lnTo>
                      <a:pt x="42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54"/>
              <p:cNvSpPr/>
              <p:nvPr/>
            </p:nvSpPr>
            <p:spPr>
              <a:xfrm>
                <a:off x="5350700" y="619288"/>
                <a:ext cx="15050" cy="14325"/>
              </a:xfrm>
              <a:custGeom>
                <a:avLst/>
                <a:gdLst/>
                <a:ahLst/>
                <a:cxnLst/>
                <a:rect l="l" t="t" r="r" b="b"/>
                <a:pathLst>
                  <a:path w="602" h="573" extrusionOk="0">
                    <a:moveTo>
                      <a:pt x="301" y="1"/>
                    </a:moveTo>
                    <a:lnTo>
                      <a:pt x="231" y="221"/>
                    </a:lnTo>
                    <a:lnTo>
                      <a:pt x="0" y="221"/>
                    </a:lnTo>
                    <a:lnTo>
                      <a:pt x="191" y="362"/>
                    </a:lnTo>
                    <a:lnTo>
                      <a:pt x="121" y="572"/>
                    </a:lnTo>
                    <a:lnTo>
                      <a:pt x="121" y="572"/>
                    </a:lnTo>
                    <a:lnTo>
                      <a:pt x="301" y="442"/>
                    </a:lnTo>
                    <a:lnTo>
                      <a:pt x="492" y="572"/>
                    </a:lnTo>
                    <a:lnTo>
                      <a:pt x="42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54"/>
              <p:cNvSpPr/>
              <p:nvPr/>
            </p:nvSpPr>
            <p:spPr>
              <a:xfrm>
                <a:off x="5380525" y="619288"/>
                <a:ext cx="15325" cy="14325"/>
              </a:xfrm>
              <a:custGeom>
                <a:avLst/>
                <a:gdLst/>
                <a:ahLst/>
                <a:cxnLst/>
                <a:rect l="l" t="t" r="r" b="b"/>
                <a:pathLst>
                  <a:path w="613" h="573" extrusionOk="0">
                    <a:moveTo>
                      <a:pt x="312" y="1"/>
                    </a:moveTo>
                    <a:lnTo>
                      <a:pt x="231" y="221"/>
                    </a:lnTo>
                    <a:lnTo>
                      <a:pt x="1" y="221"/>
                    </a:lnTo>
                    <a:lnTo>
                      <a:pt x="191" y="362"/>
                    </a:lnTo>
                    <a:lnTo>
                      <a:pt x="121" y="572"/>
                    </a:lnTo>
                    <a:lnTo>
                      <a:pt x="312" y="442"/>
                    </a:lnTo>
                    <a:lnTo>
                      <a:pt x="492" y="572"/>
                    </a:lnTo>
                    <a:lnTo>
                      <a:pt x="422" y="36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54"/>
              <p:cNvSpPr/>
              <p:nvPr/>
            </p:nvSpPr>
            <p:spPr>
              <a:xfrm>
                <a:off x="5245125" y="633588"/>
                <a:ext cx="15075" cy="14575"/>
              </a:xfrm>
              <a:custGeom>
                <a:avLst/>
                <a:gdLst/>
                <a:ahLst/>
                <a:cxnLst/>
                <a:rect l="l" t="t" r="r" b="b"/>
                <a:pathLst>
                  <a:path w="603" h="583" extrusionOk="0">
                    <a:moveTo>
                      <a:pt x="301" y="0"/>
                    </a:moveTo>
                    <a:lnTo>
                      <a:pt x="231" y="221"/>
                    </a:lnTo>
                    <a:lnTo>
                      <a:pt x="0" y="221"/>
                    </a:lnTo>
                    <a:lnTo>
                      <a:pt x="181" y="361"/>
                    </a:lnTo>
                    <a:lnTo>
                      <a:pt x="111" y="582"/>
                    </a:lnTo>
                    <a:lnTo>
                      <a:pt x="301" y="442"/>
                    </a:lnTo>
                    <a:lnTo>
                      <a:pt x="482" y="582"/>
                    </a:lnTo>
                    <a:lnTo>
                      <a:pt x="482" y="582"/>
                    </a:lnTo>
                    <a:lnTo>
                      <a:pt x="412" y="36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8" name="Google Shape;3558;p54"/>
              <p:cNvSpPr/>
              <p:nvPr/>
            </p:nvSpPr>
            <p:spPr>
              <a:xfrm>
                <a:off x="5274950" y="633588"/>
                <a:ext cx="15075" cy="14575"/>
              </a:xfrm>
              <a:custGeom>
                <a:avLst/>
                <a:gdLst/>
                <a:ahLst/>
                <a:cxnLst/>
                <a:rect l="l" t="t" r="r" b="b"/>
                <a:pathLst>
                  <a:path w="603" h="583" extrusionOk="0">
                    <a:moveTo>
                      <a:pt x="302" y="0"/>
                    </a:moveTo>
                    <a:lnTo>
                      <a:pt x="232" y="221"/>
                    </a:lnTo>
                    <a:lnTo>
                      <a:pt x="1" y="221"/>
                    </a:lnTo>
                    <a:lnTo>
                      <a:pt x="181" y="361"/>
                    </a:lnTo>
                    <a:lnTo>
                      <a:pt x="111" y="582"/>
                    </a:lnTo>
                    <a:lnTo>
                      <a:pt x="302" y="442"/>
                    </a:lnTo>
                    <a:lnTo>
                      <a:pt x="482" y="582"/>
                    </a:lnTo>
                    <a:lnTo>
                      <a:pt x="482" y="582"/>
                    </a:lnTo>
                    <a:lnTo>
                      <a:pt x="412" y="36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54"/>
              <p:cNvSpPr/>
              <p:nvPr/>
            </p:nvSpPr>
            <p:spPr>
              <a:xfrm>
                <a:off x="5304800" y="633588"/>
                <a:ext cx="15075" cy="14575"/>
              </a:xfrm>
              <a:custGeom>
                <a:avLst/>
                <a:gdLst/>
                <a:ahLst/>
                <a:cxnLst/>
                <a:rect l="l" t="t" r="r" b="b"/>
                <a:pathLst>
                  <a:path w="603" h="583" extrusionOk="0">
                    <a:moveTo>
                      <a:pt x="301" y="0"/>
                    </a:moveTo>
                    <a:lnTo>
                      <a:pt x="231" y="221"/>
                    </a:lnTo>
                    <a:lnTo>
                      <a:pt x="1" y="221"/>
                    </a:lnTo>
                    <a:lnTo>
                      <a:pt x="181" y="361"/>
                    </a:lnTo>
                    <a:lnTo>
                      <a:pt x="111" y="582"/>
                    </a:lnTo>
                    <a:lnTo>
                      <a:pt x="301" y="442"/>
                    </a:lnTo>
                    <a:lnTo>
                      <a:pt x="482" y="582"/>
                    </a:lnTo>
                    <a:lnTo>
                      <a:pt x="412" y="36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54"/>
              <p:cNvSpPr/>
              <p:nvPr/>
            </p:nvSpPr>
            <p:spPr>
              <a:xfrm>
                <a:off x="5334650" y="633588"/>
                <a:ext cx="15075" cy="14575"/>
              </a:xfrm>
              <a:custGeom>
                <a:avLst/>
                <a:gdLst/>
                <a:ahLst/>
                <a:cxnLst/>
                <a:rect l="l" t="t" r="r" b="b"/>
                <a:pathLst>
                  <a:path w="603" h="583" extrusionOk="0">
                    <a:moveTo>
                      <a:pt x="301" y="0"/>
                    </a:moveTo>
                    <a:lnTo>
                      <a:pt x="231" y="221"/>
                    </a:lnTo>
                    <a:lnTo>
                      <a:pt x="0" y="221"/>
                    </a:lnTo>
                    <a:lnTo>
                      <a:pt x="181" y="361"/>
                    </a:lnTo>
                    <a:lnTo>
                      <a:pt x="111" y="582"/>
                    </a:lnTo>
                    <a:lnTo>
                      <a:pt x="301" y="442"/>
                    </a:lnTo>
                    <a:lnTo>
                      <a:pt x="492" y="582"/>
                    </a:lnTo>
                    <a:lnTo>
                      <a:pt x="411" y="36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1" name="Google Shape;3561;p54"/>
              <p:cNvSpPr/>
              <p:nvPr/>
            </p:nvSpPr>
            <p:spPr>
              <a:xfrm>
                <a:off x="5364475" y="633588"/>
                <a:ext cx="15075" cy="14575"/>
              </a:xfrm>
              <a:custGeom>
                <a:avLst/>
                <a:gdLst/>
                <a:ahLst/>
                <a:cxnLst/>
                <a:rect l="l" t="t" r="r" b="b"/>
                <a:pathLst>
                  <a:path w="603" h="583" extrusionOk="0">
                    <a:moveTo>
                      <a:pt x="302" y="0"/>
                    </a:moveTo>
                    <a:lnTo>
                      <a:pt x="232" y="221"/>
                    </a:lnTo>
                    <a:lnTo>
                      <a:pt x="1" y="221"/>
                    </a:lnTo>
                    <a:lnTo>
                      <a:pt x="191" y="361"/>
                    </a:lnTo>
                    <a:lnTo>
                      <a:pt x="121" y="582"/>
                    </a:lnTo>
                    <a:lnTo>
                      <a:pt x="121" y="582"/>
                    </a:lnTo>
                    <a:lnTo>
                      <a:pt x="302" y="442"/>
                    </a:lnTo>
                    <a:lnTo>
                      <a:pt x="492" y="582"/>
                    </a:lnTo>
                    <a:lnTo>
                      <a:pt x="422" y="36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2" name="Google Shape;3562;p54"/>
              <p:cNvSpPr/>
              <p:nvPr/>
            </p:nvSpPr>
            <p:spPr>
              <a:xfrm>
                <a:off x="5231325" y="648138"/>
                <a:ext cx="15075" cy="14300"/>
              </a:xfrm>
              <a:custGeom>
                <a:avLst/>
                <a:gdLst/>
                <a:ahLst/>
                <a:cxnLst/>
                <a:rect l="l" t="t" r="r" b="b"/>
                <a:pathLst>
                  <a:path w="603" h="572" extrusionOk="0">
                    <a:moveTo>
                      <a:pt x="302" y="0"/>
                    </a:moveTo>
                    <a:lnTo>
                      <a:pt x="231" y="211"/>
                    </a:lnTo>
                    <a:lnTo>
                      <a:pt x="1" y="211"/>
                    </a:lnTo>
                    <a:lnTo>
                      <a:pt x="181" y="351"/>
                    </a:lnTo>
                    <a:lnTo>
                      <a:pt x="111" y="572"/>
                    </a:lnTo>
                    <a:lnTo>
                      <a:pt x="111" y="572"/>
                    </a:lnTo>
                    <a:lnTo>
                      <a:pt x="302" y="431"/>
                    </a:lnTo>
                    <a:lnTo>
                      <a:pt x="482" y="572"/>
                    </a:lnTo>
                    <a:lnTo>
                      <a:pt x="482" y="572"/>
                    </a:lnTo>
                    <a:lnTo>
                      <a:pt x="412" y="351"/>
                    </a:lnTo>
                    <a:lnTo>
                      <a:pt x="602" y="211"/>
                    </a:lnTo>
                    <a:lnTo>
                      <a:pt x="372" y="21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3" name="Google Shape;3563;p54"/>
              <p:cNvSpPr/>
              <p:nvPr/>
            </p:nvSpPr>
            <p:spPr>
              <a:xfrm>
                <a:off x="5261175" y="648138"/>
                <a:ext cx="15075" cy="14300"/>
              </a:xfrm>
              <a:custGeom>
                <a:avLst/>
                <a:gdLst/>
                <a:ahLst/>
                <a:cxnLst/>
                <a:rect l="l" t="t" r="r" b="b"/>
                <a:pathLst>
                  <a:path w="603" h="572" extrusionOk="0">
                    <a:moveTo>
                      <a:pt x="301" y="0"/>
                    </a:moveTo>
                    <a:lnTo>
                      <a:pt x="231" y="211"/>
                    </a:lnTo>
                    <a:lnTo>
                      <a:pt x="0" y="211"/>
                    </a:lnTo>
                    <a:lnTo>
                      <a:pt x="191" y="351"/>
                    </a:lnTo>
                    <a:lnTo>
                      <a:pt x="111" y="572"/>
                    </a:lnTo>
                    <a:lnTo>
                      <a:pt x="111" y="572"/>
                    </a:lnTo>
                    <a:lnTo>
                      <a:pt x="301" y="431"/>
                    </a:lnTo>
                    <a:lnTo>
                      <a:pt x="492" y="572"/>
                    </a:lnTo>
                    <a:lnTo>
                      <a:pt x="422" y="351"/>
                    </a:lnTo>
                    <a:lnTo>
                      <a:pt x="602" y="211"/>
                    </a:lnTo>
                    <a:lnTo>
                      <a:pt x="371"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4" name="Google Shape;3564;p54"/>
              <p:cNvSpPr/>
              <p:nvPr/>
            </p:nvSpPr>
            <p:spPr>
              <a:xfrm>
                <a:off x="5291000" y="648138"/>
                <a:ext cx="15075" cy="14300"/>
              </a:xfrm>
              <a:custGeom>
                <a:avLst/>
                <a:gdLst/>
                <a:ahLst/>
                <a:cxnLst/>
                <a:rect l="l" t="t" r="r" b="b"/>
                <a:pathLst>
                  <a:path w="603" h="572" extrusionOk="0">
                    <a:moveTo>
                      <a:pt x="302" y="0"/>
                    </a:moveTo>
                    <a:lnTo>
                      <a:pt x="232" y="211"/>
                    </a:lnTo>
                    <a:lnTo>
                      <a:pt x="1" y="211"/>
                    </a:lnTo>
                    <a:lnTo>
                      <a:pt x="191" y="351"/>
                    </a:lnTo>
                    <a:lnTo>
                      <a:pt x="121" y="572"/>
                    </a:lnTo>
                    <a:lnTo>
                      <a:pt x="121" y="572"/>
                    </a:lnTo>
                    <a:lnTo>
                      <a:pt x="302" y="431"/>
                    </a:lnTo>
                    <a:lnTo>
                      <a:pt x="492" y="572"/>
                    </a:lnTo>
                    <a:lnTo>
                      <a:pt x="492" y="572"/>
                    </a:lnTo>
                    <a:lnTo>
                      <a:pt x="422" y="351"/>
                    </a:lnTo>
                    <a:lnTo>
                      <a:pt x="603" y="211"/>
                    </a:lnTo>
                    <a:lnTo>
                      <a:pt x="372" y="21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5" name="Google Shape;3565;p54"/>
              <p:cNvSpPr/>
              <p:nvPr/>
            </p:nvSpPr>
            <p:spPr>
              <a:xfrm>
                <a:off x="5320850" y="648138"/>
                <a:ext cx="15075" cy="14300"/>
              </a:xfrm>
              <a:custGeom>
                <a:avLst/>
                <a:gdLst/>
                <a:ahLst/>
                <a:cxnLst/>
                <a:rect l="l" t="t" r="r" b="b"/>
                <a:pathLst>
                  <a:path w="603" h="572" extrusionOk="0">
                    <a:moveTo>
                      <a:pt x="301" y="0"/>
                    </a:moveTo>
                    <a:lnTo>
                      <a:pt x="231" y="211"/>
                    </a:lnTo>
                    <a:lnTo>
                      <a:pt x="1" y="211"/>
                    </a:lnTo>
                    <a:lnTo>
                      <a:pt x="191" y="351"/>
                    </a:lnTo>
                    <a:lnTo>
                      <a:pt x="121" y="572"/>
                    </a:lnTo>
                    <a:lnTo>
                      <a:pt x="121" y="572"/>
                    </a:lnTo>
                    <a:lnTo>
                      <a:pt x="301" y="431"/>
                    </a:lnTo>
                    <a:lnTo>
                      <a:pt x="492" y="572"/>
                    </a:lnTo>
                    <a:lnTo>
                      <a:pt x="492" y="572"/>
                    </a:lnTo>
                    <a:lnTo>
                      <a:pt x="422" y="351"/>
                    </a:lnTo>
                    <a:lnTo>
                      <a:pt x="602" y="211"/>
                    </a:lnTo>
                    <a:lnTo>
                      <a:pt x="372"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6" name="Google Shape;3566;p54"/>
              <p:cNvSpPr/>
              <p:nvPr/>
            </p:nvSpPr>
            <p:spPr>
              <a:xfrm>
                <a:off x="5350700" y="648138"/>
                <a:ext cx="15050" cy="14300"/>
              </a:xfrm>
              <a:custGeom>
                <a:avLst/>
                <a:gdLst/>
                <a:ahLst/>
                <a:cxnLst/>
                <a:rect l="l" t="t" r="r" b="b"/>
                <a:pathLst>
                  <a:path w="602" h="572" extrusionOk="0">
                    <a:moveTo>
                      <a:pt x="301" y="0"/>
                    </a:moveTo>
                    <a:lnTo>
                      <a:pt x="231" y="211"/>
                    </a:lnTo>
                    <a:lnTo>
                      <a:pt x="0" y="211"/>
                    </a:lnTo>
                    <a:lnTo>
                      <a:pt x="191" y="351"/>
                    </a:lnTo>
                    <a:lnTo>
                      <a:pt x="121" y="572"/>
                    </a:lnTo>
                    <a:lnTo>
                      <a:pt x="121" y="572"/>
                    </a:lnTo>
                    <a:lnTo>
                      <a:pt x="301" y="431"/>
                    </a:lnTo>
                    <a:lnTo>
                      <a:pt x="492" y="572"/>
                    </a:lnTo>
                    <a:lnTo>
                      <a:pt x="492" y="572"/>
                    </a:lnTo>
                    <a:lnTo>
                      <a:pt x="421" y="351"/>
                    </a:lnTo>
                    <a:lnTo>
                      <a:pt x="602" y="211"/>
                    </a:lnTo>
                    <a:lnTo>
                      <a:pt x="371"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7" name="Google Shape;3567;p54"/>
              <p:cNvSpPr/>
              <p:nvPr/>
            </p:nvSpPr>
            <p:spPr>
              <a:xfrm>
                <a:off x="5380525" y="648138"/>
                <a:ext cx="15325" cy="14300"/>
              </a:xfrm>
              <a:custGeom>
                <a:avLst/>
                <a:gdLst/>
                <a:ahLst/>
                <a:cxnLst/>
                <a:rect l="l" t="t" r="r" b="b"/>
                <a:pathLst>
                  <a:path w="613" h="572" extrusionOk="0">
                    <a:moveTo>
                      <a:pt x="312" y="0"/>
                    </a:moveTo>
                    <a:lnTo>
                      <a:pt x="231" y="211"/>
                    </a:lnTo>
                    <a:lnTo>
                      <a:pt x="1" y="211"/>
                    </a:lnTo>
                    <a:lnTo>
                      <a:pt x="191" y="351"/>
                    </a:lnTo>
                    <a:lnTo>
                      <a:pt x="121" y="572"/>
                    </a:lnTo>
                    <a:lnTo>
                      <a:pt x="121" y="572"/>
                    </a:lnTo>
                    <a:lnTo>
                      <a:pt x="312" y="431"/>
                    </a:lnTo>
                    <a:lnTo>
                      <a:pt x="492" y="572"/>
                    </a:lnTo>
                    <a:lnTo>
                      <a:pt x="492" y="572"/>
                    </a:lnTo>
                    <a:lnTo>
                      <a:pt x="422" y="351"/>
                    </a:lnTo>
                    <a:lnTo>
                      <a:pt x="613" y="211"/>
                    </a:lnTo>
                    <a:lnTo>
                      <a:pt x="382" y="211"/>
                    </a:lnTo>
                    <a:lnTo>
                      <a:pt x="3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54"/>
              <p:cNvSpPr/>
              <p:nvPr/>
            </p:nvSpPr>
            <p:spPr>
              <a:xfrm>
                <a:off x="5245125" y="662413"/>
                <a:ext cx="15075" cy="14325"/>
              </a:xfrm>
              <a:custGeom>
                <a:avLst/>
                <a:gdLst/>
                <a:ahLst/>
                <a:cxnLst/>
                <a:rect l="l" t="t" r="r" b="b"/>
                <a:pathLst>
                  <a:path w="603" h="573" extrusionOk="0">
                    <a:moveTo>
                      <a:pt x="301" y="1"/>
                    </a:moveTo>
                    <a:lnTo>
                      <a:pt x="231" y="211"/>
                    </a:lnTo>
                    <a:lnTo>
                      <a:pt x="0" y="211"/>
                    </a:lnTo>
                    <a:lnTo>
                      <a:pt x="181" y="352"/>
                    </a:lnTo>
                    <a:lnTo>
                      <a:pt x="111" y="573"/>
                    </a:lnTo>
                    <a:lnTo>
                      <a:pt x="301" y="432"/>
                    </a:lnTo>
                    <a:lnTo>
                      <a:pt x="482" y="573"/>
                    </a:lnTo>
                    <a:lnTo>
                      <a:pt x="412" y="352"/>
                    </a:lnTo>
                    <a:lnTo>
                      <a:pt x="602" y="211"/>
                    </a:lnTo>
                    <a:lnTo>
                      <a:pt x="371"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9" name="Google Shape;3569;p54"/>
              <p:cNvSpPr/>
              <p:nvPr/>
            </p:nvSpPr>
            <p:spPr>
              <a:xfrm>
                <a:off x="5274950" y="662413"/>
                <a:ext cx="15075" cy="14325"/>
              </a:xfrm>
              <a:custGeom>
                <a:avLst/>
                <a:gdLst/>
                <a:ahLst/>
                <a:cxnLst/>
                <a:rect l="l" t="t" r="r" b="b"/>
                <a:pathLst>
                  <a:path w="603" h="573" extrusionOk="0">
                    <a:moveTo>
                      <a:pt x="302" y="1"/>
                    </a:moveTo>
                    <a:lnTo>
                      <a:pt x="232" y="211"/>
                    </a:lnTo>
                    <a:lnTo>
                      <a:pt x="1" y="211"/>
                    </a:lnTo>
                    <a:lnTo>
                      <a:pt x="181" y="352"/>
                    </a:lnTo>
                    <a:lnTo>
                      <a:pt x="111" y="573"/>
                    </a:lnTo>
                    <a:lnTo>
                      <a:pt x="302" y="432"/>
                    </a:lnTo>
                    <a:lnTo>
                      <a:pt x="482" y="573"/>
                    </a:lnTo>
                    <a:lnTo>
                      <a:pt x="412" y="352"/>
                    </a:lnTo>
                    <a:lnTo>
                      <a:pt x="603" y="211"/>
                    </a:lnTo>
                    <a:lnTo>
                      <a:pt x="372" y="21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54"/>
              <p:cNvSpPr/>
              <p:nvPr/>
            </p:nvSpPr>
            <p:spPr>
              <a:xfrm>
                <a:off x="5304800" y="662413"/>
                <a:ext cx="15075" cy="14325"/>
              </a:xfrm>
              <a:custGeom>
                <a:avLst/>
                <a:gdLst/>
                <a:ahLst/>
                <a:cxnLst/>
                <a:rect l="l" t="t" r="r" b="b"/>
                <a:pathLst>
                  <a:path w="603" h="573" extrusionOk="0">
                    <a:moveTo>
                      <a:pt x="301" y="1"/>
                    </a:moveTo>
                    <a:lnTo>
                      <a:pt x="231" y="211"/>
                    </a:lnTo>
                    <a:lnTo>
                      <a:pt x="1" y="211"/>
                    </a:lnTo>
                    <a:lnTo>
                      <a:pt x="181" y="352"/>
                    </a:lnTo>
                    <a:lnTo>
                      <a:pt x="111" y="573"/>
                    </a:lnTo>
                    <a:lnTo>
                      <a:pt x="301" y="432"/>
                    </a:lnTo>
                    <a:lnTo>
                      <a:pt x="482" y="573"/>
                    </a:lnTo>
                    <a:lnTo>
                      <a:pt x="412" y="352"/>
                    </a:lnTo>
                    <a:lnTo>
                      <a:pt x="602" y="211"/>
                    </a:lnTo>
                    <a:lnTo>
                      <a:pt x="372"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1" name="Google Shape;3571;p54"/>
              <p:cNvSpPr/>
              <p:nvPr/>
            </p:nvSpPr>
            <p:spPr>
              <a:xfrm>
                <a:off x="5334650" y="662413"/>
                <a:ext cx="15075" cy="14325"/>
              </a:xfrm>
              <a:custGeom>
                <a:avLst/>
                <a:gdLst/>
                <a:ahLst/>
                <a:cxnLst/>
                <a:rect l="l" t="t" r="r" b="b"/>
                <a:pathLst>
                  <a:path w="603" h="573" extrusionOk="0">
                    <a:moveTo>
                      <a:pt x="301" y="1"/>
                    </a:moveTo>
                    <a:lnTo>
                      <a:pt x="231" y="211"/>
                    </a:lnTo>
                    <a:lnTo>
                      <a:pt x="0" y="211"/>
                    </a:lnTo>
                    <a:lnTo>
                      <a:pt x="181" y="352"/>
                    </a:lnTo>
                    <a:lnTo>
                      <a:pt x="111" y="573"/>
                    </a:lnTo>
                    <a:lnTo>
                      <a:pt x="301" y="432"/>
                    </a:lnTo>
                    <a:lnTo>
                      <a:pt x="492" y="573"/>
                    </a:lnTo>
                    <a:lnTo>
                      <a:pt x="492" y="573"/>
                    </a:lnTo>
                    <a:lnTo>
                      <a:pt x="411" y="352"/>
                    </a:lnTo>
                    <a:lnTo>
                      <a:pt x="602" y="211"/>
                    </a:lnTo>
                    <a:lnTo>
                      <a:pt x="371"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2" name="Google Shape;3572;p54"/>
              <p:cNvSpPr/>
              <p:nvPr/>
            </p:nvSpPr>
            <p:spPr>
              <a:xfrm>
                <a:off x="5364475" y="662413"/>
                <a:ext cx="15075" cy="14325"/>
              </a:xfrm>
              <a:custGeom>
                <a:avLst/>
                <a:gdLst/>
                <a:ahLst/>
                <a:cxnLst/>
                <a:rect l="l" t="t" r="r" b="b"/>
                <a:pathLst>
                  <a:path w="603" h="573" extrusionOk="0">
                    <a:moveTo>
                      <a:pt x="302" y="1"/>
                    </a:moveTo>
                    <a:lnTo>
                      <a:pt x="232" y="211"/>
                    </a:lnTo>
                    <a:lnTo>
                      <a:pt x="1" y="211"/>
                    </a:lnTo>
                    <a:lnTo>
                      <a:pt x="191" y="352"/>
                    </a:lnTo>
                    <a:lnTo>
                      <a:pt x="121" y="573"/>
                    </a:lnTo>
                    <a:lnTo>
                      <a:pt x="302" y="432"/>
                    </a:lnTo>
                    <a:lnTo>
                      <a:pt x="492" y="573"/>
                    </a:lnTo>
                    <a:lnTo>
                      <a:pt x="422" y="352"/>
                    </a:lnTo>
                    <a:lnTo>
                      <a:pt x="603" y="211"/>
                    </a:lnTo>
                    <a:lnTo>
                      <a:pt x="372" y="21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3" name="Google Shape;3573;p54"/>
              <p:cNvSpPr/>
              <p:nvPr/>
            </p:nvSpPr>
            <p:spPr>
              <a:xfrm>
                <a:off x="5231325" y="676713"/>
                <a:ext cx="15075" cy="14325"/>
              </a:xfrm>
              <a:custGeom>
                <a:avLst/>
                <a:gdLst/>
                <a:ahLst/>
                <a:cxnLst/>
                <a:rect l="l" t="t" r="r" b="b"/>
                <a:pathLst>
                  <a:path w="603" h="573" extrusionOk="0">
                    <a:moveTo>
                      <a:pt x="302" y="1"/>
                    </a:moveTo>
                    <a:lnTo>
                      <a:pt x="231" y="221"/>
                    </a:lnTo>
                    <a:lnTo>
                      <a:pt x="1" y="221"/>
                    </a:lnTo>
                    <a:lnTo>
                      <a:pt x="181" y="352"/>
                    </a:lnTo>
                    <a:lnTo>
                      <a:pt x="111" y="572"/>
                    </a:lnTo>
                    <a:lnTo>
                      <a:pt x="302" y="432"/>
                    </a:lnTo>
                    <a:lnTo>
                      <a:pt x="482" y="572"/>
                    </a:lnTo>
                    <a:lnTo>
                      <a:pt x="482" y="572"/>
                    </a:lnTo>
                    <a:lnTo>
                      <a:pt x="412" y="35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4" name="Google Shape;3574;p54"/>
              <p:cNvSpPr/>
              <p:nvPr/>
            </p:nvSpPr>
            <p:spPr>
              <a:xfrm>
                <a:off x="5261175" y="676713"/>
                <a:ext cx="15075" cy="14325"/>
              </a:xfrm>
              <a:custGeom>
                <a:avLst/>
                <a:gdLst/>
                <a:ahLst/>
                <a:cxnLst/>
                <a:rect l="l" t="t" r="r" b="b"/>
                <a:pathLst>
                  <a:path w="603" h="573" extrusionOk="0">
                    <a:moveTo>
                      <a:pt x="301" y="1"/>
                    </a:moveTo>
                    <a:lnTo>
                      <a:pt x="231" y="221"/>
                    </a:lnTo>
                    <a:lnTo>
                      <a:pt x="0" y="221"/>
                    </a:lnTo>
                    <a:lnTo>
                      <a:pt x="191" y="352"/>
                    </a:lnTo>
                    <a:lnTo>
                      <a:pt x="111" y="572"/>
                    </a:lnTo>
                    <a:lnTo>
                      <a:pt x="301" y="432"/>
                    </a:lnTo>
                    <a:lnTo>
                      <a:pt x="492" y="572"/>
                    </a:lnTo>
                    <a:lnTo>
                      <a:pt x="422" y="35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54"/>
              <p:cNvSpPr/>
              <p:nvPr/>
            </p:nvSpPr>
            <p:spPr>
              <a:xfrm>
                <a:off x="5291000" y="676713"/>
                <a:ext cx="15075" cy="14325"/>
              </a:xfrm>
              <a:custGeom>
                <a:avLst/>
                <a:gdLst/>
                <a:ahLst/>
                <a:cxnLst/>
                <a:rect l="l" t="t" r="r" b="b"/>
                <a:pathLst>
                  <a:path w="603" h="573" extrusionOk="0">
                    <a:moveTo>
                      <a:pt x="302" y="1"/>
                    </a:moveTo>
                    <a:lnTo>
                      <a:pt x="232" y="221"/>
                    </a:lnTo>
                    <a:lnTo>
                      <a:pt x="1" y="221"/>
                    </a:lnTo>
                    <a:lnTo>
                      <a:pt x="191" y="352"/>
                    </a:lnTo>
                    <a:lnTo>
                      <a:pt x="121" y="572"/>
                    </a:lnTo>
                    <a:lnTo>
                      <a:pt x="121" y="572"/>
                    </a:lnTo>
                    <a:lnTo>
                      <a:pt x="302" y="432"/>
                    </a:lnTo>
                    <a:lnTo>
                      <a:pt x="492" y="572"/>
                    </a:lnTo>
                    <a:lnTo>
                      <a:pt x="492" y="572"/>
                    </a:lnTo>
                    <a:lnTo>
                      <a:pt x="422" y="35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54"/>
              <p:cNvSpPr/>
              <p:nvPr/>
            </p:nvSpPr>
            <p:spPr>
              <a:xfrm>
                <a:off x="5320850" y="676713"/>
                <a:ext cx="15075" cy="14325"/>
              </a:xfrm>
              <a:custGeom>
                <a:avLst/>
                <a:gdLst/>
                <a:ahLst/>
                <a:cxnLst/>
                <a:rect l="l" t="t" r="r" b="b"/>
                <a:pathLst>
                  <a:path w="603" h="573" extrusionOk="0">
                    <a:moveTo>
                      <a:pt x="301" y="1"/>
                    </a:moveTo>
                    <a:lnTo>
                      <a:pt x="231" y="221"/>
                    </a:lnTo>
                    <a:lnTo>
                      <a:pt x="1" y="221"/>
                    </a:lnTo>
                    <a:lnTo>
                      <a:pt x="191" y="352"/>
                    </a:lnTo>
                    <a:lnTo>
                      <a:pt x="121" y="572"/>
                    </a:lnTo>
                    <a:lnTo>
                      <a:pt x="121" y="572"/>
                    </a:lnTo>
                    <a:lnTo>
                      <a:pt x="301" y="432"/>
                    </a:lnTo>
                    <a:lnTo>
                      <a:pt x="492" y="572"/>
                    </a:lnTo>
                    <a:lnTo>
                      <a:pt x="492" y="572"/>
                    </a:lnTo>
                    <a:lnTo>
                      <a:pt x="422" y="35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54"/>
              <p:cNvSpPr/>
              <p:nvPr/>
            </p:nvSpPr>
            <p:spPr>
              <a:xfrm>
                <a:off x="5350700" y="676713"/>
                <a:ext cx="15050" cy="14325"/>
              </a:xfrm>
              <a:custGeom>
                <a:avLst/>
                <a:gdLst/>
                <a:ahLst/>
                <a:cxnLst/>
                <a:rect l="l" t="t" r="r" b="b"/>
                <a:pathLst>
                  <a:path w="602" h="573" extrusionOk="0">
                    <a:moveTo>
                      <a:pt x="301" y="1"/>
                    </a:moveTo>
                    <a:lnTo>
                      <a:pt x="231" y="221"/>
                    </a:lnTo>
                    <a:lnTo>
                      <a:pt x="0" y="221"/>
                    </a:lnTo>
                    <a:lnTo>
                      <a:pt x="191" y="352"/>
                    </a:lnTo>
                    <a:lnTo>
                      <a:pt x="121" y="572"/>
                    </a:lnTo>
                    <a:lnTo>
                      <a:pt x="301" y="432"/>
                    </a:lnTo>
                    <a:lnTo>
                      <a:pt x="492" y="572"/>
                    </a:lnTo>
                    <a:lnTo>
                      <a:pt x="421" y="35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8" name="Google Shape;3578;p54"/>
              <p:cNvSpPr/>
              <p:nvPr/>
            </p:nvSpPr>
            <p:spPr>
              <a:xfrm>
                <a:off x="5380525" y="676713"/>
                <a:ext cx="15325" cy="14325"/>
              </a:xfrm>
              <a:custGeom>
                <a:avLst/>
                <a:gdLst/>
                <a:ahLst/>
                <a:cxnLst/>
                <a:rect l="l" t="t" r="r" b="b"/>
                <a:pathLst>
                  <a:path w="613" h="573" extrusionOk="0">
                    <a:moveTo>
                      <a:pt x="312" y="1"/>
                    </a:moveTo>
                    <a:lnTo>
                      <a:pt x="231" y="221"/>
                    </a:lnTo>
                    <a:lnTo>
                      <a:pt x="1" y="221"/>
                    </a:lnTo>
                    <a:lnTo>
                      <a:pt x="191" y="352"/>
                    </a:lnTo>
                    <a:lnTo>
                      <a:pt x="121" y="572"/>
                    </a:lnTo>
                    <a:lnTo>
                      <a:pt x="312" y="432"/>
                    </a:lnTo>
                    <a:lnTo>
                      <a:pt x="492" y="572"/>
                    </a:lnTo>
                    <a:lnTo>
                      <a:pt x="492" y="572"/>
                    </a:lnTo>
                    <a:lnTo>
                      <a:pt x="422" y="35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9" name="Google Shape;3579;p54"/>
              <p:cNvSpPr/>
              <p:nvPr/>
            </p:nvSpPr>
            <p:spPr>
              <a:xfrm>
                <a:off x="5245125" y="691013"/>
                <a:ext cx="15075" cy="14325"/>
              </a:xfrm>
              <a:custGeom>
                <a:avLst/>
                <a:gdLst/>
                <a:ahLst/>
                <a:cxnLst/>
                <a:rect l="l" t="t" r="r" b="b"/>
                <a:pathLst>
                  <a:path w="603" h="573" extrusionOk="0">
                    <a:moveTo>
                      <a:pt x="301" y="0"/>
                    </a:moveTo>
                    <a:lnTo>
                      <a:pt x="231" y="221"/>
                    </a:lnTo>
                    <a:lnTo>
                      <a:pt x="0" y="221"/>
                    </a:lnTo>
                    <a:lnTo>
                      <a:pt x="181" y="351"/>
                    </a:lnTo>
                    <a:lnTo>
                      <a:pt x="111" y="572"/>
                    </a:lnTo>
                    <a:lnTo>
                      <a:pt x="301" y="442"/>
                    </a:lnTo>
                    <a:lnTo>
                      <a:pt x="482" y="572"/>
                    </a:lnTo>
                    <a:lnTo>
                      <a:pt x="412"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0" name="Google Shape;3580;p54"/>
              <p:cNvSpPr/>
              <p:nvPr/>
            </p:nvSpPr>
            <p:spPr>
              <a:xfrm>
                <a:off x="5274950" y="691013"/>
                <a:ext cx="15075" cy="14325"/>
              </a:xfrm>
              <a:custGeom>
                <a:avLst/>
                <a:gdLst/>
                <a:ahLst/>
                <a:cxnLst/>
                <a:rect l="l" t="t" r="r" b="b"/>
                <a:pathLst>
                  <a:path w="603" h="573" extrusionOk="0">
                    <a:moveTo>
                      <a:pt x="302" y="0"/>
                    </a:moveTo>
                    <a:lnTo>
                      <a:pt x="232" y="221"/>
                    </a:lnTo>
                    <a:lnTo>
                      <a:pt x="1" y="221"/>
                    </a:lnTo>
                    <a:lnTo>
                      <a:pt x="181" y="351"/>
                    </a:lnTo>
                    <a:lnTo>
                      <a:pt x="111" y="572"/>
                    </a:lnTo>
                    <a:lnTo>
                      <a:pt x="302" y="442"/>
                    </a:lnTo>
                    <a:lnTo>
                      <a:pt x="482" y="572"/>
                    </a:lnTo>
                    <a:lnTo>
                      <a:pt x="41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54"/>
              <p:cNvSpPr/>
              <p:nvPr/>
            </p:nvSpPr>
            <p:spPr>
              <a:xfrm>
                <a:off x="5304800" y="691013"/>
                <a:ext cx="15075" cy="14325"/>
              </a:xfrm>
              <a:custGeom>
                <a:avLst/>
                <a:gdLst/>
                <a:ahLst/>
                <a:cxnLst/>
                <a:rect l="l" t="t" r="r" b="b"/>
                <a:pathLst>
                  <a:path w="603" h="573" extrusionOk="0">
                    <a:moveTo>
                      <a:pt x="301" y="0"/>
                    </a:moveTo>
                    <a:lnTo>
                      <a:pt x="231" y="221"/>
                    </a:lnTo>
                    <a:lnTo>
                      <a:pt x="1" y="221"/>
                    </a:lnTo>
                    <a:lnTo>
                      <a:pt x="181" y="351"/>
                    </a:lnTo>
                    <a:lnTo>
                      <a:pt x="111" y="572"/>
                    </a:lnTo>
                    <a:lnTo>
                      <a:pt x="301" y="442"/>
                    </a:lnTo>
                    <a:lnTo>
                      <a:pt x="482" y="572"/>
                    </a:lnTo>
                    <a:lnTo>
                      <a:pt x="412" y="35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2" name="Google Shape;3582;p54"/>
              <p:cNvSpPr/>
              <p:nvPr/>
            </p:nvSpPr>
            <p:spPr>
              <a:xfrm>
                <a:off x="5334650" y="691013"/>
                <a:ext cx="15075" cy="14325"/>
              </a:xfrm>
              <a:custGeom>
                <a:avLst/>
                <a:gdLst/>
                <a:ahLst/>
                <a:cxnLst/>
                <a:rect l="l" t="t" r="r" b="b"/>
                <a:pathLst>
                  <a:path w="603" h="573" extrusionOk="0">
                    <a:moveTo>
                      <a:pt x="301" y="0"/>
                    </a:moveTo>
                    <a:lnTo>
                      <a:pt x="231" y="221"/>
                    </a:lnTo>
                    <a:lnTo>
                      <a:pt x="0" y="221"/>
                    </a:lnTo>
                    <a:lnTo>
                      <a:pt x="181" y="351"/>
                    </a:lnTo>
                    <a:lnTo>
                      <a:pt x="111" y="572"/>
                    </a:lnTo>
                    <a:lnTo>
                      <a:pt x="301" y="442"/>
                    </a:lnTo>
                    <a:lnTo>
                      <a:pt x="492" y="572"/>
                    </a:lnTo>
                    <a:lnTo>
                      <a:pt x="411"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54"/>
              <p:cNvSpPr/>
              <p:nvPr/>
            </p:nvSpPr>
            <p:spPr>
              <a:xfrm>
                <a:off x="5364475" y="691013"/>
                <a:ext cx="15075" cy="14325"/>
              </a:xfrm>
              <a:custGeom>
                <a:avLst/>
                <a:gdLst/>
                <a:ahLst/>
                <a:cxnLst/>
                <a:rect l="l" t="t" r="r" b="b"/>
                <a:pathLst>
                  <a:path w="603" h="573" extrusionOk="0">
                    <a:moveTo>
                      <a:pt x="302" y="0"/>
                    </a:moveTo>
                    <a:lnTo>
                      <a:pt x="232" y="221"/>
                    </a:lnTo>
                    <a:lnTo>
                      <a:pt x="1" y="221"/>
                    </a:lnTo>
                    <a:lnTo>
                      <a:pt x="191" y="351"/>
                    </a:lnTo>
                    <a:lnTo>
                      <a:pt x="121" y="572"/>
                    </a:lnTo>
                    <a:lnTo>
                      <a:pt x="302" y="442"/>
                    </a:lnTo>
                    <a:lnTo>
                      <a:pt x="492" y="572"/>
                    </a:lnTo>
                    <a:lnTo>
                      <a:pt x="42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4" name="Google Shape;3584;p54"/>
              <p:cNvSpPr/>
              <p:nvPr/>
            </p:nvSpPr>
            <p:spPr>
              <a:xfrm>
                <a:off x="5231325" y="705313"/>
                <a:ext cx="15075" cy="14300"/>
              </a:xfrm>
              <a:custGeom>
                <a:avLst/>
                <a:gdLst/>
                <a:ahLst/>
                <a:cxnLst/>
                <a:rect l="l" t="t" r="r" b="b"/>
                <a:pathLst>
                  <a:path w="603" h="572" extrusionOk="0">
                    <a:moveTo>
                      <a:pt x="302" y="0"/>
                    </a:moveTo>
                    <a:lnTo>
                      <a:pt x="231" y="221"/>
                    </a:lnTo>
                    <a:lnTo>
                      <a:pt x="1" y="221"/>
                    </a:lnTo>
                    <a:lnTo>
                      <a:pt x="181" y="351"/>
                    </a:lnTo>
                    <a:lnTo>
                      <a:pt x="111" y="572"/>
                    </a:lnTo>
                    <a:lnTo>
                      <a:pt x="111" y="572"/>
                    </a:lnTo>
                    <a:lnTo>
                      <a:pt x="302" y="441"/>
                    </a:lnTo>
                    <a:lnTo>
                      <a:pt x="482" y="572"/>
                    </a:lnTo>
                    <a:lnTo>
                      <a:pt x="412" y="351"/>
                    </a:lnTo>
                    <a:lnTo>
                      <a:pt x="602"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5" name="Google Shape;3585;p54"/>
              <p:cNvSpPr/>
              <p:nvPr/>
            </p:nvSpPr>
            <p:spPr>
              <a:xfrm>
                <a:off x="5261175" y="705313"/>
                <a:ext cx="15075" cy="14300"/>
              </a:xfrm>
              <a:custGeom>
                <a:avLst/>
                <a:gdLst/>
                <a:ahLst/>
                <a:cxnLst/>
                <a:rect l="l" t="t" r="r" b="b"/>
                <a:pathLst>
                  <a:path w="603" h="572" extrusionOk="0">
                    <a:moveTo>
                      <a:pt x="301" y="0"/>
                    </a:moveTo>
                    <a:lnTo>
                      <a:pt x="231" y="221"/>
                    </a:lnTo>
                    <a:lnTo>
                      <a:pt x="0" y="221"/>
                    </a:lnTo>
                    <a:lnTo>
                      <a:pt x="191" y="351"/>
                    </a:lnTo>
                    <a:lnTo>
                      <a:pt x="111" y="572"/>
                    </a:lnTo>
                    <a:lnTo>
                      <a:pt x="111" y="572"/>
                    </a:lnTo>
                    <a:lnTo>
                      <a:pt x="301" y="441"/>
                    </a:lnTo>
                    <a:lnTo>
                      <a:pt x="492" y="572"/>
                    </a:lnTo>
                    <a:lnTo>
                      <a:pt x="422"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6" name="Google Shape;3586;p54"/>
              <p:cNvSpPr/>
              <p:nvPr/>
            </p:nvSpPr>
            <p:spPr>
              <a:xfrm>
                <a:off x="5291000" y="705313"/>
                <a:ext cx="15075" cy="14300"/>
              </a:xfrm>
              <a:custGeom>
                <a:avLst/>
                <a:gdLst/>
                <a:ahLst/>
                <a:cxnLst/>
                <a:rect l="l" t="t" r="r" b="b"/>
                <a:pathLst>
                  <a:path w="603" h="572" extrusionOk="0">
                    <a:moveTo>
                      <a:pt x="302" y="0"/>
                    </a:moveTo>
                    <a:lnTo>
                      <a:pt x="232" y="221"/>
                    </a:lnTo>
                    <a:lnTo>
                      <a:pt x="1" y="221"/>
                    </a:lnTo>
                    <a:lnTo>
                      <a:pt x="191" y="351"/>
                    </a:lnTo>
                    <a:lnTo>
                      <a:pt x="121" y="572"/>
                    </a:lnTo>
                    <a:lnTo>
                      <a:pt x="302" y="441"/>
                    </a:lnTo>
                    <a:lnTo>
                      <a:pt x="492" y="572"/>
                    </a:lnTo>
                    <a:lnTo>
                      <a:pt x="492" y="572"/>
                    </a:lnTo>
                    <a:lnTo>
                      <a:pt x="42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7" name="Google Shape;3587;p54"/>
              <p:cNvSpPr/>
              <p:nvPr/>
            </p:nvSpPr>
            <p:spPr>
              <a:xfrm>
                <a:off x="5320850" y="705313"/>
                <a:ext cx="15075" cy="14300"/>
              </a:xfrm>
              <a:custGeom>
                <a:avLst/>
                <a:gdLst/>
                <a:ahLst/>
                <a:cxnLst/>
                <a:rect l="l" t="t" r="r" b="b"/>
                <a:pathLst>
                  <a:path w="603" h="572" extrusionOk="0">
                    <a:moveTo>
                      <a:pt x="301" y="0"/>
                    </a:moveTo>
                    <a:lnTo>
                      <a:pt x="231" y="221"/>
                    </a:lnTo>
                    <a:lnTo>
                      <a:pt x="1" y="221"/>
                    </a:lnTo>
                    <a:lnTo>
                      <a:pt x="191" y="351"/>
                    </a:lnTo>
                    <a:lnTo>
                      <a:pt x="121" y="572"/>
                    </a:lnTo>
                    <a:lnTo>
                      <a:pt x="301" y="441"/>
                    </a:lnTo>
                    <a:lnTo>
                      <a:pt x="492" y="572"/>
                    </a:lnTo>
                    <a:lnTo>
                      <a:pt x="492" y="572"/>
                    </a:lnTo>
                    <a:lnTo>
                      <a:pt x="422" y="35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54"/>
              <p:cNvSpPr/>
              <p:nvPr/>
            </p:nvSpPr>
            <p:spPr>
              <a:xfrm>
                <a:off x="5350700" y="705313"/>
                <a:ext cx="15050" cy="14300"/>
              </a:xfrm>
              <a:custGeom>
                <a:avLst/>
                <a:gdLst/>
                <a:ahLst/>
                <a:cxnLst/>
                <a:rect l="l" t="t" r="r" b="b"/>
                <a:pathLst>
                  <a:path w="602" h="572" extrusionOk="0">
                    <a:moveTo>
                      <a:pt x="301" y="0"/>
                    </a:moveTo>
                    <a:lnTo>
                      <a:pt x="231" y="221"/>
                    </a:lnTo>
                    <a:lnTo>
                      <a:pt x="0" y="221"/>
                    </a:lnTo>
                    <a:lnTo>
                      <a:pt x="191" y="351"/>
                    </a:lnTo>
                    <a:lnTo>
                      <a:pt x="121" y="572"/>
                    </a:lnTo>
                    <a:lnTo>
                      <a:pt x="301" y="441"/>
                    </a:lnTo>
                    <a:lnTo>
                      <a:pt x="492" y="572"/>
                    </a:lnTo>
                    <a:lnTo>
                      <a:pt x="492" y="572"/>
                    </a:lnTo>
                    <a:lnTo>
                      <a:pt x="421"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54"/>
              <p:cNvSpPr/>
              <p:nvPr/>
            </p:nvSpPr>
            <p:spPr>
              <a:xfrm>
                <a:off x="5380525" y="705313"/>
                <a:ext cx="15325" cy="14300"/>
              </a:xfrm>
              <a:custGeom>
                <a:avLst/>
                <a:gdLst/>
                <a:ahLst/>
                <a:cxnLst/>
                <a:rect l="l" t="t" r="r" b="b"/>
                <a:pathLst>
                  <a:path w="613" h="572" extrusionOk="0">
                    <a:moveTo>
                      <a:pt x="312" y="0"/>
                    </a:moveTo>
                    <a:lnTo>
                      <a:pt x="231" y="221"/>
                    </a:lnTo>
                    <a:lnTo>
                      <a:pt x="1" y="221"/>
                    </a:lnTo>
                    <a:lnTo>
                      <a:pt x="191" y="351"/>
                    </a:lnTo>
                    <a:lnTo>
                      <a:pt x="121" y="572"/>
                    </a:lnTo>
                    <a:lnTo>
                      <a:pt x="121" y="572"/>
                    </a:lnTo>
                    <a:lnTo>
                      <a:pt x="312" y="441"/>
                    </a:lnTo>
                    <a:lnTo>
                      <a:pt x="492" y="572"/>
                    </a:lnTo>
                    <a:lnTo>
                      <a:pt x="422" y="351"/>
                    </a:lnTo>
                    <a:lnTo>
                      <a:pt x="613" y="221"/>
                    </a:lnTo>
                    <a:lnTo>
                      <a:pt x="382" y="221"/>
                    </a:lnTo>
                    <a:lnTo>
                      <a:pt x="3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54"/>
              <p:cNvSpPr/>
              <p:nvPr/>
            </p:nvSpPr>
            <p:spPr>
              <a:xfrm>
                <a:off x="5245125" y="719588"/>
                <a:ext cx="15075" cy="14325"/>
              </a:xfrm>
              <a:custGeom>
                <a:avLst/>
                <a:gdLst/>
                <a:ahLst/>
                <a:cxnLst/>
                <a:rect l="l" t="t" r="r" b="b"/>
                <a:pathLst>
                  <a:path w="603" h="573" extrusionOk="0">
                    <a:moveTo>
                      <a:pt x="301" y="1"/>
                    </a:moveTo>
                    <a:lnTo>
                      <a:pt x="231" y="221"/>
                    </a:lnTo>
                    <a:lnTo>
                      <a:pt x="0" y="221"/>
                    </a:lnTo>
                    <a:lnTo>
                      <a:pt x="181" y="362"/>
                    </a:lnTo>
                    <a:lnTo>
                      <a:pt x="111" y="573"/>
                    </a:lnTo>
                    <a:lnTo>
                      <a:pt x="111" y="573"/>
                    </a:lnTo>
                    <a:lnTo>
                      <a:pt x="301" y="442"/>
                    </a:lnTo>
                    <a:lnTo>
                      <a:pt x="482" y="573"/>
                    </a:lnTo>
                    <a:lnTo>
                      <a:pt x="41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1" name="Google Shape;3591;p54"/>
              <p:cNvSpPr/>
              <p:nvPr/>
            </p:nvSpPr>
            <p:spPr>
              <a:xfrm>
                <a:off x="5274950" y="719588"/>
                <a:ext cx="15075" cy="14325"/>
              </a:xfrm>
              <a:custGeom>
                <a:avLst/>
                <a:gdLst/>
                <a:ahLst/>
                <a:cxnLst/>
                <a:rect l="l" t="t" r="r" b="b"/>
                <a:pathLst>
                  <a:path w="603" h="573" extrusionOk="0">
                    <a:moveTo>
                      <a:pt x="302" y="1"/>
                    </a:moveTo>
                    <a:lnTo>
                      <a:pt x="232" y="221"/>
                    </a:lnTo>
                    <a:lnTo>
                      <a:pt x="1" y="221"/>
                    </a:lnTo>
                    <a:lnTo>
                      <a:pt x="181" y="362"/>
                    </a:lnTo>
                    <a:lnTo>
                      <a:pt x="111" y="573"/>
                    </a:lnTo>
                    <a:lnTo>
                      <a:pt x="111" y="573"/>
                    </a:lnTo>
                    <a:lnTo>
                      <a:pt x="302" y="442"/>
                    </a:lnTo>
                    <a:lnTo>
                      <a:pt x="482" y="573"/>
                    </a:lnTo>
                    <a:lnTo>
                      <a:pt x="41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2" name="Google Shape;3592;p54"/>
              <p:cNvSpPr/>
              <p:nvPr/>
            </p:nvSpPr>
            <p:spPr>
              <a:xfrm>
                <a:off x="5304800" y="719588"/>
                <a:ext cx="15075" cy="14325"/>
              </a:xfrm>
              <a:custGeom>
                <a:avLst/>
                <a:gdLst/>
                <a:ahLst/>
                <a:cxnLst/>
                <a:rect l="l" t="t" r="r" b="b"/>
                <a:pathLst>
                  <a:path w="603" h="573" extrusionOk="0">
                    <a:moveTo>
                      <a:pt x="301" y="1"/>
                    </a:moveTo>
                    <a:lnTo>
                      <a:pt x="231" y="221"/>
                    </a:lnTo>
                    <a:lnTo>
                      <a:pt x="1" y="221"/>
                    </a:lnTo>
                    <a:lnTo>
                      <a:pt x="181" y="362"/>
                    </a:lnTo>
                    <a:lnTo>
                      <a:pt x="111" y="573"/>
                    </a:lnTo>
                    <a:lnTo>
                      <a:pt x="111" y="573"/>
                    </a:lnTo>
                    <a:lnTo>
                      <a:pt x="301" y="442"/>
                    </a:lnTo>
                    <a:lnTo>
                      <a:pt x="482" y="573"/>
                    </a:lnTo>
                    <a:lnTo>
                      <a:pt x="482" y="573"/>
                    </a:lnTo>
                    <a:lnTo>
                      <a:pt x="41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3" name="Google Shape;3593;p54"/>
              <p:cNvSpPr/>
              <p:nvPr/>
            </p:nvSpPr>
            <p:spPr>
              <a:xfrm>
                <a:off x="5334650" y="719588"/>
                <a:ext cx="15075" cy="14325"/>
              </a:xfrm>
              <a:custGeom>
                <a:avLst/>
                <a:gdLst/>
                <a:ahLst/>
                <a:cxnLst/>
                <a:rect l="l" t="t" r="r" b="b"/>
                <a:pathLst>
                  <a:path w="603" h="573" extrusionOk="0">
                    <a:moveTo>
                      <a:pt x="301" y="1"/>
                    </a:moveTo>
                    <a:lnTo>
                      <a:pt x="231" y="221"/>
                    </a:lnTo>
                    <a:lnTo>
                      <a:pt x="0" y="221"/>
                    </a:lnTo>
                    <a:lnTo>
                      <a:pt x="181" y="362"/>
                    </a:lnTo>
                    <a:lnTo>
                      <a:pt x="111" y="573"/>
                    </a:lnTo>
                    <a:lnTo>
                      <a:pt x="111" y="573"/>
                    </a:lnTo>
                    <a:lnTo>
                      <a:pt x="301" y="442"/>
                    </a:lnTo>
                    <a:lnTo>
                      <a:pt x="492" y="573"/>
                    </a:lnTo>
                    <a:lnTo>
                      <a:pt x="41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54"/>
              <p:cNvSpPr/>
              <p:nvPr/>
            </p:nvSpPr>
            <p:spPr>
              <a:xfrm>
                <a:off x="5364475" y="719588"/>
                <a:ext cx="15075" cy="14325"/>
              </a:xfrm>
              <a:custGeom>
                <a:avLst/>
                <a:gdLst/>
                <a:ahLst/>
                <a:cxnLst/>
                <a:rect l="l" t="t" r="r" b="b"/>
                <a:pathLst>
                  <a:path w="603" h="573" extrusionOk="0">
                    <a:moveTo>
                      <a:pt x="302" y="1"/>
                    </a:moveTo>
                    <a:lnTo>
                      <a:pt x="232" y="221"/>
                    </a:lnTo>
                    <a:lnTo>
                      <a:pt x="1" y="221"/>
                    </a:lnTo>
                    <a:lnTo>
                      <a:pt x="191" y="362"/>
                    </a:lnTo>
                    <a:lnTo>
                      <a:pt x="121" y="573"/>
                    </a:lnTo>
                    <a:lnTo>
                      <a:pt x="121" y="573"/>
                    </a:lnTo>
                    <a:lnTo>
                      <a:pt x="302" y="442"/>
                    </a:lnTo>
                    <a:lnTo>
                      <a:pt x="492" y="573"/>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5" name="Google Shape;3595;p54"/>
              <p:cNvSpPr/>
              <p:nvPr/>
            </p:nvSpPr>
            <p:spPr>
              <a:xfrm>
                <a:off x="5231325" y="733888"/>
                <a:ext cx="15075" cy="14325"/>
              </a:xfrm>
              <a:custGeom>
                <a:avLst/>
                <a:gdLst/>
                <a:ahLst/>
                <a:cxnLst/>
                <a:rect l="l" t="t" r="r" b="b"/>
                <a:pathLst>
                  <a:path w="603" h="573" extrusionOk="0">
                    <a:moveTo>
                      <a:pt x="302" y="1"/>
                    </a:moveTo>
                    <a:lnTo>
                      <a:pt x="231" y="221"/>
                    </a:lnTo>
                    <a:lnTo>
                      <a:pt x="1" y="221"/>
                    </a:lnTo>
                    <a:lnTo>
                      <a:pt x="181" y="362"/>
                    </a:lnTo>
                    <a:lnTo>
                      <a:pt x="111" y="572"/>
                    </a:lnTo>
                    <a:lnTo>
                      <a:pt x="302" y="442"/>
                    </a:lnTo>
                    <a:lnTo>
                      <a:pt x="482" y="572"/>
                    </a:lnTo>
                    <a:lnTo>
                      <a:pt x="412" y="36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54"/>
              <p:cNvSpPr/>
              <p:nvPr/>
            </p:nvSpPr>
            <p:spPr>
              <a:xfrm>
                <a:off x="5261175" y="733888"/>
                <a:ext cx="15075" cy="14325"/>
              </a:xfrm>
              <a:custGeom>
                <a:avLst/>
                <a:gdLst/>
                <a:ahLst/>
                <a:cxnLst/>
                <a:rect l="l" t="t" r="r" b="b"/>
                <a:pathLst>
                  <a:path w="603" h="573" extrusionOk="0">
                    <a:moveTo>
                      <a:pt x="301" y="1"/>
                    </a:moveTo>
                    <a:lnTo>
                      <a:pt x="231" y="221"/>
                    </a:lnTo>
                    <a:lnTo>
                      <a:pt x="0" y="221"/>
                    </a:lnTo>
                    <a:lnTo>
                      <a:pt x="191" y="362"/>
                    </a:lnTo>
                    <a:lnTo>
                      <a:pt x="111" y="572"/>
                    </a:lnTo>
                    <a:lnTo>
                      <a:pt x="301" y="442"/>
                    </a:lnTo>
                    <a:lnTo>
                      <a:pt x="492" y="572"/>
                    </a:lnTo>
                    <a:lnTo>
                      <a:pt x="42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7" name="Google Shape;3597;p54"/>
              <p:cNvSpPr/>
              <p:nvPr/>
            </p:nvSpPr>
            <p:spPr>
              <a:xfrm>
                <a:off x="5291000" y="733888"/>
                <a:ext cx="15075" cy="14325"/>
              </a:xfrm>
              <a:custGeom>
                <a:avLst/>
                <a:gdLst/>
                <a:ahLst/>
                <a:cxnLst/>
                <a:rect l="l" t="t" r="r" b="b"/>
                <a:pathLst>
                  <a:path w="603" h="573" extrusionOk="0">
                    <a:moveTo>
                      <a:pt x="302" y="1"/>
                    </a:moveTo>
                    <a:lnTo>
                      <a:pt x="232" y="221"/>
                    </a:lnTo>
                    <a:lnTo>
                      <a:pt x="1" y="221"/>
                    </a:lnTo>
                    <a:lnTo>
                      <a:pt x="191" y="362"/>
                    </a:lnTo>
                    <a:lnTo>
                      <a:pt x="121" y="572"/>
                    </a:lnTo>
                    <a:lnTo>
                      <a:pt x="302" y="442"/>
                    </a:lnTo>
                    <a:lnTo>
                      <a:pt x="492" y="572"/>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8" name="Google Shape;3598;p54"/>
              <p:cNvSpPr/>
              <p:nvPr/>
            </p:nvSpPr>
            <p:spPr>
              <a:xfrm>
                <a:off x="5320850" y="733888"/>
                <a:ext cx="15075" cy="14325"/>
              </a:xfrm>
              <a:custGeom>
                <a:avLst/>
                <a:gdLst/>
                <a:ahLst/>
                <a:cxnLst/>
                <a:rect l="l" t="t" r="r" b="b"/>
                <a:pathLst>
                  <a:path w="603" h="573" extrusionOk="0">
                    <a:moveTo>
                      <a:pt x="301" y="1"/>
                    </a:moveTo>
                    <a:lnTo>
                      <a:pt x="231" y="221"/>
                    </a:lnTo>
                    <a:lnTo>
                      <a:pt x="1" y="221"/>
                    </a:lnTo>
                    <a:lnTo>
                      <a:pt x="191" y="362"/>
                    </a:lnTo>
                    <a:lnTo>
                      <a:pt x="121" y="572"/>
                    </a:lnTo>
                    <a:lnTo>
                      <a:pt x="301" y="442"/>
                    </a:lnTo>
                    <a:lnTo>
                      <a:pt x="492" y="572"/>
                    </a:lnTo>
                    <a:lnTo>
                      <a:pt x="42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9" name="Google Shape;3599;p54"/>
              <p:cNvSpPr/>
              <p:nvPr/>
            </p:nvSpPr>
            <p:spPr>
              <a:xfrm>
                <a:off x="5350700" y="733888"/>
                <a:ext cx="15050" cy="14325"/>
              </a:xfrm>
              <a:custGeom>
                <a:avLst/>
                <a:gdLst/>
                <a:ahLst/>
                <a:cxnLst/>
                <a:rect l="l" t="t" r="r" b="b"/>
                <a:pathLst>
                  <a:path w="602" h="573" extrusionOk="0">
                    <a:moveTo>
                      <a:pt x="301" y="1"/>
                    </a:moveTo>
                    <a:lnTo>
                      <a:pt x="231" y="221"/>
                    </a:lnTo>
                    <a:lnTo>
                      <a:pt x="0" y="221"/>
                    </a:lnTo>
                    <a:lnTo>
                      <a:pt x="191" y="362"/>
                    </a:lnTo>
                    <a:lnTo>
                      <a:pt x="121" y="572"/>
                    </a:lnTo>
                    <a:lnTo>
                      <a:pt x="301" y="442"/>
                    </a:lnTo>
                    <a:lnTo>
                      <a:pt x="492" y="572"/>
                    </a:lnTo>
                    <a:lnTo>
                      <a:pt x="42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0" name="Google Shape;3600;p54"/>
              <p:cNvSpPr/>
              <p:nvPr/>
            </p:nvSpPr>
            <p:spPr>
              <a:xfrm>
                <a:off x="5380525" y="733888"/>
                <a:ext cx="15325" cy="14325"/>
              </a:xfrm>
              <a:custGeom>
                <a:avLst/>
                <a:gdLst/>
                <a:ahLst/>
                <a:cxnLst/>
                <a:rect l="l" t="t" r="r" b="b"/>
                <a:pathLst>
                  <a:path w="613" h="573" extrusionOk="0">
                    <a:moveTo>
                      <a:pt x="312" y="1"/>
                    </a:moveTo>
                    <a:lnTo>
                      <a:pt x="231" y="221"/>
                    </a:lnTo>
                    <a:lnTo>
                      <a:pt x="1" y="221"/>
                    </a:lnTo>
                    <a:lnTo>
                      <a:pt x="191" y="362"/>
                    </a:lnTo>
                    <a:lnTo>
                      <a:pt x="121" y="572"/>
                    </a:lnTo>
                    <a:lnTo>
                      <a:pt x="312" y="442"/>
                    </a:lnTo>
                    <a:lnTo>
                      <a:pt x="492" y="572"/>
                    </a:lnTo>
                    <a:lnTo>
                      <a:pt x="422" y="36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01" name="Google Shape;3601;p54"/>
            <p:cNvGrpSpPr/>
            <p:nvPr/>
          </p:nvGrpSpPr>
          <p:grpSpPr>
            <a:xfrm>
              <a:off x="2347049" y="448056"/>
              <a:ext cx="417650" cy="283469"/>
              <a:chOff x="2347049" y="448056"/>
              <a:chExt cx="417650" cy="283469"/>
            </a:xfrm>
          </p:grpSpPr>
          <p:grpSp>
            <p:nvGrpSpPr>
              <p:cNvPr id="3602" name="Google Shape;3602;p54"/>
              <p:cNvGrpSpPr/>
              <p:nvPr/>
            </p:nvGrpSpPr>
            <p:grpSpPr>
              <a:xfrm>
                <a:off x="2347049" y="448056"/>
                <a:ext cx="195915" cy="283469"/>
                <a:chOff x="7644384" y="448056"/>
                <a:chExt cx="195915" cy="283469"/>
              </a:xfrm>
            </p:grpSpPr>
            <p:sp>
              <p:nvSpPr>
                <p:cNvPr id="3603" name="Google Shape;3603;p54"/>
                <p:cNvSpPr/>
                <p:nvPr/>
              </p:nvSpPr>
              <p:spPr>
                <a:xfrm>
                  <a:off x="7726615" y="448056"/>
                  <a:ext cx="31484" cy="79977"/>
                </a:xfrm>
                <a:custGeom>
                  <a:avLst/>
                  <a:gdLst/>
                  <a:ahLst/>
                  <a:cxnLst/>
                  <a:rect l="l" t="t" r="r" b="b"/>
                  <a:pathLst>
                    <a:path w="1064" h="2669" extrusionOk="0">
                      <a:moveTo>
                        <a:pt x="532" y="1"/>
                      </a:moveTo>
                      <a:cubicBezTo>
                        <a:pt x="241" y="1"/>
                        <a:pt x="0" y="231"/>
                        <a:pt x="0" y="532"/>
                      </a:cubicBezTo>
                      <a:lnTo>
                        <a:pt x="0" y="2137"/>
                      </a:lnTo>
                      <a:cubicBezTo>
                        <a:pt x="0" y="2428"/>
                        <a:pt x="241" y="2669"/>
                        <a:pt x="532" y="2669"/>
                      </a:cubicBezTo>
                      <a:cubicBezTo>
                        <a:pt x="833" y="2669"/>
                        <a:pt x="1063" y="2428"/>
                        <a:pt x="1063" y="2137"/>
                      </a:cubicBezTo>
                      <a:lnTo>
                        <a:pt x="1063" y="532"/>
                      </a:lnTo>
                      <a:cubicBezTo>
                        <a:pt x="1063" y="231"/>
                        <a:pt x="833" y="1"/>
                        <a:pt x="5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4" name="Google Shape;3604;p54"/>
                <p:cNvSpPr/>
                <p:nvPr/>
              </p:nvSpPr>
              <p:spPr>
                <a:xfrm>
                  <a:off x="7644384" y="479010"/>
                  <a:ext cx="195915" cy="252515"/>
                </a:xfrm>
                <a:custGeom>
                  <a:avLst/>
                  <a:gdLst/>
                  <a:ahLst/>
                  <a:cxnLst/>
                  <a:rect l="l" t="t" r="r" b="b"/>
                  <a:pathLst>
                    <a:path w="6621" h="8427" extrusionOk="0">
                      <a:moveTo>
                        <a:pt x="2087" y="1"/>
                      </a:moveTo>
                      <a:lnTo>
                        <a:pt x="1" y="8427"/>
                      </a:lnTo>
                      <a:lnTo>
                        <a:pt x="6621" y="8427"/>
                      </a:lnTo>
                      <a:lnTo>
                        <a:pt x="45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5" name="Google Shape;3605;p54"/>
                <p:cNvSpPr/>
                <p:nvPr/>
              </p:nvSpPr>
              <p:spPr>
                <a:xfrm>
                  <a:off x="7698119" y="479010"/>
                  <a:ext cx="88474" cy="32812"/>
                </a:xfrm>
                <a:custGeom>
                  <a:avLst/>
                  <a:gdLst/>
                  <a:ahLst/>
                  <a:cxnLst/>
                  <a:rect l="l" t="t" r="r" b="b"/>
                  <a:pathLst>
                    <a:path w="2990" h="1095" extrusionOk="0">
                      <a:moveTo>
                        <a:pt x="271" y="1"/>
                      </a:moveTo>
                      <a:lnTo>
                        <a:pt x="0" y="1094"/>
                      </a:lnTo>
                      <a:lnTo>
                        <a:pt x="2989" y="1094"/>
                      </a:lnTo>
                      <a:lnTo>
                        <a:pt x="27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6" name="Google Shape;3606;p54"/>
                <p:cNvSpPr/>
                <p:nvPr/>
              </p:nvSpPr>
              <p:spPr>
                <a:xfrm>
                  <a:off x="7672287" y="565878"/>
                  <a:ext cx="140138" cy="51420"/>
                </a:xfrm>
                <a:custGeom>
                  <a:avLst/>
                  <a:gdLst/>
                  <a:ahLst/>
                  <a:cxnLst/>
                  <a:rect l="l" t="t" r="r" b="b"/>
                  <a:pathLst>
                    <a:path w="4736" h="1716" extrusionOk="0">
                      <a:moveTo>
                        <a:pt x="432" y="1"/>
                      </a:moveTo>
                      <a:lnTo>
                        <a:pt x="1" y="1716"/>
                      </a:lnTo>
                      <a:lnTo>
                        <a:pt x="4735" y="1716"/>
                      </a:lnTo>
                      <a:lnTo>
                        <a:pt x="4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7" name="Google Shape;3607;p54"/>
                <p:cNvSpPr/>
                <p:nvPr/>
              </p:nvSpPr>
              <p:spPr>
                <a:xfrm>
                  <a:off x="7644384" y="671685"/>
                  <a:ext cx="195915" cy="59840"/>
                </a:xfrm>
                <a:custGeom>
                  <a:avLst/>
                  <a:gdLst/>
                  <a:ahLst/>
                  <a:cxnLst/>
                  <a:rect l="l" t="t" r="r" b="b"/>
                  <a:pathLst>
                    <a:path w="6621" h="1997" extrusionOk="0">
                      <a:moveTo>
                        <a:pt x="502" y="0"/>
                      </a:moveTo>
                      <a:lnTo>
                        <a:pt x="1" y="1997"/>
                      </a:lnTo>
                      <a:lnTo>
                        <a:pt x="6621" y="1997"/>
                      </a:lnTo>
                      <a:lnTo>
                        <a:pt x="6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8" name="Google Shape;3608;p54"/>
                <p:cNvSpPr/>
                <p:nvPr/>
              </p:nvSpPr>
              <p:spPr>
                <a:xfrm>
                  <a:off x="7745611" y="479010"/>
                  <a:ext cx="94688" cy="252515"/>
                </a:xfrm>
                <a:custGeom>
                  <a:avLst/>
                  <a:gdLst/>
                  <a:ahLst/>
                  <a:cxnLst/>
                  <a:rect l="l" t="t" r="r" b="b"/>
                  <a:pathLst>
                    <a:path w="3200" h="8427" extrusionOk="0">
                      <a:moveTo>
                        <a:pt x="0" y="1"/>
                      </a:moveTo>
                      <a:lnTo>
                        <a:pt x="0" y="8427"/>
                      </a:lnTo>
                      <a:lnTo>
                        <a:pt x="3200" y="8427"/>
                      </a:lnTo>
                      <a:lnTo>
                        <a:pt x="1114" y="1"/>
                      </a:ln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9" name="Google Shape;3609;p54"/>
                <p:cNvSpPr/>
                <p:nvPr/>
              </p:nvSpPr>
              <p:spPr>
                <a:xfrm>
                  <a:off x="7694835" y="466694"/>
                  <a:ext cx="93534" cy="12945"/>
                </a:xfrm>
                <a:custGeom>
                  <a:avLst/>
                  <a:gdLst/>
                  <a:ahLst/>
                  <a:cxnLst/>
                  <a:rect l="l" t="t" r="r" b="b"/>
                  <a:pathLst>
                    <a:path w="3161" h="432" extrusionOk="0">
                      <a:moveTo>
                        <a:pt x="212" y="1"/>
                      </a:moveTo>
                      <a:cubicBezTo>
                        <a:pt x="91" y="1"/>
                        <a:pt x="1" y="101"/>
                        <a:pt x="1" y="211"/>
                      </a:cubicBezTo>
                      <a:cubicBezTo>
                        <a:pt x="1" y="332"/>
                        <a:pt x="101" y="432"/>
                        <a:pt x="222" y="432"/>
                      </a:cubicBezTo>
                      <a:lnTo>
                        <a:pt x="2940" y="432"/>
                      </a:lnTo>
                      <a:cubicBezTo>
                        <a:pt x="3060" y="432"/>
                        <a:pt x="3161" y="332"/>
                        <a:pt x="3161" y="211"/>
                      </a:cubicBezTo>
                      <a:cubicBezTo>
                        <a:pt x="3161" y="101"/>
                        <a:pt x="3060" y="1"/>
                        <a:pt x="29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10" name="Google Shape;3610;p54"/>
              <p:cNvGrpSpPr/>
              <p:nvPr/>
            </p:nvGrpSpPr>
            <p:grpSpPr>
              <a:xfrm>
                <a:off x="2642966" y="579123"/>
                <a:ext cx="121733" cy="152402"/>
                <a:chOff x="8032901" y="579123"/>
                <a:chExt cx="121733" cy="152402"/>
              </a:xfrm>
            </p:grpSpPr>
            <p:sp>
              <p:nvSpPr>
                <p:cNvPr id="3611" name="Google Shape;3611;p54"/>
                <p:cNvSpPr/>
                <p:nvPr/>
              </p:nvSpPr>
              <p:spPr>
                <a:xfrm>
                  <a:off x="8078913" y="579423"/>
                  <a:ext cx="34147" cy="29605"/>
                </a:xfrm>
                <a:custGeom>
                  <a:avLst/>
                  <a:gdLst/>
                  <a:ahLst/>
                  <a:cxnLst/>
                  <a:rect l="l" t="t" r="r" b="b"/>
                  <a:pathLst>
                    <a:path w="1154" h="988" extrusionOk="0">
                      <a:moveTo>
                        <a:pt x="487" y="270"/>
                      </a:moveTo>
                      <a:cubicBezTo>
                        <a:pt x="553" y="270"/>
                        <a:pt x="620" y="295"/>
                        <a:pt x="673" y="351"/>
                      </a:cubicBezTo>
                      <a:cubicBezTo>
                        <a:pt x="823" y="502"/>
                        <a:pt x="713" y="772"/>
                        <a:pt x="492" y="772"/>
                      </a:cubicBezTo>
                      <a:cubicBezTo>
                        <a:pt x="352" y="762"/>
                        <a:pt x="241" y="642"/>
                        <a:pt x="241" y="502"/>
                      </a:cubicBezTo>
                      <a:cubicBezTo>
                        <a:pt x="248" y="358"/>
                        <a:pt x="365" y="270"/>
                        <a:pt x="487" y="270"/>
                      </a:cubicBezTo>
                      <a:close/>
                      <a:moveTo>
                        <a:pt x="502" y="0"/>
                      </a:moveTo>
                      <a:cubicBezTo>
                        <a:pt x="221" y="0"/>
                        <a:pt x="0" y="231"/>
                        <a:pt x="0" y="502"/>
                      </a:cubicBezTo>
                      <a:cubicBezTo>
                        <a:pt x="7" y="796"/>
                        <a:pt x="246" y="988"/>
                        <a:pt x="496" y="988"/>
                      </a:cubicBezTo>
                      <a:cubicBezTo>
                        <a:pt x="621" y="988"/>
                        <a:pt x="749" y="940"/>
                        <a:pt x="853" y="833"/>
                      </a:cubicBezTo>
                      <a:cubicBezTo>
                        <a:pt x="1154" y="522"/>
                        <a:pt x="933" y="0"/>
                        <a:pt x="5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2" name="Google Shape;3612;p54"/>
                <p:cNvSpPr/>
                <p:nvPr/>
              </p:nvSpPr>
              <p:spPr>
                <a:xfrm>
                  <a:off x="8094063" y="579123"/>
                  <a:ext cx="18997" cy="30385"/>
                </a:xfrm>
                <a:custGeom>
                  <a:avLst/>
                  <a:gdLst/>
                  <a:ahLst/>
                  <a:cxnLst/>
                  <a:rect l="l" t="t" r="r" b="b"/>
                  <a:pathLst>
                    <a:path w="642" h="1014" extrusionOk="0">
                      <a:moveTo>
                        <a:pt x="0" y="0"/>
                      </a:moveTo>
                      <a:lnTo>
                        <a:pt x="0" y="251"/>
                      </a:lnTo>
                      <a:cubicBezTo>
                        <a:pt x="311" y="281"/>
                        <a:pt x="311" y="752"/>
                        <a:pt x="0" y="782"/>
                      </a:cubicBezTo>
                      <a:lnTo>
                        <a:pt x="0" y="1013"/>
                      </a:lnTo>
                      <a:cubicBezTo>
                        <a:pt x="642" y="983"/>
                        <a:pt x="642" y="30"/>
                        <a:pt x="0" y="0"/>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3" name="Google Shape;3613;p54"/>
                <p:cNvSpPr/>
                <p:nvPr/>
              </p:nvSpPr>
              <p:spPr>
                <a:xfrm>
                  <a:off x="8032901" y="604653"/>
                  <a:ext cx="121733" cy="126872"/>
                </a:xfrm>
                <a:custGeom>
                  <a:avLst/>
                  <a:gdLst/>
                  <a:ahLst/>
                  <a:cxnLst/>
                  <a:rect l="l" t="t" r="r" b="b"/>
                  <a:pathLst>
                    <a:path w="4114" h="4234" extrusionOk="0">
                      <a:moveTo>
                        <a:pt x="2057" y="1"/>
                      </a:moveTo>
                      <a:cubicBezTo>
                        <a:pt x="924" y="1"/>
                        <a:pt x="1" y="944"/>
                        <a:pt x="1" y="2117"/>
                      </a:cubicBezTo>
                      <a:cubicBezTo>
                        <a:pt x="1" y="3281"/>
                        <a:pt x="924" y="4234"/>
                        <a:pt x="2057" y="4234"/>
                      </a:cubicBezTo>
                      <a:cubicBezTo>
                        <a:pt x="3190" y="4234"/>
                        <a:pt x="4113" y="3281"/>
                        <a:pt x="4113" y="2117"/>
                      </a:cubicBezTo>
                      <a:cubicBezTo>
                        <a:pt x="4113" y="944"/>
                        <a:pt x="3190" y="1"/>
                        <a:pt x="20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54"/>
                <p:cNvSpPr/>
                <p:nvPr/>
              </p:nvSpPr>
              <p:spPr>
                <a:xfrm>
                  <a:off x="8066752" y="604503"/>
                  <a:ext cx="54327" cy="6802"/>
                </a:xfrm>
                <a:custGeom>
                  <a:avLst/>
                  <a:gdLst/>
                  <a:ahLst/>
                  <a:cxnLst/>
                  <a:rect l="l" t="t" r="r" b="b"/>
                  <a:pathLst>
                    <a:path w="1836" h="227" extrusionOk="0">
                      <a:moveTo>
                        <a:pt x="914" y="1"/>
                      </a:moveTo>
                      <a:cubicBezTo>
                        <a:pt x="600" y="1"/>
                        <a:pt x="286" y="76"/>
                        <a:pt x="0" y="226"/>
                      </a:cubicBezTo>
                      <a:lnTo>
                        <a:pt x="1836" y="226"/>
                      </a:lnTo>
                      <a:cubicBezTo>
                        <a:pt x="1545" y="76"/>
                        <a:pt x="1229" y="1"/>
                        <a:pt x="9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54"/>
                <p:cNvSpPr/>
                <p:nvPr/>
              </p:nvSpPr>
              <p:spPr>
                <a:xfrm>
                  <a:off x="8033197" y="640431"/>
                  <a:ext cx="121437" cy="25860"/>
                </a:xfrm>
                <a:custGeom>
                  <a:avLst/>
                  <a:gdLst/>
                  <a:ahLst/>
                  <a:cxnLst/>
                  <a:rect l="l" t="t" r="r" b="b"/>
                  <a:pathLst>
                    <a:path w="4104" h="863" extrusionOk="0">
                      <a:moveTo>
                        <a:pt x="201" y="0"/>
                      </a:moveTo>
                      <a:cubicBezTo>
                        <a:pt x="71" y="271"/>
                        <a:pt x="1" y="562"/>
                        <a:pt x="1" y="863"/>
                      </a:cubicBezTo>
                      <a:lnTo>
                        <a:pt x="4103" y="863"/>
                      </a:lnTo>
                      <a:cubicBezTo>
                        <a:pt x="4093" y="562"/>
                        <a:pt x="4023" y="271"/>
                        <a:pt x="39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54"/>
                <p:cNvSpPr/>
                <p:nvPr/>
              </p:nvSpPr>
              <p:spPr>
                <a:xfrm>
                  <a:off x="8039144" y="695117"/>
                  <a:ext cx="109838" cy="23493"/>
                </a:xfrm>
                <a:custGeom>
                  <a:avLst/>
                  <a:gdLst/>
                  <a:ahLst/>
                  <a:cxnLst/>
                  <a:rect l="l" t="t" r="r" b="b"/>
                  <a:pathLst>
                    <a:path w="3712" h="784" extrusionOk="0">
                      <a:moveTo>
                        <a:pt x="0" y="1"/>
                      </a:moveTo>
                      <a:cubicBezTo>
                        <a:pt x="141" y="312"/>
                        <a:pt x="351" y="573"/>
                        <a:pt x="612" y="783"/>
                      </a:cubicBezTo>
                      <a:lnTo>
                        <a:pt x="3090" y="783"/>
                      </a:lnTo>
                      <a:cubicBezTo>
                        <a:pt x="3351" y="573"/>
                        <a:pt x="3571" y="312"/>
                        <a:pt x="37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54"/>
                <p:cNvSpPr/>
                <p:nvPr/>
              </p:nvSpPr>
              <p:spPr>
                <a:xfrm>
                  <a:off x="8094063" y="604653"/>
                  <a:ext cx="60571" cy="126872"/>
                </a:xfrm>
                <a:custGeom>
                  <a:avLst/>
                  <a:gdLst/>
                  <a:ahLst/>
                  <a:cxnLst/>
                  <a:rect l="l" t="t" r="r" b="b"/>
                  <a:pathLst>
                    <a:path w="2047" h="4234" extrusionOk="0">
                      <a:moveTo>
                        <a:pt x="0" y="1"/>
                      </a:moveTo>
                      <a:lnTo>
                        <a:pt x="0" y="4234"/>
                      </a:lnTo>
                      <a:cubicBezTo>
                        <a:pt x="1144" y="4193"/>
                        <a:pt x="2046" y="3251"/>
                        <a:pt x="2046" y="2117"/>
                      </a:cubicBezTo>
                      <a:cubicBezTo>
                        <a:pt x="2046" y="974"/>
                        <a:pt x="1144" y="41"/>
                        <a:pt x="0" y="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18" name="Google Shape;3618;p54"/>
            <p:cNvGrpSpPr/>
            <p:nvPr/>
          </p:nvGrpSpPr>
          <p:grpSpPr>
            <a:xfrm>
              <a:off x="1191941" y="1802740"/>
              <a:ext cx="1371443" cy="411395"/>
              <a:chOff x="1184796" y="1005791"/>
              <a:chExt cx="8266682" cy="2447325"/>
            </a:xfrm>
          </p:grpSpPr>
          <p:sp>
            <p:nvSpPr>
              <p:cNvPr id="3619" name="Google Shape;3619;p54"/>
              <p:cNvSpPr/>
              <p:nvPr/>
            </p:nvSpPr>
            <p:spPr>
              <a:xfrm>
                <a:off x="1793588" y="2279394"/>
                <a:ext cx="167783" cy="177882"/>
              </a:xfrm>
              <a:custGeom>
                <a:avLst/>
                <a:gdLst/>
                <a:ahLst/>
                <a:cxnLst/>
                <a:rect l="l" t="t" r="r" b="b"/>
                <a:pathLst>
                  <a:path w="1125" h="1195" extrusionOk="0">
                    <a:moveTo>
                      <a:pt x="522" y="11"/>
                    </a:moveTo>
                    <a:cubicBezTo>
                      <a:pt x="903" y="21"/>
                      <a:pt x="1124" y="1195"/>
                      <a:pt x="663" y="1195"/>
                    </a:cubicBezTo>
                    <a:cubicBezTo>
                      <a:pt x="392" y="1195"/>
                      <a:pt x="1" y="1175"/>
                      <a:pt x="1" y="844"/>
                    </a:cubicBezTo>
                    <a:cubicBezTo>
                      <a:pt x="1" y="513"/>
                      <a:pt x="141" y="1"/>
                      <a:pt x="522"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0" name="Google Shape;3620;p54"/>
              <p:cNvSpPr/>
              <p:nvPr/>
            </p:nvSpPr>
            <p:spPr>
              <a:xfrm>
                <a:off x="1748697" y="2348165"/>
                <a:ext cx="303798" cy="98691"/>
              </a:xfrm>
              <a:custGeom>
                <a:avLst/>
                <a:gdLst/>
                <a:ahLst/>
                <a:cxnLst/>
                <a:rect l="l" t="t" r="r" b="b"/>
                <a:pathLst>
                  <a:path w="2037" h="663" extrusionOk="0">
                    <a:moveTo>
                      <a:pt x="1" y="40"/>
                    </a:moveTo>
                    <a:lnTo>
                      <a:pt x="2037" y="0"/>
                    </a:lnTo>
                    <a:lnTo>
                      <a:pt x="1997" y="662"/>
                    </a:lnTo>
                    <a:lnTo>
                      <a:pt x="121" y="41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1" name="Google Shape;3621;p54"/>
              <p:cNvSpPr/>
              <p:nvPr/>
            </p:nvSpPr>
            <p:spPr>
              <a:xfrm>
                <a:off x="1760628" y="2369005"/>
                <a:ext cx="262039" cy="74874"/>
              </a:xfrm>
              <a:custGeom>
                <a:avLst/>
                <a:gdLst/>
                <a:ahLst/>
                <a:cxnLst/>
                <a:rect l="l" t="t" r="r" b="b"/>
                <a:pathLst>
                  <a:path w="1757" h="503" extrusionOk="0">
                    <a:moveTo>
                      <a:pt x="1726" y="502"/>
                    </a:moveTo>
                    <a:lnTo>
                      <a:pt x="41" y="272"/>
                    </a:lnTo>
                    <a:lnTo>
                      <a:pt x="1" y="1"/>
                    </a:lnTo>
                    <a:lnTo>
                      <a:pt x="1756" y="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2" name="Google Shape;3622;p54"/>
              <p:cNvSpPr/>
              <p:nvPr/>
            </p:nvSpPr>
            <p:spPr>
              <a:xfrm>
                <a:off x="2143622" y="2145127"/>
                <a:ext cx="18195" cy="147962"/>
              </a:xfrm>
              <a:custGeom>
                <a:avLst/>
                <a:gdLst/>
                <a:ahLst/>
                <a:cxnLst/>
                <a:rect l="l" t="t" r="r" b="b"/>
                <a:pathLst>
                  <a:path w="122" h="994" extrusionOk="0">
                    <a:moveTo>
                      <a:pt x="1" y="0"/>
                    </a:moveTo>
                    <a:lnTo>
                      <a:pt x="121" y="0"/>
                    </a:lnTo>
                    <a:lnTo>
                      <a:pt x="121" y="993"/>
                    </a:lnTo>
                    <a:lnTo>
                      <a:pt x="1" y="99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54"/>
              <p:cNvSpPr/>
              <p:nvPr/>
            </p:nvSpPr>
            <p:spPr>
              <a:xfrm>
                <a:off x="1929754" y="2294429"/>
                <a:ext cx="465317" cy="222538"/>
              </a:xfrm>
              <a:custGeom>
                <a:avLst/>
                <a:gdLst/>
                <a:ahLst/>
                <a:cxnLst/>
                <a:rect l="l" t="t" r="r" b="b"/>
                <a:pathLst>
                  <a:path w="3120" h="1495" extrusionOk="0">
                    <a:moveTo>
                      <a:pt x="1555" y="0"/>
                    </a:moveTo>
                    <a:cubicBezTo>
                      <a:pt x="2418" y="0"/>
                      <a:pt x="3120" y="331"/>
                      <a:pt x="3120" y="753"/>
                    </a:cubicBezTo>
                    <a:cubicBezTo>
                      <a:pt x="3120" y="1164"/>
                      <a:pt x="2418" y="1495"/>
                      <a:pt x="1555" y="1495"/>
                    </a:cubicBezTo>
                    <a:cubicBezTo>
                      <a:pt x="703" y="1495"/>
                      <a:pt x="0" y="1164"/>
                      <a:pt x="0" y="753"/>
                    </a:cubicBezTo>
                    <a:cubicBezTo>
                      <a:pt x="0" y="341"/>
                      <a:pt x="693" y="0"/>
                      <a:pt x="15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4" name="Google Shape;3624;p54"/>
              <p:cNvSpPr/>
              <p:nvPr/>
            </p:nvSpPr>
            <p:spPr>
              <a:xfrm>
                <a:off x="2013571" y="2292940"/>
                <a:ext cx="381500" cy="180710"/>
              </a:xfrm>
              <a:custGeom>
                <a:avLst/>
                <a:gdLst/>
                <a:ahLst/>
                <a:cxnLst/>
                <a:rect l="l" t="t" r="r" b="b"/>
                <a:pathLst>
                  <a:path w="2558" h="1214" extrusionOk="0">
                    <a:moveTo>
                      <a:pt x="993" y="10"/>
                    </a:moveTo>
                    <a:cubicBezTo>
                      <a:pt x="1856" y="10"/>
                      <a:pt x="2558" y="341"/>
                      <a:pt x="2558" y="763"/>
                    </a:cubicBezTo>
                    <a:cubicBezTo>
                      <a:pt x="2548" y="893"/>
                      <a:pt x="2488" y="1013"/>
                      <a:pt x="2377" y="1104"/>
                    </a:cubicBezTo>
                    <a:cubicBezTo>
                      <a:pt x="2107" y="1174"/>
                      <a:pt x="1836" y="1214"/>
                      <a:pt x="1555" y="1214"/>
                    </a:cubicBezTo>
                    <a:cubicBezTo>
                      <a:pt x="692" y="1214"/>
                      <a:pt x="0" y="883"/>
                      <a:pt x="0" y="462"/>
                    </a:cubicBezTo>
                    <a:cubicBezTo>
                      <a:pt x="0" y="331"/>
                      <a:pt x="70" y="201"/>
                      <a:pt x="171" y="121"/>
                    </a:cubicBezTo>
                    <a:cubicBezTo>
                      <a:pt x="441" y="40"/>
                      <a:pt x="712" y="0"/>
                      <a:pt x="993" y="1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5" name="Google Shape;3625;p54"/>
              <p:cNvSpPr/>
              <p:nvPr/>
            </p:nvSpPr>
            <p:spPr>
              <a:xfrm>
                <a:off x="2067411" y="2313780"/>
                <a:ext cx="327661" cy="144985"/>
              </a:xfrm>
              <a:custGeom>
                <a:avLst/>
                <a:gdLst/>
                <a:ahLst/>
                <a:cxnLst/>
                <a:rect l="l" t="t" r="r" b="b"/>
                <a:pathLst>
                  <a:path w="2197" h="974" extrusionOk="0">
                    <a:moveTo>
                      <a:pt x="1545" y="1"/>
                    </a:moveTo>
                    <a:cubicBezTo>
                      <a:pt x="1946" y="141"/>
                      <a:pt x="2197" y="372"/>
                      <a:pt x="2197" y="613"/>
                    </a:cubicBezTo>
                    <a:cubicBezTo>
                      <a:pt x="2197" y="703"/>
                      <a:pt x="2157" y="793"/>
                      <a:pt x="2107" y="863"/>
                    </a:cubicBezTo>
                    <a:cubicBezTo>
                      <a:pt x="1545" y="974"/>
                      <a:pt x="963" y="974"/>
                      <a:pt x="411" y="863"/>
                    </a:cubicBezTo>
                    <a:cubicBezTo>
                      <a:pt x="191" y="813"/>
                      <a:pt x="0" y="683"/>
                      <a:pt x="0" y="452"/>
                    </a:cubicBezTo>
                    <a:lnTo>
                      <a:pt x="0" y="412"/>
                    </a:lnTo>
                    <a:cubicBezTo>
                      <a:pt x="0" y="181"/>
                      <a:pt x="181" y="1"/>
                      <a:pt x="4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54"/>
              <p:cNvSpPr/>
              <p:nvPr/>
            </p:nvSpPr>
            <p:spPr>
              <a:xfrm>
                <a:off x="1690383" y="2279394"/>
                <a:ext cx="167633" cy="177882"/>
              </a:xfrm>
              <a:custGeom>
                <a:avLst/>
                <a:gdLst/>
                <a:ahLst/>
                <a:cxnLst/>
                <a:rect l="l" t="t" r="r" b="b"/>
                <a:pathLst>
                  <a:path w="1124" h="1195" extrusionOk="0">
                    <a:moveTo>
                      <a:pt x="532" y="11"/>
                    </a:moveTo>
                    <a:cubicBezTo>
                      <a:pt x="903" y="21"/>
                      <a:pt x="1124" y="1195"/>
                      <a:pt x="663" y="1195"/>
                    </a:cubicBezTo>
                    <a:cubicBezTo>
                      <a:pt x="392" y="1195"/>
                      <a:pt x="1" y="1175"/>
                      <a:pt x="1" y="844"/>
                    </a:cubicBezTo>
                    <a:cubicBezTo>
                      <a:pt x="1" y="513"/>
                      <a:pt x="141" y="1"/>
                      <a:pt x="532" y="1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7" name="Google Shape;3627;p54"/>
              <p:cNvSpPr/>
              <p:nvPr/>
            </p:nvSpPr>
            <p:spPr>
              <a:xfrm>
                <a:off x="1495903" y="2124585"/>
                <a:ext cx="1159564" cy="132630"/>
              </a:xfrm>
              <a:custGeom>
                <a:avLst/>
                <a:gdLst/>
                <a:ahLst/>
                <a:cxnLst/>
                <a:rect l="l" t="t" r="r" b="b"/>
                <a:pathLst>
                  <a:path w="7775" h="891" extrusionOk="0">
                    <a:moveTo>
                      <a:pt x="2635" y="1"/>
                    </a:moveTo>
                    <a:cubicBezTo>
                      <a:pt x="2192" y="1"/>
                      <a:pt x="1761" y="6"/>
                      <a:pt x="1335" y="18"/>
                    </a:cubicBezTo>
                    <a:cubicBezTo>
                      <a:pt x="1315" y="18"/>
                      <a:pt x="1305" y="28"/>
                      <a:pt x="1305" y="48"/>
                    </a:cubicBezTo>
                    <a:cubicBezTo>
                      <a:pt x="1305" y="58"/>
                      <a:pt x="1315" y="78"/>
                      <a:pt x="1335" y="78"/>
                    </a:cubicBezTo>
                    <a:cubicBezTo>
                      <a:pt x="1787" y="66"/>
                      <a:pt x="2246" y="60"/>
                      <a:pt x="2717" y="60"/>
                    </a:cubicBezTo>
                    <a:cubicBezTo>
                      <a:pt x="4198" y="60"/>
                      <a:pt x="5803" y="122"/>
                      <a:pt x="7744" y="259"/>
                    </a:cubicBezTo>
                    <a:cubicBezTo>
                      <a:pt x="7754" y="259"/>
                      <a:pt x="7774" y="249"/>
                      <a:pt x="7774" y="228"/>
                    </a:cubicBezTo>
                    <a:cubicBezTo>
                      <a:pt x="7774" y="218"/>
                      <a:pt x="7764" y="198"/>
                      <a:pt x="7744" y="198"/>
                    </a:cubicBezTo>
                    <a:cubicBezTo>
                      <a:pt x="5768" y="67"/>
                      <a:pt x="4139" y="1"/>
                      <a:pt x="2635" y="1"/>
                    </a:cubicBezTo>
                    <a:close/>
                    <a:moveTo>
                      <a:pt x="3491" y="748"/>
                    </a:moveTo>
                    <a:cubicBezTo>
                      <a:pt x="2443" y="748"/>
                      <a:pt x="1310" y="775"/>
                      <a:pt x="31" y="830"/>
                    </a:cubicBezTo>
                    <a:cubicBezTo>
                      <a:pt x="11" y="830"/>
                      <a:pt x="1" y="840"/>
                      <a:pt x="1" y="860"/>
                    </a:cubicBezTo>
                    <a:cubicBezTo>
                      <a:pt x="1" y="870"/>
                      <a:pt x="11" y="890"/>
                      <a:pt x="31" y="890"/>
                    </a:cubicBezTo>
                    <a:lnTo>
                      <a:pt x="31" y="880"/>
                    </a:lnTo>
                    <a:cubicBezTo>
                      <a:pt x="1310" y="830"/>
                      <a:pt x="2441" y="805"/>
                      <a:pt x="3487" y="805"/>
                    </a:cubicBezTo>
                    <a:cubicBezTo>
                      <a:pt x="4534" y="805"/>
                      <a:pt x="5497" y="830"/>
                      <a:pt x="6440" y="880"/>
                    </a:cubicBezTo>
                    <a:cubicBezTo>
                      <a:pt x="6442" y="882"/>
                      <a:pt x="6444" y="883"/>
                      <a:pt x="6447" y="883"/>
                    </a:cubicBezTo>
                    <a:cubicBezTo>
                      <a:pt x="6457" y="883"/>
                      <a:pt x="6470" y="869"/>
                      <a:pt x="6470" y="860"/>
                    </a:cubicBezTo>
                    <a:cubicBezTo>
                      <a:pt x="6470" y="840"/>
                      <a:pt x="6460" y="830"/>
                      <a:pt x="6440" y="830"/>
                    </a:cubicBezTo>
                    <a:cubicBezTo>
                      <a:pt x="5502" y="775"/>
                      <a:pt x="4539" y="748"/>
                      <a:pt x="3491" y="74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54"/>
              <p:cNvSpPr/>
              <p:nvPr/>
            </p:nvSpPr>
            <p:spPr>
              <a:xfrm>
                <a:off x="6842452" y="2291452"/>
                <a:ext cx="209542" cy="29920"/>
              </a:xfrm>
              <a:custGeom>
                <a:avLst/>
                <a:gdLst/>
                <a:ahLst/>
                <a:cxnLst/>
                <a:rect l="l" t="t" r="r" b="b"/>
                <a:pathLst>
                  <a:path w="1405" h="201" extrusionOk="0">
                    <a:moveTo>
                      <a:pt x="11" y="0"/>
                    </a:moveTo>
                    <a:lnTo>
                      <a:pt x="1405" y="40"/>
                    </a:lnTo>
                    <a:lnTo>
                      <a:pt x="1405" y="201"/>
                    </a:lnTo>
                    <a:lnTo>
                      <a:pt x="1" y="1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54"/>
              <p:cNvSpPr/>
              <p:nvPr/>
            </p:nvSpPr>
            <p:spPr>
              <a:xfrm>
                <a:off x="7807393" y="2257066"/>
                <a:ext cx="95897" cy="41977"/>
              </a:xfrm>
              <a:custGeom>
                <a:avLst/>
                <a:gdLst/>
                <a:ahLst/>
                <a:cxnLst/>
                <a:rect l="l" t="t" r="r" b="b"/>
                <a:pathLst>
                  <a:path w="643" h="282" extrusionOk="0">
                    <a:moveTo>
                      <a:pt x="632" y="281"/>
                    </a:moveTo>
                    <a:lnTo>
                      <a:pt x="0" y="281"/>
                    </a:lnTo>
                    <a:cubicBezTo>
                      <a:pt x="0" y="171"/>
                      <a:pt x="41" y="71"/>
                      <a:pt x="121" y="0"/>
                    </a:cubicBezTo>
                    <a:cubicBezTo>
                      <a:pt x="331" y="31"/>
                      <a:pt x="622" y="121"/>
                      <a:pt x="642" y="28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54"/>
              <p:cNvSpPr/>
              <p:nvPr/>
            </p:nvSpPr>
            <p:spPr>
              <a:xfrm>
                <a:off x="9247944" y="2300383"/>
                <a:ext cx="107977" cy="162847"/>
              </a:xfrm>
              <a:custGeom>
                <a:avLst/>
                <a:gdLst/>
                <a:ahLst/>
                <a:cxnLst/>
                <a:rect l="l" t="t" r="r" b="b"/>
                <a:pathLst>
                  <a:path w="724" h="1094" extrusionOk="0">
                    <a:moveTo>
                      <a:pt x="713" y="101"/>
                    </a:moveTo>
                    <a:lnTo>
                      <a:pt x="51" y="1094"/>
                    </a:lnTo>
                    <a:lnTo>
                      <a:pt x="51" y="1084"/>
                    </a:lnTo>
                    <a:lnTo>
                      <a:pt x="1" y="1064"/>
                    </a:lnTo>
                    <a:lnTo>
                      <a:pt x="7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54"/>
              <p:cNvSpPr/>
              <p:nvPr/>
            </p:nvSpPr>
            <p:spPr>
              <a:xfrm>
                <a:off x="3418179" y="1922589"/>
                <a:ext cx="100371" cy="10569"/>
              </a:xfrm>
              <a:custGeom>
                <a:avLst/>
                <a:gdLst/>
                <a:ahLst/>
                <a:cxnLst/>
                <a:rect l="l" t="t" r="r" b="b"/>
                <a:pathLst>
                  <a:path w="673" h="71" extrusionOk="0">
                    <a:moveTo>
                      <a:pt x="1" y="1"/>
                    </a:moveTo>
                    <a:lnTo>
                      <a:pt x="673" y="1"/>
                    </a:lnTo>
                    <a:lnTo>
                      <a:pt x="673" y="71"/>
                    </a:lnTo>
                    <a:lnTo>
                      <a:pt x="1" y="7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54"/>
              <p:cNvSpPr/>
              <p:nvPr/>
            </p:nvSpPr>
            <p:spPr>
              <a:xfrm>
                <a:off x="5045902" y="1292486"/>
                <a:ext cx="224456" cy="927367"/>
              </a:xfrm>
              <a:custGeom>
                <a:avLst/>
                <a:gdLst/>
                <a:ahLst/>
                <a:cxnLst/>
                <a:rect l="l" t="t" r="r" b="b"/>
                <a:pathLst>
                  <a:path w="1505" h="6230" extrusionOk="0">
                    <a:moveTo>
                      <a:pt x="0" y="31"/>
                    </a:moveTo>
                    <a:lnTo>
                      <a:pt x="151" y="1"/>
                    </a:lnTo>
                    <a:lnTo>
                      <a:pt x="1505" y="6200"/>
                    </a:lnTo>
                    <a:lnTo>
                      <a:pt x="1354" y="623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54"/>
              <p:cNvSpPr/>
              <p:nvPr/>
            </p:nvSpPr>
            <p:spPr>
              <a:xfrm>
                <a:off x="7406502" y="2252600"/>
                <a:ext cx="101863" cy="9080"/>
              </a:xfrm>
              <a:custGeom>
                <a:avLst/>
                <a:gdLst/>
                <a:ahLst/>
                <a:cxnLst/>
                <a:rect l="l" t="t" r="r" b="b"/>
                <a:pathLst>
                  <a:path w="683" h="61" extrusionOk="0">
                    <a:moveTo>
                      <a:pt x="682" y="0"/>
                    </a:moveTo>
                    <a:lnTo>
                      <a:pt x="0" y="0"/>
                    </a:lnTo>
                    <a:lnTo>
                      <a:pt x="0" y="61"/>
                    </a:lnTo>
                    <a:lnTo>
                      <a:pt x="682" y="6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54"/>
              <p:cNvSpPr/>
              <p:nvPr/>
            </p:nvSpPr>
            <p:spPr>
              <a:xfrm>
                <a:off x="9396040" y="2004757"/>
                <a:ext cx="10738" cy="28431"/>
              </a:xfrm>
              <a:custGeom>
                <a:avLst/>
                <a:gdLst/>
                <a:ahLst/>
                <a:cxnLst/>
                <a:rect l="l" t="t" r="r" b="b"/>
                <a:pathLst>
                  <a:path w="72" h="191" extrusionOk="0">
                    <a:moveTo>
                      <a:pt x="71" y="0"/>
                    </a:moveTo>
                    <a:lnTo>
                      <a:pt x="1" y="0"/>
                    </a:lnTo>
                    <a:lnTo>
                      <a:pt x="1" y="191"/>
                    </a:lnTo>
                    <a:lnTo>
                      <a:pt x="71" y="19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54"/>
              <p:cNvSpPr/>
              <p:nvPr/>
            </p:nvSpPr>
            <p:spPr>
              <a:xfrm>
                <a:off x="9315355" y="2015177"/>
                <a:ext cx="91423" cy="7592"/>
              </a:xfrm>
              <a:custGeom>
                <a:avLst/>
                <a:gdLst/>
                <a:ahLst/>
                <a:cxnLst/>
                <a:rect l="l" t="t" r="r" b="b"/>
                <a:pathLst>
                  <a:path w="613" h="51" extrusionOk="0">
                    <a:moveTo>
                      <a:pt x="0" y="1"/>
                    </a:moveTo>
                    <a:lnTo>
                      <a:pt x="612" y="1"/>
                    </a:lnTo>
                    <a:lnTo>
                      <a:pt x="612" y="51"/>
                    </a:lnTo>
                    <a:lnTo>
                      <a:pt x="0" y="5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6" name="Google Shape;3636;p54"/>
              <p:cNvSpPr/>
              <p:nvPr/>
            </p:nvSpPr>
            <p:spPr>
              <a:xfrm>
                <a:off x="9343692" y="2052539"/>
                <a:ext cx="12229" cy="7592"/>
              </a:xfrm>
              <a:custGeom>
                <a:avLst/>
                <a:gdLst/>
                <a:ahLst/>
                <a:cxnLst/>
                <a:rect l="l" t="t" r="r" b="b"/>
                <a:pathLst>
                  <a:path w="82" h="51" extrusionOk="0">
                    <a:moveTo>
                      <a:pt x="1" y="0"/>
                    </a:moveTo>
                    <a:lnTo>
                      <a:pt x="81" y="0"/>
                    </a:lnTo>
                    <a:lnTo>
                      <a:pt x="81" y="50"/>
                    </a:lnTo>
                    <a:lnTo>
                      <a:pt x="1" y="5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7" name="Google Shape;3637;p54"/>
              <p:cNvSpPr/>
              <p:nvPr/>
            </p:nvSpPr>
            <p:spPr>
              <a:xfrm>
                <a:off x="9318338" y="2004757"/>
                <a:ext cx="10589" cy="28431"/>
              </a:xfrm>
              <a:custGeom>
                <a:avLst/>
                <a:gdLst/>
                <a:ahLst/>
                <a:cxnLst/>
                <a:rect l="l" t="t" r="r" b="b"/>
                <a:pathLst>
                  <a:path w="71" h="191" extrusionOk="0">
                    <a:moveTo>
                      <a:pt x="70" y="0"/>
                    </a:moveTo>
                    <a:lnTo>
                      <a:pt x="0" y="0"/>
                    </a:lnTo>
                    <a:lnTo>
                      <a:pt x="0" y="191"/>
                    </a:lnTo>
                    <a:lnTo>
                      <a:pt x="70" y="19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54"/>
              <p:cNvSpPr/>
              <p:nvPr/>
            </p:nvSpPr>
            <p:spPr>
              <a:xfrm>
                <a:off x="7307771" y="2225658"/>
                <a:ext cx="116777" cy="133076"/>
              </a:xfrm>
              <a:custGeom>
                <a:avLst/>
                <a:gdLst/>
                <a:ahLst/>
                <a:cxnLst/>
                <a:rect l="l" t="t" r="r" b="b"/>
                <a:pathLst>
                  <a:path w="783" h="894" extrusionOk="0">
                    <a:moveTo>
                      <a:pt x="502" y="1"/>
                    </a:moveTo>
                    <a:lnTo>
                      <a:pt x="281" y="1"/>
                    </a:lnTo>
                    <a:cubicBezTo>
                      <a:pt x="121" y="1"/>
                      <a:pt x="0" y="131"/>
                      <a:pt x="0" y="282"/>
                    </a:cubicBezTo>
                    <a:lnTo>
                      <a:pt x="0" y="613"/>
                    </a:lnTo>
                    <a:cubicBezTo>
                      <a:pt x="0" y="763"/>
                      <a:pt x="121" y="884"/>
                      <a:pt x="281" y="884"/>
                    </a:cubicBezTo>
                    <a:lnTo>
                      <a:pt x="502" y="884"/>
                    </a:lnTo>
                    <a:cubicBezTo>
                      <a:pt x="652" y="894"/>
                      <a:pt x="783" y="763"/>
                      <a:pt x="783" y="613"/>
                    </a:cubicBezTo>
                    <a:lnTo>
                      <a:pt x="783" y="282"/>
                    </a:lnTo>
                    <a:cubicBezTo>
                      <a:pt x="783" y="131"/>
                      <a:pt x="662" y="1"/>
                      <a:pt x="5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9" name="Google Shape;3639;p54"/>
              <p:cNvSpPr/>
              <p:nvPr/>
            </p:nvSpPr>
            <p:spPr>
              <a:xfrm>
                <a:off x="7306280" y="2243669"/>
                <a:ext cx="97388" cy="113576"/>
              </a:xfrm>
              <a:custGeom>
                <a:avLst/>
                <a:gdLst/>
                <a:ahLst/>
                <a:cxnLst/>
                <a:rect l="l" t="t" r="r" b="b"/>
                <a:pathLst>
                  <a:path w="653" h="763" extrusionOk="0">
                    <a:moveTo>
                      <a:pt x="40" y="20"/>
                    </a:moveTo>
                    <a:cubicBezTo>
                      <a:pt x="20" y="60"/>
                      <a:pt x="0" y="111"/>
                      <a:pt x="0" y="161"/>
                    </a:cubicBezTo>
                    <a:lnTo>
                      <a:pt x="0" y="492"/>
                    </a:lnTo>
                    <a:cubicBezTo>
                      <a:pt x="0" y="642"/>
                      <a:pt x="131" y="763"/>
                      <a:pt x="281" y="763"/>
                    </a:cubicBezTo>
                    <a:lnTo>
                      <a:pt x="512" y="763"/>
                    </a:lnTo>
                    <a:cubicBezTo>
                      <a:pt x="542" y="763"/>
                      <a:pt x="582" y="763"/>
                      <a:pt x="612" y="742"/>
                    </a:cubicBezTo>
                    <a:cubicBezTo>
                      <a:pt x="632" y="702"/>
                      <a:pt x="652" y="652"/>
                      <a:pt x="652" y="612"/>
                    </a:cubicBezTo>
                    <a:lnTo>
                      <a:pt x="652" y="281"/>
                    </a:lnTo>
                    <a:cubicBezTo>
                      <a:pt x="652" y="131"/>
                      <a:pt x="522" y="0"/>
                      <a:pt x="371" y="0"/>
                    </a:cubicBezTo>
                    <a:lnTo>
                      <a:pt x="151" y="0"/>
                    </a:lnTo>
                    <a:cubicBezTo>
                      <a:pt x="111" y="0"/>
                      <a:pt x="80" y="10"/>
                      <a:pt x="40" y="2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0" name="Google Shape;3640;p54"/>
              <p:cNvSpPr/>
              <p:nvPr/>
            </p:nvSpPr>
            <p:spPr>
              <a:xfrm>
                <a:off x="7285251" y="2284009"/>
                <a:ext cx="163308" cy="46294"/>
              </a:xfrm>
              <a:custGeom>
                <a:avLst/>
                <a:gdLst/>
                <a:ahLst/>
                <a:cxnLst/>
                <a:rect l="l" t="t" r="r" b="b"/>
                <a:pathLst>
                  <a:path w="1095" h="311" extrusionOk="0">
                    <a:moveTo>
                      <a:pt x="974" y="0"/>
                    </a:moveTo>
                    <a:lnTo>
                      <a:pt x="111" y="0"/>
                    </a:lnTo>
                    <a:lnTo>
                      <a:pt x="1" y="311"/>
                    </a:lnTo>
                    <a:lnTo>
                      <a:pt x="1094" y="31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1" name="Google Shape;3641;p54"/>
              <p:cNvSpPr/>
              <p:nvPr/>
            </p:nvSpPr>
            <p:spPr>
              <a:xfrm>
                <a:off x="7415451" y="2289963"/>
                <a:ext cx="24012" cy="35874"/>
              </a:xfrm>
              <a:custGeom>
                <a:avLst/>
                <a:gdLst/>
                <a:ahLst/>
                <a:cxnLst/>
                <a:rect l="l" t="t" r="r" b="b"/>
                <a:pathLst>
                  <a:path w="161" h="241" extrusionOk="0">
                    <a:moveTo>
                      <a:pt x="71" y="0"/>
                    </a:moveTo>
                    <a:lnTo>
                      <a:pt x="0" y="0"/>
                    </a:lnTo>
                    <a:lnTo>
                      <a:pt x="101" y="241"/>
                    </a:lnTo>
                    <a:lnTo>
                      <a:pt x="161" y="24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54"/>
              <p:cNvSpPr/>
              <p:nvPr/>
            </p:nvSpPr>
            <p:spPr>
              <a:xfrm>
                <a:off x="7394422" y="2289963"/>
                <a:ext cx="18195" cy="37363"/>
              </a:xfrm>
              <a:custGeom>
                <a:avLst/>
                <a:gdLst/>
                <a:ahLst/>
                <a:cxnLst/>
                <a:rect l="l" t="t" r="r" b="b"/>
                <a:pathLst>
                  <a:path w="122" h="251" extrusionOk="0">
                    <a:moveTo>
                      <a:pt x="61" y="0"/>
                    </a:moveTo>
                    <a:lnTo>
                      <a:pt x="1" y="0"/>
                    </a:lnTo>
                    <a:cubicBezTo>
                      <a:pt x="21" y="80"/>
                      <a:pt x="41" y="161"/>
                      <a:pt x="61" y="251"/>
                    </a:cubicBezTo>
                    <a:lnTo>
                      <a:pt x="121" y="251"/>
                    </a:lnTo>
                    <a:cubicBezTo>
                      <a:pt x="101" y="171"/>
                      <a:pt x="81" y="80"/>
                      <a:pt x="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3" name="Google Shape;3643;p54"/>
              <p:cNvSpPr/>
              <p:nvPr/>
            </p:nvSpPr>
            <p:spPr>
              <a:xfrm>
                <a:off x="7372051" y="2289963"/>
                <a:ext cx="13572" cy="37363"/>
              </a:xfrm>
              <a:custGeom>
                <a:avLst/>
                <a:gdLst/>
                <a:ahLst/>
                <a:cxnLst/>
                <a:rect l="l" t="t" r="r" b="b"/>
                <a:pathLst>
                  <a:path w="91" h="251" extrusionOk="0">
                    <a:moveTo>
                      <a:pt x="71" y="0"/>
                    </a:moveTo>
                    <a:lnTo>
                      <a:pt x="1" y="0"/>
                    </a:lnTo>
                    <a:cubicBezTo>
                      <a:pt x="11" y="80"/>
                      <a:pt x="21" y="161"/>
                      <a:pt x="31" y="251"/>
                    </a:cubicBezTo>
                    <a:lnTo>
                      <a:pt x="91" y="251"/>
                    </a:lnTo>
                    <a:cubicBezTo>
                      <a:pt x="81" y="171"/>
                      <a:pt x="71" y="80"/>
                      <a:pt x="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4" name="Google Shape;3644;p54"/>
              <p:cNvSpPr/>
              <p:nvPr/>
            </p:nvSpPr>
            <p:spPr>
              <a:xfrm>
                <a:off x="7348188" y="2289963"/>
                <a:ext cx="12080" cy="37363"/>
              </a:xfrm>
              <a:custGeom>
                <a:avLst/>
                <a:gdLst/>
                <a:ahLst/>
                <a:cxnLst/>
                <a:rect l="l" t="t" r="r" b="b"/>
                <a:pathLst>
                  <a:path w="81" h="251" extrusionOk="0">
                    <a:moveTo>
                      <a:pt x="80" y="0"/>
                    </a:moveTo>
                    <a:lnTo>
                      <a:pt x="20" y="0"/>
                    </a:lnTo>
                    <a:cubicBezTo>
                      <a:pt x="20" y="80"/>
                      <a:pt x="10" y="161"/>
                      <a:pt x="0" y="251"/>
                    </a:cubicBezTo>
                    <a:lnTo>
                      <a:pt x="60" y="2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5" name="Google Shape;3645;p54"/>
              <p:cNvSpPr/>
              <p:nvPr/>
            </p:nvSpPr>
            <p:spPr>
              <a:xfrm>
                <a:off x="7321194" y="2289963"/>
                <a:ext cx="18046" cy="37363"/>
              </a:xfrm>
              <a:custGeom>
                <a:avLst/>
                <a:gdLst/>
                <a:ahLst/>
                <a:cxnLst/>
                <a:rect l="l" t="t" r="r" b="b"/>
                <a:pathLst>
                  <a:path w="121" h="251" extrusionOk="0">
                    <a:moveTo>
                      <a:pt x="121" y="0"/>
                    </a:moveTo>
                    <a:lnTo>
                      <a:pt x="61" y="0"/>
                    </a:lnTo>
                    <a:lnTo>
                      <a:pt x="0" y="251"/>
                    </a:lnTo>
                    <a:lnTo>
                      <a:pt x="61" y="2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6" name="Google Shape;3646;p54"/>
              <p:cNvSpPr/>
              <p:nvPr/>
            </p:nvSpPr>
            <p:spPr>
              <a:xfrm>
                <a:off x="7294199" y="2289963"/>
                <a:ext cx="22669" cy="35874"/>
              </a:xfrm>
              <a:custGeom>
                <a:avLst/>
                <a:gdLst/>
                <a:ahLst/>
                <a:cxnLst/>
                <a:rect l="l" t="t" r="r" b="b"/>
                <a:pathLst>
                  <a:path w="152" h="241" extrusionOk="0">
                    <a:moveTo>
                      <a:pt x="151" y="0"/>
                    </a:moveTo>
                    <a:lnTo>
                      <a:pt x="91" y="0"/>
                    </a:lnTo>
                    <a:lnTo>
                      <a:pt x="1" y="241"/>
                    </a:lnTo>
                    <a:lnTo>
                      <a:pt x="61" y="24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7" name="Google Shape;3647;p54"/>
              <p:cNvSpPr/>
              <p:nvPr/>
            </p:nvSpPr>
            <p:spPr>
              <a:xfrm>
                <a:off x="3501996" y="1897284"/>
                <a:ext cx="116777" cy="131439"/>
              </a:xfrm>
              <a:custGeom>
                <a:avLst/>
                <a:gdLst/>
                <a:ahLst/>
                <a:cxnLst/>
                <a:rect l="l" t="t" r="r" b="b"/>
                <a:pathLst>
                  <a:path w="783" h="883" extrusionOk="0">
                    <a:moveTo>
                      <a:pt x="281" y="0"/>
                    </a:moveTo>
                    <a:lnTo>
                      <a:pt x="502" y="0"/>
                    </a:lnTo>
                    <a:cubicBezTo>
                      <a:pt x="653" y="0"/>
                      <a:pt x="783" y="121"/>
                      <a:pt x="783" y="281"/>
                    </a:cubicBezTo>
                    <a:lnTo>
                      <a:pt x="783" y="602"/>
                    </a:lnTo>
                    <a:cubicBezTo>
                      <a:pt x="783" y="762"/>
                      <a:pt x="653" y="883"/>
                      <a:pt x="502" y="883"/>
                    </a:cubicBezTo>
                    <a:lnTo>
                      <a:pt x="281" y="883"/>
                    </a:lnTo>
                    <a:cubicBezTo>
                      <a:pt x="121" y="883"/>
                      <a:pt x="1" y="762"/>
                      <a:pt x="1" y="602"/>
                    </a:cubicBezTo>
                    <a:lnTo>
                      <a:pt x="1" y="281"/>
                    </a:lnTo>
                    <a:cubicBezTo>
                      <a:pt x="1" y="131"/>
                      <a:pt x="121" y="0"/>
                      <a:pt x="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8" name="Google Shape;3648;p54"/>
              <p:cNvSpPr/>
              <p:nvPr/>
            </p:nvSpPr>
            <p:spPr>
              <a:xfrm>
                <a:off x="3501996" y="1912169"/>
                <a:ext cx="94406" cy="116553"/>
              </a:xfrm>
              <a:custGeom>
                <a:avLst/>
                <a:gdLst/>
                <a:ahLst/>
                <a:cxnLst/>
                <a:rect l="l" t="t" r="r" b="b"/>
                <a:pathLst>
                  <a:path w="633" h="783" extrusionOk="0">
                    <a:moveTo>
                      <a:pt x="562" y="783"/>
                    </a:moveTo>
                    <a:cubicBezTo>
                      <a:pt x="542" y="783"/>
                      <a:pt x="522" y="783"/>
                      <a:pt x="502" y="783"/>
                    </a:cubicBezTo>
                    <a:lnTo>
                      <a:pt x="281" y="783"/>
                    </a:lnTo>
                    <a:cubicBezTo>
                      <a:pt x="121" y="783"/>
                      <a:pt x="1" y="662"/>
                      <a:pt x="1" y="502"/>
                    </a:cubicBezTo>
                    <a:lnTo>
                      <a:pt x="1" y="181"/>
                    </a:lnTo>
                    <a:cubicBezTo>
                      <a:pt x="1" y="111"/>
                      <a:pt x="21" y="51"/>
                      <a:pt x="61" y="0"/>
                    </a:cubicBezTo>
                    <a:cubicBezTo>
                      <a:pt x="81" y="0"/>
                      <a:pt x="101" y="0"/>
                      <a:pt x="121" y="0"/>
                    </a:cubicBezTo>
                    <a:lnTo>
                      <a:pt x="352" y="0"/>
                    </a:lnTo>
                    <a:cubicBezTo>
                      <a:pt x="502" y="0"/>
                      <a:pt x="632" y="121"/>
                      <a:pt x="632" y="271"/>
                    </a:cubicBezTo>
                    <a:lnTo>
                      <a:pt x="632" y="602"/>
                    </a:lnTo>
                    <a:cubicBezTo>
                      <a:pt x="632" y="662"/>
                      <a:pt x="602" y="733"/>
                      <a:pt x="562" y="7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9" name="Google Shape;3649;p54"/>
              <p:cNvSpPr/>
              <p:nvPr/>
            </p:nvSpPr>
            <p:spPr>
              <a:xfrm>
                <a:off x="4888707" y="1868852"/>
                <a:ext cx="631459" cy="97202"/>
              </a:xfrm>
              <a:custGeom>
                <a:avLst/>
                <a:gdLst/>
                <a:ahLst/>
                <a:cxnLst/>
                <a:rect l="l" t="t" r="r" b="b"/>
                <a:pathLst>
                  <a:path w="4234" h="653" extrusionOk="0">
                    <a:moveTo>
                      <a:pt x="813" y="71"/>
                    </a:moveTo>
                    <a:lnTo>
                      <a:pt x="813" y="221"/>
                    </a:lnTo>
                    <a:lnTo>
                      <a:pt x="91" y="221"/>
                    </a:lnTo>
                    <a:lnTo>
                      <a:pt x="91" y="71"/>
                    </a:lnTo>
                    <a:close/>
                    <a:moveTo>
                      <a:pt x="1636" y="71"/>
                    </a:moveTo>
                    <a:lnTo>
                      <a:pt x="1636" y="221"/>
                    </a:lnTo>
                    <a:lnTo>
                      <a:pt x="904" y="221"/>
                    </a:lnTo>
                    <a:lnTo>
                      <a:pt x="904" y="71"/>
                    </a:lnTo>
                    <a:close/>
                    <a:moveTo>
                      <a:pt x="2458" y="71"/>
                    </a:moveTo>
                    <a:lnTo>
                      <a:pt x="2458" y="221"/>
                    </a:lnTo>
                    <a:lnTo>
                      <a:pt x="1726" y="221"/>
                    </a:lnTo>
                    <a:lnTo>
                      <a:pt x="1736" y="71"/>
                    </a:lnTo>
                    <a:close/>
                    <a:moveTo>
                      <a:pt x="3281" y="71"/>
                    </a:moveTo>
                    <a:lnTo>
                      <a:pt x="3281" y="221"/>
                    </a:lnTo>
                    <a:lnTo>
                      <a:pt x="2549" y="221"/>
                    </a:lnTo>
                    <a:lnTo>
                      <a:pt x="2549" y="71"/>
                    </a:lnTo>
                    <a:close/>
                    <a:moveTo>
                      <a:pt x="4143" y="71"/>
                    </a:moveTo>
                    <a:lnTo>
                      <a:pt x="4143" y="221"/>
                    </a:lnTo>
                    <a:lnTo>
                      <a:pt x="3371" y="221"/>
                    </a:lnTo>
                    <a:lnTo>
                      <a:pt x="3371" y="71"/>
                    </a:lnTo>
                    <a:close/>
                    <a:moveTo>
                      <a:pt x="813" y="271"/>
                    </a:moveTo>
                    <a:lnTo>
                      <a:pt x="813" y="432"/>
                    </a:lnTo>
                    <a:lnTo>
                      <a:pt x="91" y="432"/>
                    </a:lnTo>
                    <a:lnTo>
                      <a:pt x="91" y="271"/>
                    </a:lnTo>
                    <a:close/>
                    <a:moveTo>
                      <a:pt x="1636" y="271"/>
                    </a:moveTo>
                    <a:lnTo>
                      <a:pt x="1636" y="432"/>
                    </a:lnTo>
                    <a:lnTo>
                      <a:pt x="904" y="432"/>
                    </a:lnTo>
                    <a:lnTo>
                      <a:pt x="904" y="271"/>
                    </a:lnTo>
                    <a:close/>
                    <a:moveTo>
                      <a:pt x="2458" y="271"/>
                    </a:moveTo>
                    <a:lnTo>
                      <a:pt x="2458" y="432"/>
                    </a:lnTo>
                    <a:lnTo>
                      <a:pt x="1726" y="432"/>
                    </a:lnTo>
                    <a:lnTo>
                      <a:pt x="1736" y="271"/>
                    </a:lnTo>
                    <a:close/>
                    <a:moveTo>
                      <a:pt x="3281" y="271"/>
                    </a:moveTo>
                    <a:lnTo>
                      <a:pt x="3281" y="432"/>
                    </a:lnTo>
                    <a:lnTo>
                      <a:pt x="2549" y="432"/>
                    </a:lnTo>
                    <a:lnTo>
                      <a:pt x="2549" y="271"/>
                    </a:lnTo>
                    <a:close/>
                    <a:moveTo>
                      <a:pt x="4143" y="271"/>
                    </a:moveTo>
                    <a:lnTo>
                      <a:pt x="4143" y="432"/>
                    </a:lnTo>
                    <a:lnTo>
                      <a:pt x="3371" y="432"/>
                    </a:lnTo>
                    <a:lnTo>
                      <a:pt x="3371" y="271"/>
                    </a:lnTo>
                    <a:close/>
                    <a:moveTo>
                      <a:pt x="813" y="492"/>
                    </a:moveTo>
                    <a:lnTo>
                      <a:pt x="813" y="582"/>
                    </a:lnTo>
                    <a:lnTo>
                      <a:pt x="91" y="582"/>
                    </a:lnTo>
                    <a:lnTo>
                      <a:pt x="91" y="492"/>
                    </a:lnTo>
                    <a:close/>
                    <a:moveTo>
                      <a:pt x="1636" y="492"/>
                    </a:moveTo>
                    <a:lnTo>
                      <a:pt x="1636" y="582"/>
                    </a:lnTo>
                    <a:lnTo>
                      <a:pt x="904" y="582"/>
                    </a:lnTo>
                    <a:lnTo>
                      <a:pt x="904" y="492"/>
                    </a:lnTo>
                    <a:close/>
                    <a:moveTo>
                      <a:pt x="2458" y="492"/>
                    </a:moveTo>
                    <a:lnTo>
                      <a:pt x="2458" y="582"/>
                    </a:lnTo>
                    <a:lnTo>
                      <a:pt x="1726" y="582"/>
                    </a:lnTo>
                    <a:lnTo>
                      <a:pt x="1736" y="492"/>
                    </a:lnTo>
                    <a:close/>
                    <a:moveTo>
                      <a:pt x="3281" y="492"/>
                    </a:moveTo>
                    <a:lnTo>
                      <a:pt x="3281" y="582"/>
                    </a:lnTo>
                    <a:lnTo>
                      <a:pt x="2549" y="582"/>
                    </a:lnTo>
                    <a:lnTo>
                      <a:pt x="2549" y="492"/>
                    </a:lnTo>
                    <a:close/>
                    <a:moveTo>
                      <a:pt x="4143" y="492"/>
                    </a:moveTo>
                    <a:lnTo>
                      <a:pt x="4143" y="582"/>
                    </a:lnTo>
                    <a:lnTo>
                      <a:pt x="3371" y="582"/>
                    </a:lnTo>
                    <a:lnTo>
                      <a:pt x="3371" y="492"/>
                    </a:lnTo>
                    <a:close/>
                    <a:moveTo>
                      <a:pt x="1" y="1"/>
                    </a:moveTo>
                    <a:lnTo>
                      <a:pt x="1" y="653"/>
                    </a:lnTo>
                    <a:lnTo>
                      <a:pt x="4224" y="653"/>
                    </a:lnTo>
                    <a:lnTo>
                      <a:pt x="4234" y="643"/>
                    </a:lnTo>
                    <a:lnTo>
                      <a:pt x="4234" y="592"/>
                    </a:lnTo>
                    <a:lnTo>
                      <a:pt x="4234" y="492"/>
                    </a:lnTo>
                    <a:lnTo>
                      <a:pt x="4234" y="432"/>
                    </a:lnTo>
                    <a:lnTo>
                      <a:pt x="4234" y="281"/>
                    </a:lnTo>
                    <a:lnTo>
                      <a:pt x="4234" y="221"/>
                    </a:lnTo>
                    <a:lnTo>
                      <a:pt x="4234" y="71"/>
                    </a:lnTo>
                    <a:lnTo>
                      <a:pt x="4234" y="11"/>
                    </a:lnTo>
                    <a:lnTo>
                      <a:pt x="3371" y="11"/>
                    </a:lnTo>
                    <a:lnTo>
                      <a:pt x="3371" y="1"/>
                    </a:lnTo>
                    <a:lnTo>
                      <a:pt x="3281" y="1"/>
                    </a:lnTo>
                    <a:lnTo>
                      <a:pt x="3281" y="11"/>
                    </a:lnTo>
                    <a:lnTo>
                      <a:pt x="2549" y="11"/>
                    </a:lnTo>
                    <a:lnTo>
                      <a:pt x="2549" y="1"/>
                    </a:lnTo>
                    <a:lnTo>
                      <a:pt x="2458" y="1"/>
                    </a:lnTo>
                    <a:lnTo>
                      <a:pt x="2458" y="11"/>
                    </a:lnTo>
                    <a:lnTo>
                      <a:pt x="1736" y="11"/>
                    </a:lnTo>
                    <a:lnTo>
                      <a:pt x="1736" y="1"/>
                    </a:lnTo>
                    <a:lnTo>
                      <a:pt x="1646" y="1"/>
                    </a:lnTo>
                    <a:lnTo>
                      <a:pt x="1646" y="11"/>
                    </a:lnTo>
                    <a:lnTo>
                      <a:pt x="914" y="11"/>
                    </a:lnTo>
                    <a:lnTo>
                      <a:pt x="914" y="1"/>
                    </a:lnTo>
                    <a:lnTo>
                      <a:pt x="823" y="1"/>
                    </a:lnTo>
                    <a:lnTo>
                      <a:pt x="823" y="11"/>
                    </a:lnTo>
                    <a:lnTo>
                      <a:pt x="91" y="11"/>
                    </a:lnTo>
                    <a:lnTo>
                      <a:pt x="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0" name="Google Shape;3650;p54"/>
              <p:cNvSpPr/>
              <p:nvPr/>
            </p:nvSpPr>
            <p:spPr>
              <a:xfrm>
                <a:off x="5428746" y="1794276"/>
                <a:ext cx="323336" cy="212118"/>
              </a:xfrm>
              <a:custGeom>
                <a:avLst/>
                <a:gdLst/>
                <a:ahLst/>
                <a:cxnLst/>
                <a:rect l="l" t="t" r="r" b="b"/>
                <a:pathLst>
                  <a:path w="2168" h="1425" extrusionOk="0">
                    <a:moveTo>
                      <a:pt x="1" y="10"/>
                    </a:moveTo>
                    <a:lnTo>
                      <a:pt x="2167" y="0"/>
                    </a:lnTo>
                    <a:lnTo>
                      <a:pt x="1877" y="1424"/>
                    </a:lnTo>
                    <a:lnTo>
                      <a:pt x="422" y="142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1" name="Google Shape;3651;p54"/>
              <p:cNvSpPr/>
              <p:nvPr/>
            </p:nvSpPr>
            <p:spPr>
              <a:xfrm>
                <a:off x="4604594" y="1998803"/>
                <a:ext cx="12080" cy="153916"/>
              </a:xfrm>
              <a:custGeom>
                <a:avLst/>
                <a:gdLst/>
                <a:ahLst/>
                <a:cxnLst/>
                <a:rect l="l" t="t" r="r" b="b"/>
                <a:pathLst>
                  <a:path w="81" h="1034" extrusionOk="0">
                    <a:moveTo>
                      <a:pt x="0" y="0"/>
                    </a:moveTo>
                    <a:lnTo>
                      <a:pt x="80" y="0"/>
                    </a:lnTo>
                    <a:lnTo>
                      <a:pt x="80" y="1033"/>
                    </a:lnTo>
                    <a:lnTo>
                      <a:pt x="0" y="10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54"/>
              <p:cNvSpPr/>
              <p:nvPr/>
            </p:nvSpPr>
            <p:spPr>
              <a:xfrm>
                <a:off x="4549114" y="1998803"/>
                <a:ext cx="55629" cy="153916"/>
              </a:xfrm>
              <a:custGeom>
                <a:avLst/>
                <a:gdLst/>
                <a:ahLst/>
                <a:cxnLst/>
                <a:rect l="l" t="t" r="r" b="b"/>
                <a:pathLst>
                  <a:path w="373" h="1034" extrusionOk="0">
                    <a:moveTo>
                      <a:pt x="292" y="0"/>
                    </a:moveTo>
                    <a:lnTo>
                      <a:pt x="372" y="0"/>
                    </a:lnTo>
                    <a:lnTo>
                      <a:pt x="81" y="1033"/>
                    </a:lnTo>
                    <a:lnTo>
                      <a:pt x="1" y="10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54"/>
              <p:cNvSpPr/>
              <p:nvPr/>
            </p:nvSpPr>
            <p:spPr>
              <a:xfrm>
                <a:off x="4618017" y="1998803"/>
                <a:ext cx="55480" cy="153916"/>
              </a:xfrm>
              <a:custGeom>
                <a:avLst/>
                <a:gdLst/>
                <a:ahLst/>
                <a:cxnLst/>
                <a:rect l="l" t="t" r="r" b="b"/>
                <a:pathLst>
                  <a:path w="372" h="1034" extrusionOk="0">
                    <a:moveTo>
                      <a:pt x="81" y="0"/>
                    </a:moveTo>
                    <a:lnTo>
                      <a:pt x="0" y="0"/>
                    </a:lnTo>
                    <a:lnTo>
                      <a:pt x="291" y="1033"/>
                    </a:lnTo>
                    <a:lnTo>
                      <a:pt x="371" y="10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4" name="Google Shape;3654;p54"/>
              <p:cNvSpPr/>
              <p:nvPr/>
            </p:nvSpPr>
            <p:spPr>
              <a:xfrm>
                <a:off x="7025000" y="3202147"/>
                <a:ext cx="634442" cy="250970"/>
              </a:xfrm>
              <a:custGeom>
                <a:avLst/>
                <a:gdLst/>
                <a:ahLst/>
                <a:cxnLst/>
                <a:rect l="l" t="t" r="r" b="b"/>
                <a:pathLst>
                  <a:path w="4254" h="1686" extrusionOk="0">
                    <a:moveTo>
                      <a:pt x="0" y="1"/>
                    </a:moveTo>
                    <a:cubicBezTo>
                      <a:pt x="372" y="252"/>
                      <a:pt x="362" y="462"/>
                      <a:pt x="572" y="853"/>
                    </a:cubicBezTo>
                    <a:cubicBezTo>
                      <a:pt x="833" y="1355"/>
                      <a:pt x="1696" y="1515"/>
                      <a:pt x="2418" y="1586"/>
                    </a:cubicBezTo>
                    <a:cubicBezTo>
                      <a:pt x="3501" y="1686"/>
                      <a:pt x="3892" y="984"/>
                      <a:pt x="4253" y="26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5" name="Google Shape;3655;p54"/>
              <p:cNvSpPr/>
              <p:nvPr/>
            </p:nvSpPr>
            <p:spPr>
              <a:xfrm>
                <a:off x="3092157" y="2155547"/>
                <a:ext cx="691264" cy="401760"/>
              </a:xfrm>
              <a:custGeom>
                <a:avLst/>
                <a:gdLst/>
                <a:ahLst/>
                <a:cxnLst/>
                <a:rect l="l" t="t" r="r" b="b"/>
                <a:pathLst>
                  <a:path w="4635" h="2699" extrusionOk="0">
                    <a:moveTo>
                      <a:pt x="783" y="0"/>
                    </a:moveTo>
                    <a:lnTo>
                      <a:pt x="4634" y="0"/>
                    </a:lnTo>
                    <a:lnTo>
                      <a:pt x="4574" y="2699"/>
                    </a:lnTo>
                    <a:lnTo>
                      <a:pt x="0" y="267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6" name="Google Shape;3656;p54"/>
              <p:cNvSpPr/>
              <p:nvPr/>
            </p:nvSpPr>
            <p:spPr>
              <a:xfrm>
                <a:off x="1350789" y="2458616"/>
                <a:ext cx="1941952" cy="97202"/>
              </a:xfrm>
              <a:custGeom>
                <a:avLst/>
                <a:gdLst/>
                <a:ahLst/>
                <a:cxnLst/>
                <a:rect l="l" t="t" r="r" b="b"/>
                <a:pathLst>
                  <a:path w="13021" h="653" extrusionOk="0">
                    <a:moveTo>
                      <a:pt x="923" y="71"/>
                    </a:moveTo>
                    <a:lnTo>
                      <a:pt x="923" y="221"/>
                    </a:lnTo>
                    <a:lnTo>
                      <a:pt x="91" y="221"/>
                    </a:lnTo>
                    <a:lnTo>
                      <a:pt x="91" y="71"/>
                    </a:lnTo>
                    <a:close/>
                    <a:moveTo>
                      <a:pt x="1856" y="71"/>
                    </a:moveTo>
                    <a:lnTo>
                      <a:pt x="1856" y="221"/>
                    </a:lnTo>
                    <a:lnTo>
                      <a:pt x="1014" y="221"/>
                    </a:lnTo>
                    <a:lnTo>
                      <a:pt x="1024" y="71"/>
                    </a:lnTo>
                    <a:close/>
                    <a:moveTo>
                      <a:pt x="2779" y="71"/>
                    </a:moveTo>
                    <a:lnTo>
                      <a:pt x="2779" y="221"/>
                    </a:lnTo>
                    <a:lnTo>
                      <a:pt x="1947" y="221"/>
                    </a:lnTo>
                    <a:lnTo>
                      <a:pt x="1947" y="71"/>
                    </a:lnTo>
                    <a:close/>
                    <a:moveTo>
                      <a:pt x="3712" y="71"/>
                    </a:moveTo>
                    <a:lnTo>
                      <a:pt x="3712" y="221"/>
                    </a:lnTo>
                    <a:lnTo>
                      <a:pt x="2869" y="221"/>
                    </a:lnTo>
                    <a:lnTo>
                      <a:pt x="2869" y="71"/>
                    </a:lnTo>
                    <a:close/>
                    <a:moveTo>
                      <a:pt x="4645" y="71"/>
                    </a:moveTo>
                    <a:lnTo>
                      <a:pt x="4645" y="221"/>
                    </a:lnTo>
                    <a:lnTo>
                      <a:pt x="3802" y="221"/>
                    </a:lnTo>
                    <a:lnTo>
                      <a:pt x="3802" y="71"/>
                    </a:lnTo>
                    <a:close/>
                    <a:moveTo>
                      <a:pt x="5568" y="71"/>
                    </a:moveTo>
                    <a:lnTo>
                      <a:pt x="5568" y="221"/>
                    </a:lnTo>
                    <a:lnTo>
                      <a:pt x="4735" y="221"/>
                    </a:lnTo>
                    <a:lnTo>
                      <a:pt x="4735" y="71"/>
                    </a:lnTo>
                    <a:close/>
                    <a:moveTo>
                      <a:pt x="6500" y="71"/>
                    </a:moveTo>
                    <a:lnTo>
                      <a:pt x="6500" y="221"/>
                    </a:lnTo>
                    <a:lnTo>
                      <a:pt x="5658" y="221"/>
                    </a:lnTo>
                    <a:lnTo>
                      <a:pt x="5658" y="71"/>
                    </a:lnTo>
                    <a:close/>
                    <a:moveTo>
                      <a:pt x="7423" y="71"/>
                    </a:moveTo>
                    <a:lnTo>
                      <a:pt x="7423" y="221"/>
                    </a:lnTo>
                    <a:lnTo>
                      <a:pt x="6591" y="221"/>
                    </a:lnTo>
                    <a:lnTo>
                      <a:pt x="6591" y="71"/>
                    </a:lnTo>
                    <a:close/>
                    <a:moveTo>
                      <a:pt x="8356" y="71"/>
                    </a:moveTo>
                    <a:lnTo>
                      <a:pt x="8356" y="221"/>
                    </a:lnTo>
                    <a:lnTo>
                      <a:pt x="7513" y="221"/>
                    </a:lnTo>
                    <a:lnTo>
                      <a:pt x="7513" y="71"/>
                    </a:lnTo>
                    <a:close/>
                    <a:moveTo>
                      <a:pt x="9279" y="71"/>
                    </a:moveTo>
                    <a:lnTo>
                      <a:pt x="9279" y="221"/>
                    </a:lnTo>
                    <a:lnTo>
                      <a:pt x="8446" y="221"/>
                    </a:lnTo>
                    <a:lnTo>
                      <a:pt x="8446" y="71"/>
                    </a:lnTo>
                    <a:close/>
                    <a:moveTo>
                      <a:pt x="10212" y="71"/>
                    </a:moveTo>
                    <a:lnTo>
                      <a:pt x="10212" y="221"/>
                    </a:lnTo>
                    <a:lnTo>
                      <a:pt x="9369" y="221"/>
                    </a:lnTo>
                    <a:lnTo>
                      <a:pt x="9369" y="71"/>
                    </a:lnTo>
                    <a:close/>
                    <a:moveTo>
                      <a:pt x="11135" y="71"/>
                    </a:moveTo>
                    <a:lnTo>
                      <a:pt x="11135" y="221"/>
                    </a:lnTo>
                    <a:lnTo>
                      <a:pt x="10302" y="221"/>
                    </a:lnTo>
                    <a:lnTo>
                      <a:pt x="10302" y="71"/>
                    </a:lnTo>
                    <a:close/>
                    <a:moveTo>
                      <a:pt x="12067" y="71"/>
                    </a:moveTo>
                    <a:lnTo>
                      <a:pt x="12067" y="221"/>
                    </a:lnTo>
                    <a:lnTo>
                      <a:pt x="11225" y="221"/>
                    </a:lnTo>
                    <a:lnTo>
                      <a:pt x="11225" y="71"/>
                    </a:lnTo>
                    <a:close/>
                    <a:moveTo>
                      <a:pt x="12930" y="71"/>
                    </a:moveTo>
                    <a:lnTo>
                      <a:pt x="12930" y="221"/>
                    </a:lnTo>
                    <a:lnTo>
                      <a:pt x="12158" y="221"/>
                    </a:lnTo>
                    <a:lnTo>
                      <a:pt x="12158" y="71"/>
                    </a:lnTo>
                    <a:close/>
                    <a:moveTo>
                      <a:pt x="923" y="271"/>
                    </a:moveTo>
                    <a:lnTo>
                      <a:pt x="923" y="432"/>
                    </a:lnTo>
                    <a:lnTo>
                      <a:pt x="91" y="432"/>
                    </a:lnTo>
                    <a:lnTo>
                      <a:pt x="91" y="271"/>
                    </a:lnTo>
                    <a:close/>
                    <a:moveTo>
                      <a:pt x="1856" y="271"/>
                    </a:moveTo>
                    <a:lnTo>
                      <a:pt x="1856" y="432"/>
                    </a:lnTo>
                    <a:lnTo>
                      <a:pt x="1014" y="432"/>
                    </a:lnTo>
                    <a:lnTo>
                      <a:pt x="1024" y="271"/>
                    </a:lnTo>
                    <a:close/>
                    <a:moveTo>
                      <a:pt x="2779" y="271"/>
                    </a:moveTo>
                    <a:lnTo>
                      <a:pt x="2779" y="432"/>
                    </a:lnTo>
                    <a:lnTo>
                      <a:pt x="1947" y="432"/>
                    </a:lnTo>
                    <a:lnTo>
                      <a:pt x="1947" y="271"/>
                    </a:lnTo>
                    <a:close/>
                    <a:moveTo>
                      <a:pt x="3712" y="271"/>
                    </a:moveTo>
                    <a:lnTo>
                      <a:pt x="3712" y="432"/>
                    </a:lnTo>
                    <a:lnTo>
                      <a:pt x="2869" y="432"/>
                    </a:lnTo>
                    <a:lnTo>
                      <a:pt x="2869" y="271"/>
                    </a:lnTo>
                    <a:close/>
                    <a:moveTo>
                      <a:pt x="4645" y="271"/>
                    </a:moveTo>
                    <a:lnTo>
                      <a:pt x="4645" y="432"/>
                    </a:lnTo>
                    <a:lnTo>
                      <a:pt x="3802" y="432"/>
                    </a:lnTo>
                    <a:lnTo>
                      <a:pt x="3802" y="271"/>
                    </a:lnTo>
                    <a:close/>
                    <a:moveTo>
                      <a:pt x="5568" y="271"/>
                    </a:moveTo>
                    <a:lnTo>
                      <a:pt x="5568" y="432"/>
                    </a:lnTo>
                    <a:lnTo>
                      <a:pt x="4735" y="432"/>
                    </a:lnTo>
                    <a:lnTo>
                      <a:pt x="4735" y="271"/>
                    </a:lnTo>
                    <a:close/>
                    <a:moveTo>
                      <a:pt x="6500" y="271"/>
                    </a:moveTo>
                    <a:lnTo>
                      <a:pt x="6500" y="432"/>
                    </a:lnTo>
                    <a:lnTo>
                      <a:pt x="5658" y="432"/>
                    </a:lnTo>
                    <a:lnTo>
                      <a:pt x="5658" y="271"/>
                    </a:lnTo>
                    <a:close/>
                    <a:moveTo>
                      <a:pt x="7423" y="271"/>
                    </a:moveTo>
                    <a:lnTo>
                      <a:pt x="7423" y="432"/>
                    </a:lnTo>
                    <a:lnTo>
                      <a:pt x="6591" y="432"/>
                    </a:lnTo>
                    <a:lnTo>
                      <a:pt x="6591" y="271"/>
                    </a:lnTo>
                    <a:close/>
                    <a:moveTo>
                      <a:pt x="8356" y="271"/>
                    </a:moveTo>
                    <a:lnTo>
                      <a:pt x="8356" y="432"/>
                    </a:lnTo>
                    <a:lnTo>
                      <a:pt x="7513" y="432"/>
                    </a:lnTo>
                    <a:lnTo>
                      <a:pt x="7513" y="271"/>
                    </a:lnTo>
                    <a:close/>
                    <a:moveTo>
                      <a:pt x="9279" y="271"/>
                    </a:moveTo>
                    <a:lnTo>
                      <a:pt x="9279" y="432"/>
                    </a:lnTo>
                    <a:lnTo>
                      <a:pt x="8446" y="432"/>
                    </a:lnTo>
                    <a:lnTo>
                      <a:pt x="8446" y="271"/>
                    </a:lnTo>
                    <a:close/>
                    <a:moveTo>
                      <a:pt x="10212" y="271"/>
                    </a:moveTo>
                    <a:lnTo>
                      <a:pt x="10212" y="432"/>
                    </a:lnTo>
                    <a:lnTo>
                      <a:pt x="9369" y="432"/>
                    </a:lnTo>
                    <a:lnTo>
                      <a:pt x="9369" y="271"/>
                    </a:lnTo>
                    <a:close/>
                    <a:moveTo>
                      <a:pt x="11135" y="271"/>
                    </a:moveTo>
                    <a:lnTo>
                      <a:pt x="11135" y="432"/>
                    </a:lnTo>
                    <a:lnTo>
                      <a:pt x="10302" y="432"/>
                    </a:lnTo>
                    <a:lnTo>
                      <a:pt x="10302" y="271"/>
                    </a:lnTo>
                    <a:close/>
                    <a:moveTo>
                      <a:pt x="12067" y="271"/>
                    </a:moveTo>
                    <a:lnTo>
                      <a:pt x="12067" y="432"/>
                    </a:lnTo>
                    <a:lnTo>
                      <a:pt x="11225" y="432"/>
                    </a:lnTo>
                    <a:lnTo>
                      <a:pt x="11225" y="271"/>
                    </a:lnTo>
                    <a:close/>
                    <a:moveTo>
                      <a:pt x="12930" y="271"/>
                    </a:moveTo>
                    <a:lnTo>
                      <a:pt x="12930" y="432"/>
                    </a:lnTo>
                    <a:lnTo>
                      <a:pt x="12158" y="432"/>
                    </a:lnTo>
                    <a:lnTo>
                      <a:pt x="12158" y="271"/>
                    </a:lnTo>
                    <a:close/>
                    <a:moveTo>
                      <a:pt x="923" y="482"/>
                    </a:moveTo>
                    <a:lnTo>
                      <a:pt x="923" y="582"/>
                    </a:lnTo>
                    <a:lnTo>
                      <a:pt x="91" y="582"/>
                    </a:lnTo>
                    <a:lnTo>
                      <a:pt x="91" y="482"/>
                    </a:lnTo>
                    <a:close/>
                    <a:moveTo>
                      <a:pt x="1856" y="482"/>
                    </a:moveTo>
                    <a:lnTo>
                      <a:pt x="1856" y="582"/>
                    </a:lnTo>
                    <a:lnTo>
                      <a:pt x="1014" y="582"/>
                    </a:lnTo>
                    <a:lnTo>
                      <a:pt x="1024" y="482"/>
                    </a:lnTo>
                    <a:close/>
                    <a:moveTo>
                      <a:pt x="2779" y="482"/>
                    </a:moveTo>
                    <a:lnTo>
                      <a:pt x="2779" y="582"/>
                    </a:lnTo>
                    <a:lnTo>
                      <a:pt x="1947" y="582"/>
                    </a:lnTo>
                    <a:lnTo>
                      <a:pt x="1947" y="482"/>
                    </a:lnTo>
                    <a:close/>
                    <a:moveTo>
                      <a:pt x="3712" y="482"/>
                    </a:moveTo>
                    <a:lnTo>
                      <a:pt x="3712" y="582"/>
                    </a:lnTo>
                    <a:lnTo>
                      <a:pt x="2869" y="582"/>
                    </a:lnTo>
                    <a:lnTo>
                      <a:pt x="2869" y="482"/>
                    </a:lnTo>
                    <a:close/>
                    <a:moveTo>
                      <a:pt x="4645" y="482"/>
                    </a:moveTo>
                    <a:lnTo>
                      <a:pt x="4645" y="582"/>
                    </a:lnTo>
                    <a:lnTo>
                      <a:pt x="3802" y="582"/>
                    </a:lnTo>
                    <a:lnTo>
                      <a:pt x="3802" y="482"/>
                    </a:lnTo>
                    <a:close/>
                    <a:moveTo>
                      <a:pt x="5568" y="482"/>
                    </a:moveTo>
                    <a:lnTo>
                      <a:pt x="5568" y="582"/>
                    </a:lnTo>
                    <a:lnTo>
                      <a:pt x="4735" y="582"/>
                    </a:lnTo>
                    <a:lnTo>
                      <a:pt x="4735" y="482"/>
                    </a:lnTo>
                    <a:close/>
                    <a:moveTo>
                      <a:pt x="6500" y="482"/>
                    </a:moveTo>
                    <a:lnTo>
                      <a:pt x="6500" y="582"/>
                    </a:lnTo>
                    <a:lnTo>
                      <a:pt x="5658" y="582"/>
                    </a:lnTo>
                    <a:lnTo>
                      <a:pt x="5658" y="482"/>
                    </a:lnTo>
                    <a:close/>
                    <a:moveTo>
                      <a:pt x="7423" y="482"/>
                    </a:moveTo>
                    <a:lnTo>
                      <a:pt x="7423" y="582"/>
                    </a:lnTo>
                    <a:lnTo>
                      <a:pt x="6591" y="582"/>
                    </a:lnTo>
                    <a:lnTo>
                      <a:pt x="6591" y="482"/>
                    </a:lnTo>
                    <a:close/>
                    <a:moveTo>
                      <a:pt x="8356" y="482"/>
                    </a:moveTo>
                    <a:lnTo>
                      <a:pt x="8356" y="582"/>
                    </a:lnTo>
                    <a:lnTo>
                      <a:pt x="7513" y="582"/>
                    </a:lnTo>
                    <a:lnTo>
                      <a:pt x="7513" y="482"/>
                    </a:lnTo>
                    <a:close/>
                    <a:moveTo>
                      <a:pt x="9279" y="482"/>
                    </a:moveTo>
                    <a:lnTo>
                      <a:pt x="9279" y="582"/>
                    </a:lnTo>
                    <a:lnTo>
                      <a:pt x="8446" y="582"/>
                    </a:lnTo>
                    <a:lnTo>
                      <a:pt x="8446" y="482"/>
                    </a:lnTo>
                    <a:close/>
                    <a:moveTo>
                      <a:pt x="10212" y="482"/>
                    </a:moveTo>
                    <a:lnTo>
                      <a:pt x="10212" y="582"/>
                    </a:lnTo>
                    <a:lnTo>
                      <a:pt x="9369" y="582"/>
                    </a:lnTo>
                    <a:lnTo>
                      <a:pt x="9369" y="482"/>
                    </a:lnTo>
                    <a:close/>
                    <a:moveTo>
                      <a:pt x="11135" y="482"/>
                    </a:moveTo>
                    <a:lnTo>
                      <a:pt x="11135" y="582"/>
                    </a:lnTo>
                    <a:lnTo>
                      <a:pt x="10302" y="582"/>
                    </a:lnTo>
                    <a:lnTo>
                      <a:pt x="10302" y="482"/>
                    </a:lnTo>
                    <a:close/>
                    <a:moveTo>
                      <a:pt x="12067" y="482"/>
                    </a:moveTo>
                    <a:lnTo>
                      <a:pt x="12067" y="582"/>
                    </a:lnTo>
                    <a:lnTo>
                      <a:pt x="11235" y="582"/>
                    </a:lnTo>
                    <a:lnTo>
                      <a:pt x="11235" y="482"/>
                    </a:lnTo>
                    <a:close/>
                    <a:moveTo>
                      <a:pt x="12930" y="482"/>
                    </a:moveTo>
                    <a:lnTo>
                      <a:pt x="12930" y="582"/>
                    </a:lnTo>
                    <a:lnTo>
                      <a:pt x="12158" y="582"/>
                    </a:lnTo>
                    <a:lnTo>
                      <a:pt x="12158" y="482"/>
                    </a:lnTo>
                    <a:close/>
                    <a:moveTo>
                      <a:pt x="1" y="1"/>
                    </a:moveTo>
                    <a:lnTo>
                      <a:pt x="1" y="653"/>
                    </a:lnTo>
                    <a:lnTo>
                      <a:pt x="13020" y="653"/>
                    </a:lnTo>
                    <a:lnTo>
                      <a:pt x="13020" y="582"/>
                    </a:lnTo>
                    <a:lnTo>
                      <a:pt x="13020" y="482"/>
                    </a:lnTo>
                    <a:lnTo>
                      <a:pt x="13020" y="432"/>
                    </a:lnTo>
                    <a:lnTo>
                      <a:pt x="13020" y="271"/>
                    </a:lnTo>
                    <a:lnTo>
                      <a:pt x="13020" y="221"/>
                    </a:lnTo>
                    <a:lnTo>
                      <a:pt x="13020" y="71"/>
                    </a:lnTo>
                    <a:lnTo>
                      <a:pt x="13020" y="11"/>
                    </a:lnTo>
                    <a:lnTo>
                      <a:pt x="12158" y="11"/>
                    </a:lnTo>
                    <a:lnTo>
                      <a:pt x="12158" y="1"/>
                    </a:lnTo>
                    <a:lnTo>
                      <a:pt x="12067" y="1"/>
                    </a:lnTo>
                    <a:lnTo>
                      <a:pt x="12067" y="11"/>
                    </a:lnTo>
                    <a:lnTo>
                      <a:pt x="11225" y="11"/>
                    </a:lnTo>
                    <a:lnTo>
                      <a:pt x="11225" y="1"/>
                    </a:lnTo>
                    <a:lnTo>
                      <a:pt x="11135" y="1"/>
                    </a:lnTo>
                    <a:lnTo>
                      <a:pt x="11135" y="11"/>
                    </a:lnTo>
                    <a:lnTo>
                      <a:pt x="10302" y="11"/>
                    </a:lnTo>
                    <a:lnTo>
                      <a:pt x="10302" y="1"/>
                    </a:lnTo>
                    <a:lnTo>
                      <a:pt x="10212" y="1"/>
                    </a:lnTo>
                    <a:lnTo>
                      <a:pt x="10212" y="11"/>
                    </a:lnTo>
                    <a:lnTo>
                      <a:pt x="9369" y="11"/>
                    </a:lnTo>
                    <a:lnTo>
                      <a:pt x="9369" y="1"/>
                    </a:lnTo>
                    <a:lnTo>
                      <a:pt x="9279" y="1"/>
                    </a:lnTo>
                    <a:lnTo>
                      <a:pt x="9279" y="11"/>
                    </a:lnTo>
                    <a:lnTo>
                      <a:pt x="8446" y="11"/>
                    </a:lnTo>
                    <a:lnTo>
                      <a:pt x="8446" y="1"/>
                    </a:lnTo>
                    <a:lnTo>
                      <a:pt x="8356" y="1"/>
                    </a:lnTo>
                    <a:lnTo>
                      <a:pt x="8356" y="11"/>
                    </a:lnTo>
                    <a:lnTo>
                      <a:pt x="7513" y="11"/>
                    </a:lnTo>
                    <a:lnTo>
                      <a:pt x="7513" y="1"/>
                    </a:lnTo>
                    <a:lnTo>
                      <a:pt x="7423" y="1"/>
                    </a:lnTo>
                    <a:lnTo>
                      <a:pt x="7423" y="11"/>
                    </a:lnTo>
                    <a:lnTo>
                      <a:pt x="6591" y="11"/>
                    </a:lnTo>
                    <a:lnTo>
                      <a:pt x="6591" y="1"/>
                    </a:lnTo>
                    <a:lnTo>
                      <a:pt x="6500" y="1"/>
                    </a:lnTo>
                    <a:lnTo>
                      <a:pt x="6500" y="11"/>
                    </a:lnTo>
                    <a:lnTo>
                      <a:pt x="5658" y="11"/>
                    </a:lnTo>
                    <a:lnTo>
                      <a:pt x="5658" y="1"/>
                    </a:lnTo>
                    <a:lnTo>
                      <a:pt x="5578" y="1"/>
                    </a:lnTo>
                    <a:lnTo>
                      <a:pt x="5578" y="11"/>
                    </a:lnTo>
                    <a:lnTo>
                      <a:pt x="4735" y="11"/>
                    </a:lnTo>
                    <a:lnTo>
                      <a:pt x="4735" y="1"/>
                    </a:lnTo>
                    <a:lnTo>
                      <a:pt x="4645" y="1"/>
                    </a:lnTo>
                    <a:lnTo>
                      <a:pt x="4645" y="11"/>
                    </a:lnTo>
                    <a:lnTo>
                      <a:pt x="3802" y="11"/>
                    </a:lnTo>
                    <a:lnTo>
                      <a:pt x="3802" y="1"/>
                    </a:lnTo>
                    <a:lnTo>
                      <a:pt x="3712" y="1"/>
                    </a:lnTo>
                    <a:lnTo>
                      <a:pt x="3712" y="11"/>
                    </a:lnTo>
                    <a:lnTo>
                      <a:pt x="2879" y="11"/>
                    </a:lnTo>
                    <a:lnTo>
                      <a:pt x="2879" y="1"/>
                    </a:lnTo>
                    <a:lnTo>
                      <a:pt x="2789" y="1"/>
                    </a:lnTo>
                    <a:lnTo>
                      <a:pt x="2789" y="11"/>
                    </a:lnTo>
                    <a:lnTo>
                      <a:pt x="1947" y="11"/>
                    </a:lnTo>
                    <a:lnTo>
                      <a:pt x="1947" y="1"/>
                    </a:lnTo>
                    <a:lnTo>
                      <a:pt x="1856" y="1"/>
                    </a:lnTo>
                    <a:lnTo>
                      <a:pt x="1856" y="11"/>
                    </a:lnTo>
                    <a:lnTo>
                      <a:pt x="1014" y="11"/>
                    </a:lnTo>
                    <a:lnTo>
                      <a:pt x="1014" y="1"/>
                    </a:lnTo>
                    <a:lnTo>
                      <a:pt x="923" y="1"/>
                    </a:lnTo>
                    <a:lnTo>
                      <a:pt x="923" y="11"/>
                    </a:lnTo>
                    <a:lnTo>
                      <a:pt x="91" y="11"/>
                    </a:lnTo>
                    <a:lnTo>
                      <a:pt x="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7" name="Google Shape;3657;p54"/>
              <p:cNvSpPr/>
              <p:nvPr/>
            </p:nvSpPr>
            <p:spPr>
              <a:xfrm>
                <a:off x="3208785" y="2001780"/>
                <a:ext cx="565688" cy="153916"/>
              </a:xfrm>
              <a:custGeom>
                <a:avLst/>
                <a:gdLst/>
                <a:ahLst/>
                <a:cxnLst/>
                <a:rect l="l" t="t" r="r" b="b"/>
                <a:pathLst>
                  <a:path w="3793" h="1034" extrusionOk="0">
                    <a:moveTo>
                      <a:pt x="281" y="0"/>
                    </a:moveTo>
                    <a:lnTo>
                      <a:pt x="3792" y="0"/>
                    </a:lnTo>
                    <a:lnTo>
                      <a:pt x="3531" y="1033"/>
                    </a:lnTo>
                    <a:lnTo>
                      <a:pt x="1" y="10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8" name="Google Shape;3658;p54"/>
              <p:cNvSpPr/>
              <p:nvPr/>
            </p:nvSpPr>
            <p:spPr>
              <a:xfrm>
                <a:off x="2245336" y="2552692"/>
                <a:ext cx="588059" cy="197233"/>
              </a:xfrm>
              <a:custGeom>
                <a:avLst/>
                <a:gdLst/>
                <a:ahLst/>
                <a:cxnLst/>
                <a:rect l="l" t="t" r="r" b="b"/>
                <a:pathLst>
                  <a:path w="3943" h="1325" extrusionOk="0">
                    <a:moveTo>
                      <a:pt x="1" y="1"/>
                    </a:moveTo>
                    <a:lnTo>
                      <a:pt x="3943" y="1"/>
                    </a:lnTo>
                    <a:lnTo>
                      <a:pt x="3943" y="1325"/>
                    </a:lnTo>
                    <a:lnTo>
                      <a:pt x="1" y="132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9" name="Google Shape;3659;p54"/>
              <p:cNvSpPr/>
              <p:nvPr/>
            </p:nvSpPr>
            <p:spPr>
              <a:xfrm>
                <a:off x="2134673" y="2645280"/>
                <a:ext cx="631459" cy="97202"/>
              </a:xfrm>
              <a:custGeom>
                <a:avLst/>
                <a:gdLst/>
                <a:ahLst/>
                <a:cxnLst/>
                <a:rect l="l" t="t" r="r" b="b"/>
                <a:pathLst>
                  <a:path w="4234" h="653" extrusionOk="0">
                    <a:moveTo>
                      <a:pt x="823" y="71"/>
                    </a:moveTo>
                    <a:lnTo>
                      <a:pt x="823" y="211"/>
                    </a:lnTo>
                    <a:lnTo>
                      <a:pt x="91" y="211"/>
                    </a:lnTo>
                    <a:lnTo>
                      <a:pt x="91" y="71"/>
                    </a:lnTo>
                    <a:close/>
                    <a:moveTo>
                      <a:pt x="1646" y="71"/>
                    </a:moveTo>
                    <a:lnTo>
                      <a:pt x="1646" y="211"/>
                    </a:lnTo>
                    <a:lnTo>
                      <a:pt x="913" y="211"/>
                    </a:lnTo>
                    <a:lnTo>
                      <a:pt x="913" y="71"/>
                    </a:lnTo>
                    <a:close/>
                    <a:moveTo>
                      <a:pt x="2468" y="71"/>
                    </a:moveTo>
                    <a:lnTo>
                      <a:pt x="2468" y="211"/>
                    </a:lnTo>
                    <a:lnTo>
                      <a:pt x="1736" y="211"/>
                    </a:lnTo>
                    <a:lnTo>
                      <a:pt x="1736" y="71"/>
                    </a:lnTo>
                    <a:close/>
                    <a:moveTo>
                      <a:pt x="3281" y="71"/>
                    </a:moveTo>
                    <a:lnTo>
                      <a:pt x="3281" y="211"/>
                    </a:lnTo>
                    <a:lnTo>
                      <a:pt x="2558" y="211"/>
                    </a:lnTo>
                    <a:lnTo>
                      <a:pt x="2558" y="71"/>
                    </a:lnTo>
                    <a:close/>
                    <a:moveTo>
                      <a:pt x="4143" y="71"/>
                    </a:moveTo>
                    <a:lnTo>
                      <a:pt x="4143" y="211"/>
                    </a:lnTo>
                    <a:lnTo>
                      <a:pt x="3371" y="211"/>
                    </a:lnTo>
                    <a:lnTo>
                      <a:pt x="3371" y="71"/>
                    </a:lnTo>
                    <a:close/>
                    <a:moveTo>
                      <a:pt x="823" y="271"/>
                    </a:moveTo>
                    <a:lnTo>
                      <a:pt x="823" y="422"/>
                    </a:lnTo>
                    <a:lnTo>
                      <a:pt x="91" y="422"/>
                    </a:lnTo>
                    <a:lnTo>
                      <a:pt x="91" y="271"/>
                    </a:lnTo>
                    <a:close/>
                    <a:moveTo>
                      <a:pt x="1646" y="271"/>
                    </a:moveTo>
                    <a:lnTo>
                      <a:pt x="1646" y="422"/>
                    </a:lnTo>
                    <a:lnTo>
                      <a:pt x="913" y="422"/>
                    </a:lnTo>
                    <a:lnTo>
                      <a:pt x="913" y="271"/>
                    </a:lnTo>
                    <a:close/>
                    <a:moveTo>
                      <a:pt x="2468" y="271"/>
                    </a:moveTo>
                    <a:lnTo>
                      <a:pt x="2468" y="422"/>
                    </a:lnTo>
                    <a:lnTo>
                      <a:pt x="1736" y="422"/>
                    </a:lnTo>
                    <a:lnTo>
                      <a:pt x="1736" y="271"/>
                    </a:lnTo>
                    <a:close/>
                    <a:moveTo>
                      <a:pt x="3281" y="271"/>
                    </a:moveTo>
                    <a:lnTo>
                      <a:pt x="3281" y="422"/>
                    </a:lnTo>
                    <a:lnTo>
                      <a:pt x="2558" y="422"/>
                    </a:lnTo>
                    <a:lnTo>
                      <a:pt x="2558" y="271"/>
                    </a:lnTo>
                    <a:close/>
                    <a:moveTo>
                      <a:pt x="4143" y="271"/>
                    </a:moveTo>
                    <a:lnTo>
                      <a:pt x="4143" y="422"/>
                    </a:lnTo>
                    <a:lnTo>
                      <a:pt x="3371" y="422"/>
                    </a:lnTo>
                    <a:lnTo>
                      <a:pt x="3371" y="271"/>
                    </a:lnTo>
                    <a:close/>
                    <a:moveTo>
                      <a:pt x="813" y="482"/>
                    </a:moveTo>
                    <a:lnTo>
                      <a:pt x="813" y="582"/>
                    </a:lnTo>
                    <a:lnTo>
                      <a:pt x="91" y="582"/>
                    </a:lnTo>
                    <a:lnTo>
                      <a:pt x="91" y="482"/>
                    </a:lnTo>
                    <a:close/>
                    <a:moveTo>
                      <a:pt x="1636" y="482"/>
                    </a:moveTo>
                    <a:lnTo>
                      <a:pt x="1636" y="582"/>
                    </a:lnTo>
                    <a:lnTo>
                      <a:pt x="903" y="582"/>
                    </a:lnTo>
                    <a:lnTo>
                      <a:pt x="903" y="482"/>
                    </a:lnTo>
                    <a:close/>
                    <a:moveTo>
                      <a:pt x="2458" y="482"/>
                    </a:moveTo>
                    <a:lnTo>
                      <a:pt x="2458" y="582"/>
                    </a:lnTo>
                    <a:lnTo>
                      <a:pt x="1726" y="582"/>
                    </a:lnTo>
                    <a:lnTo>
                      <a:pt x="1726" y="482"/>
                    </a:lnTo>
                    <a:close/>
                    <a:moveTo>
                      <a:pt x="3281" y="482"/>
                    </a:moveTo>
                    <a:lnTo>
                      <a:pt x="3281" y="582"/>
                    </a:lnTo>
                    <a:lnTo>
                      <a:pt x="2548" y="582"/>
                    </a:lnTo>
                    <a:lnTo>
                      <a:pt x="2548" y="482"/>
                    </a:lnTo>
                    <a:close/>
                    <a:moveTo>
                      <a:pt x="4133" y="482"/>
                    </a:moveTo>
                    <a:lnTo>
                      <a:pt x="4133" y="582"/>
                    </a:lnTo>
                    <a:lnTo>
                      <a:pt x="3371" y="582"/>
                    </a:lnTo>
                    <a:lnTo>
                      <a:pt x="3371" y="482"/>
                    </a:lnTo>
                    <a:close/>
                    <a:moveTo>
                      <a:pt x="1" y="0"/>
                    </a:moveTo>
                    <a:lnTo>
                      <a:pt x="1" y="652"/>
                    </a:lnTo>
                    <a:lnTo>
                      <a:pt x="4223" y="652"/>
                    </a:lnTo>
                    <a:lnTo>
                      <a:pt x="4234" y="642"/>
                    </a:lnTo>
                    <a:lnTo>
                      <a:pt x="4234" y="582"/>
                    </a:lnTo>
                    <a:lnTo>
                      <a:pt x="4234" y="482"/>
                    </a:lnTo>
                    <a:lnTo>
                      <a:pt x="4234" y="432"/>
                    </a:lnTo>
                    <a:lnTo>
                      <a:pt x="4234" y="271"/>
                    </a:lnTo>
                    <a:lnTo>
                      <a:pt x="4234" y="211"/>
                    </a:lnTo>
                    <a:lnTo>
                      <a:pt x="4234" y="71"/>
                    </a:lnTo>
                    <a:lnTo>
                      <a:pt x="4234" y="10"/>
                    </a:lnTo>
                    <a:lnTo>
                      <a:pt x="4234" y="0"/>
                    </a:lnTo>
                    <a:lnTo>
                      <a:pt x="4143" y="0"/>
                    </a:lnTo>
                    <a:lnTo>
                      <a:pt x="4143" y="10"/>
                    </a:lnTo>
                    <a:lnTo>
                      <a:pt x="3371" y="10"/>
                    </a:lnTo>
                    <a:lnTo>
                      <a:pt x="3371" y="0"/>
                    </a:lnTo>
                    <a:lnTo>
                      <a:pt x="3281" y="0"/>
                    </a:lnTo>
                    <a:lnTo>
                      <a:pt x="3281" y="10"/>
                    </a:lnTo>
                    <a:lnTo>
                      <a:pt x="2548" y="10"/>
                    </a:lnTo>
                    <a:lnTo>
                      <a:pt x="2548" y="0"/>
                    </a:lnTo>
                    <a:lnTo>
                      <a:pt x="2458" y="0"/>
                    </a:lnTo>
                    <a:lnTo>
                      <a:pt x="2458" y="10"/>
                    </a:lnTo>
                    <a:lnTo>
                      <a:pt x="1726" y="10"/>
                    </a:lnTo>
                    <a:lnTo>
                      <a:pt x="1726" y="0"/>
                    </a:lnTo>
                    <a:lnTo>
                      <a:pt x="1636" y="0"/>
                    </a:lnTo>
                    <a:lnTo>
                      <a:pt x="1636" y="10"/>
                    </a:lnTo>
                    <a:lnTo>
                      <a:pt x="913" y="10"/>
                    </a:lnTo>
                    <a:lnTo>
                      <a:pt x="913" y="0"/>
                    </a:lnTo>
                    <a:lnTo>
                      <a:pt x="823" y="0"/>
                    </a:lnTo>
                    <a:lnTo>
                      <a:pt x="823" y="10"/>
                    </a:lnTo>
                    <a:lnTo>
                      <a:pt x="91" y="10"/>
                    </a:lnTo>
                    <a:lnTo>
                      <a:pt x="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0" name="Google Shape;3660;p54"/>
              <p:cNvSpPr/>
              <p:nvPr/>
            </p:nvSpPr>
            <p:spPr>
              <a:xfrm>
                <a:off x="4327789" y="1930032"/>
                <a:ext cx="109320" cy="40489"/>
              </a:xfrm>
              <a:custGeom>
                <a:avLst/>
                <a:gdLst/>
                <a:ahLst/>
                <a:cxnLst/>
                <a:rect l="l" t="t" r="r" b="b"/>
                <a:pathLst>
                  <a:path w="733" h="272" extrusionOk="0">
                    <a:moveTo>
                      <a:pt x="0" y="1"/>
                    </a:moveTo>
                    <a:lnTo>
                      <a:pt x="733" y="1"/>
                    </a:lnTo>
                    <a:lnTo>
                      <a:pt x="713" y="111"/>
                    </a:lnTo>
                    <a:lnTo>
                      <a:pt x="30" y="27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1" name="Google Shape;3661;p54"/>
              <p:cNvSpPr/>
              <p:nvPr/>
            </p:nvSpPr>
            <p:spPr>
              <a:xfrm>
                <a:off x="4385357" y="1115944"/>
                <a:ext cx="21029" cy="823168"/>
              </a:xfrm>
              <a:custGeom>
                <a:avLst/>
                <a:gdLst/>
                <a:ahLst/>
                <a:cxnLst/>
                <a:rect l="l" t="t" r="r" b="b"/>
                <a:pathLst>
                  <a:path w="141" h="5530" extrusionOk="0">
                    <a:moveTo>
                      <a:pt x="71" y="1"/>
                    </a:moveTo>
                    <a:cubicBezTo>
                      <a:pt x="36" y="1"/>
                      <a:pt x="1" y="18"/>
                      <a:pt x="6" y="53"/>
                    </a:cubicBezTo>
                    <a:lnTo>
                      <a:pt x="6" y="5460"/>
                    </a:lnTo>
                    <a:cubicBezTo>
                      <a:pt x="6" y="5500"/>
                      <a:pt x="36" y="5530"/>
                      <a:pt x="66" y="5530"/>
                    </a:cubicBezTo>
                    <a:cubicBezTo>
                      <a:pt x="106" y="5530"/>
                      <a:pt x="136" y="5500"/>
                      <a:pt x="136" y="5460"/>
                    </a:cubicBezTo>
                    <a:lnTo>
                      <a:pt x="136" y="53"/>
                    </a:lnTo>
                    <a:cubicBezTo>
                      <a:pt x="141" y="18"/>
                      <a:pt x="106" y="1"/>
                      <a:pt x="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2" name="Google Shape;3662;p54"/>
              <p:cNvSpPr/>
              <p:nvPr/>
            </p:nvSpPr>
            <p:spPr>
              <a:xfrm>
                <a:off x="3478134" y="1953997"/>
                <a:ext cx="163159" cy="47931"/>
              </a:xfrm>
              <a:custGeom>
                <a:avLst/>
                <a:gdLst/>
                <a:ahLst/>
                <a:cxnLst/>
                <a:rect l="l" t="t" r="r" b="b"/>
                <a:pathLst>
                  <a:path w="1094" h="322" extrusionOk="0">
                    <a:moveTo>
                      <a:pt x="120" y="0"/>
                    </a:moveTo>
                    <a:lnTo>
                      <a:pt x="983" y="0"/>
                    </a:lnTo>
                    <a:lnTo>
                      <a:pt x="1093" y="321"/>
                    </a:lnTo>
                    <a:lnTo>
                      <a:pt x="0" y="32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54"/>
              <p:cNvSpPr/>
              <p:nvPr/>
            </p:nvSpPr>
            <p:spPr>
              <a:xfrm>
                <a:off x="3557327" y="2009223"/>
                <a:ext cx="217148" cy="219561"/>
              </a:xfrm>
              <a:custGeom>
                <a:avLst/>
                <a:gdLst/>
                <a:ahLst/>
                <a:cxnLst/>
                <a:rect l="l" t="t" r="r" b="b"/>
                <a:pathLst>
                  <a:path w="1456" h="1475" extrusionOk="0">
                    <a:moveTo>
                      <a:pt x="1" y="0"/>
                    </a:moveTo>
                    <a:lnTo>
                      <a:pt x="1455" y="0"/>
                    </a:lnTo>
                    <a:lnTo>
                      <a:pt x="1455" y="1475"/>
                    </a:lnTo>
                    <a:lnTo>
                      <a:pt x="1" y="147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54"/>
              <p:cNvSpPr/>
              <p:nvPr/>
            </p:nvSpPr>
            <p:spPr>
              <a:xfrm>
                <a:off x="6643498" y="2306337"/>
                <a:ext cx="923177" cy="313637"/>
              </a:xfrm>
              <a:custGeom>
                <a:avLst/>
                <a:gdLst/>
                <a:ahLst/>
                <a:cxnLst/>
                <a:rect l="l" t="t" r="r" b="b"/>
                <a:pathLst>
                  <a:path w="6190" h="2107" extrusionOk="0">
                    <a:moveTo>
                      <a:pt x="231" y="1"/>
                    </a:moveTo>
                    <a:lnTo>
                      <a:pt x="5818" y="171"/>
                    </a:lnTo>
                    <a:lnTo>
                      <a:pt x="6190" y="2017"/>
                    </a:lnTo>
                    <a:lnTo>
                      <a:pt x="1" y="210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54"/>
              <p:cNvSpPr/>
              <p:nvPr/>
            </p:nvSpPr>
            <p:spPr>
              <a:xfrm>
                <a:off x="7051845" y="2331791"/>
                <a:ext cx="514831" cy="282229"/>
              </a:xfrm>
              <a:custGeom>
                <a:avLst/>
                <a:gdLst/>
                <a:ahLst/>
                <a:cxnLst/>
                <a:rect l="l" t="t" r="r" b="b"/>
                <a:pathLst>
                  <a:path w="3452" h="1896" extrusionOk="0">
                    <a:moveTo>
                      <a:pt x="3070" y="0"/>
                    </a:moveTo>
                    <a:lnTo>
                      <a:pt x="3080" y="0"/>
                    </a:lnTo>
                    <a:lnTo>
                      <a:pt x="3452" y="1846"/>
                    </a:lnTo>
                    <a:lnTo>
                      <a:pt x="1" y="189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54"/>
              <p:cNvSpPr/>
              <p:nvPr/>
            </p:nvSpPr>
            <p:spPr>
              <a:xfrm>
                <a:off x="4781028" y="1615055"/>
                <a:ext cx="1029364" cy="583958"/>
              </a:xfrm>
              <a:custGeom>
                <a:avLst/>
                <a:gdLst/>
                <a:ahLst/>
                <a:cxnLst/>
                <a:rect l="l" t="t" r="r" b="b"/>
                <a:pathLst>
                  <a:path w="6902" h="3923" extrusionOk="0">
                    <a:moveTo>
                      <a:pt x="1" y="3922"/>
                    </a:moveTo>
                    <a:lnTo>
                      <a:pt x="713" y="2348"/>
                    </a:lnTo>
                    <a:lnTo>
                      <a:pt x="2368" y="2317"/>
                    </a:lnTo>
                    <a:lnTo>
                      <a:pt x="3261" y="0"/>
                    </a:lnTo>
                    <a:lnTo>
                      <a:pt x="4003" y="0"/>
                    </a:lnTo>
                    <a:lnTo>
                      <a:pt x="4886" y="2388"/>
                    </a:lnTo>
                    <a:lnTo>
                      <a:pt x="6280" y="2388"/>
                    </a:lnTo>
                    <a:lnTo>
                      <a:pt x="6902" y="384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54"/>
              <p:cNvSpPr/>
              <p:nvPr/>
            </p:nvSpPr>
            <p:spPr>
              <a:xfrm>
                <a:off x="4800565" y="1615055"/>
                <a:ext cx="626835" cy="542130"/>
              </a:xfrm>
              <a:custGeom>
                <a:avLst/>
                <a:gdLst/>
                <a:ahLst/>
                <a:cxnLst/>
                <a:rect l="l" t="t" r="r" b="b"/>
                <a:pathLst>
                  <a:path w="4203" h="3642" extrusionOk="0">
                    <a:moveTo>
                      <a:pt x="0" y="3641"/>
                    </a:moveTo>
                    <a:lnTo>
                      <a:pt x="582" y="2348"/>
                    </a:lnTo>
                    <a:lnTo>
                      <a:pt x="2237" y="2317"/>
                    </a:lnTo>
                    <a:lnTo>
                      <a:pt x="3130" y="0"/>
                    </a:lnTo>
                    <a:lnTo>
                      <a:pt x="3872" y="0"/>
                    </a:lnTo>
                    <a:lnTo>
                      <a:pt x="4203" y="893"/>
                    </a:lnTo>
                    <a:lnTo>
                      <a:pt x="2999" y="364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54"/>
              <p:cNvSpPr/>
              <p:nvPr/>
            </p:nvSpPr>
            <p:spPr>
              <a:xfrm>
                <a:off x="5001010" y="1577692"/>
                <a:ext cx="507225" cy="39000"/>
              </a:xfrm>
              <a:custGeom>
                <a:avLst/>
                <a:gdLst/>
                <a:ahLst/>
                <a:cxnLst/>
                <a:rect l="l" t="t" r="r" b="b"/>
                <a:pathLst>
                  <a:path w="3401" h="262" extrusionOk="0">
                    <a:moveTo>
                      <a:pt x="80" y="1"/>
                    </a:moveTo>
                    <a:lnTo>
                      <a:pt x="3340" y="1"/>
                    </a:lnTo>
                    <a:cubicBezTo>
                      <a:pt x="3370" y="1"/>
                      <a:pt x="3390" y="21"/>
                      <a:pt x="3400" y="51"/>
                    </a:cubicBezTo>
                    <a:cubicBezTo>
                      <a:pt x="3400" y="81"/>
                      <a:pt x="3380" y="101"/>
                      <a:pt x="3360" y="111"/>
                    </a:cubicBezTo>
                    <a:lnTo>
                      <a:pt x="2658" y="261"/>
                    </a:lnTo>
                    <a:lnTo>
                      <a:pt x="732" y="261"/>
                    </a:lnTo>
                    <a:lnTo>
                      <a:pt x="60" y="111"/>
                    </a:lnTo>
                    <a:cubicBezTo>
                      <a:pt x="0" y="91"/>
                      <a:pt x="10" y="1"/>
                      <a:pt x="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54"/>
              <p:cNvSpPr/>
              <p:nvPr/>
            </p:nvSpPr>
            <p:spPr>
              <a:xfrm>
                <a:off x="5005485" y="1577692"/>
                <a:ext cx="502751" cy="12057"/>
              </a:xfrm>
              <a:custGeom>
                <a:avLst/>
                <a:gdLst/>
                <a:ahLst/>
                <a:cxnLst/>
                <a:rect l="l" t="t" r="r" b="b"/>
                <a:pathLst>
                  <a:path w="3371" h="81" extrusionOk="0">
                    <a:moveTo>
                      <a:pt x="50" y="1"/>
                    </a:moveTo>
                    <a:lnTo>
                      <a:pt x="3310" y="1"/>
                    </a:lnTo>
                    <a:cubicBezTo>
                      <a:pt x="3340" y="1"/>
                      <a:pt x="3360" y="21"/>
                      <a:pt x="3370" y="51"/>
                    </a:cubicBezTo>
                    <a:cubicBezTo>
                      <a:pt x="3370" y="61"/>
                      <a:pt x="3370" y="71"/>
                      <a:pt x="3370" y="81"/>
                    </a:cubicBezTo>
                    <a:lnTo>
                      <a:pt x="0" y="81"/>
                    </a:lnTo>
                    <a:cubicBezTo>
                      <a:pt x="0" y="71"/>
                      <a:pt x="0" y="61"/>
                      <a:pt x="0" y="51"/>
                    </a:cubicBezTo>
                    <a:cubicBezTo>
                      <a:pt x="0" y="21"/>
                      <a:pt x="30"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54"/>
              <p:cNvSpPr/>
              <p:nvPr/>
            </p:nvSpPr>
            <p:spPr>
              <a:xfrm>
                <a:off x="5291238" y="1295463"/>
                <a:ext cx="62937" cy="280889"/>
              </a:xfrm>
              <a:custGeom>
                <a:avLst/>
                <a:gdLst/>
                <a:ahLst/>
                <a:cxnLst/>
                <a:rect l="l" t="t" r="r" b="b"/>
                <a:pathLst>
                  <a:path w="422" h="1887" extrusionOk="0">
                    <a:moveTo>
                      <a:pt x="0" y="1"/>
                    </a:moveTo>
                    <a:lnTo>
                      <a:pt x="421" y="1"/>
                    </a:lnTo>
                    <a:lnTo>
                      <a:pt x="421" y="1887"/>
                    </a:lnTo>
                    <a:lnTo>
                      <a:pt x="0" y="188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54"/>
              <p:cNvSpPr/>
              <p:nvPr/>
            </p:nvSpPr>
            <p:spPr>
              <a:xfrm>
                <a:off x="5291238" y="1296951"/>
                <a:ext cx="24012" cy="279401"/>
              </a:xfrm>
              <a:custGeom>
                <a:avLst/>
                <a:gdLst/>
                <a:ahLst/>
                <a:cxnLst/>
                <a:rect l="l" t="t" r="r" b="b"/>
                <a:pathLst>
                  <a:path w="161" h="1877" extrusionOk="0">
                    <a:moveTo>
                      <a:pt x="161" y="1877"/>
                    </a:moveTo>
                    <a:lnTo>
                      <a:pt x="0" y="1877"/>
                    </a:lnTo>
                    <a:lnTo>
                      <a:pt x="0" y="1"/>
                    </a:lnTo>
                    <a:lnTo>
                      <a:pt x="1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54"/>
              <p:cNvSpPr/>
              <p:nvPr/>
            </p:nvSpPr>
            <p:spPr>
              <a:xfrm>
                <a:off x="5985340" y="2091391"/>
                <a:ext cx="276804" cy="71748"/>
              </a:xfrm>
              <a:custGeom>
                <a:avLst/>
                <a:gdLst/>
                <a:ahLst/>
                <a:cxnLst/>
                <a:rect l="l" t="t" r="r" b="b"/>
                <a:pathLst>
                  <a:path w="1856" h="482" extrusionOk="0">
                    <a:moveTo>
                      <a:pt x="0" y="482"/>
                    </a:moveTo>
                    <a:lnTo>
                      <a:pt x="1856" y="482"/>
                    </a:lnTo>
                    <a:lnTo>
                      <a:pt x="1856" y="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54"/>
              <p:cNvSpPr/>
              <p:nvPr/>
            </p:nvSpPr>
            <p:spPr>
              <a:xfrm>
                <a:off x="7753553" y="2280883"/>
                <a:ext cx="354655" cy="260050"/>
              </a:xfrm>
              <a:custGeom>
                <a:avLst/>
                <a:gdLst/>
                <a:ahLst/>
                <a:cxnLst/>
                <a:rect l="l" t="t" r="r" b="b"/>
                <a:pathLst>
                  <a:path w="2378" h="1747" extrusionOk="0">
                    <a:moveTo>
                      <a:pt x="402" y="1"/>
                    </a:moveTo>
                    <a:lnTo>
                      <a:pt x="1314" y="1"/>
                    </a:lnTo>
                    <a:cubicBezTo>
                      <a:pt x="1756" y="1"/>
                      <a:pt x="2378" y="693"/>
                      <a:pt x="2378" y="914"/>
                    </a:cubicBezTo>
                    <a:lnTo>
                      <a:pt x="2368" y="1345"/>
                    </a:lnTo>
                    <a:cubicBezTo>
                      <a:pt x="2357" y="1566"/>
                      <a:pt x="2187" y="1736"/>
                      <a:pt x="1976" y="1746"/>
                    </a:cubicBezTo>
                    <a:lnTo>
                      <a:pt x="402" y="1746"/>
                    </a:lnTo>
                    <a:cubicBezTo>
                      <a:pt x="181" y="1736"/>
                      <a:pt x="0" y="1566"/>
                      <a:pt x="0" y="1345"/>
                    </a:cubicBezTo>
                    <a:lnTo>
                      <a:pt x="0" y="402"/>
                    </a:lnTo>
                    <a:cubicBezTo>
                      <a:pt x="0" y="182"/>
                      <a:pt x="181" y="1"/>
                      <a:pt x="4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54"/>
              <p:cNvSpPr/>
              <p:nvPr/>
            </p:nvSpPr>
            <p:spPr>
              <a:xfrm>
                <a:off x="7753553" y="2304849"/>
                <a:ext cx="312747" cy="234595"/>
              </a:xfrm>
              <a:custGeom>
                <a:avLst/>
                <a:gdLst/>
                <a:ahLst/>
                <a:cxnLst/>
                <a:rect l="l" t="t" r="r" b="b"/>
                <a:pathLst>
                  <a:path w="2097" h="1576" extrusionOk="0">
                    <a:moveTo>
                      <a:pt x="1996" y="1575"/>
                    </a:moveTo>
                    <a:lnTo>
                      <a:pt x="402" y="1575"/>
                    </a:lnTo>
                    <a:cubicBezTo>
                      <a:pt x="181" y="1575"/>
                      <a:pt x="0" y="1405"/>
                      <a:pt x="0" y="1184"/>
                    </a:cubicBezTo>
                    <a:lnTo>
                      <a:pt x="0" y="241"/>
                    </a:lnTo>
                    <a:cubicBezTo>
                      <a:pt x="0" y="151"/>
                      <a:pt x="30" y="71"/>
                      <a:pt x="91" y="0"/>
                    </a:cubicBezTo>
                    <a:lnTo>
                      <a:pt x="1033" y="0"/>
                    </a:lnTo>
                    <a:cubicBezTo>
                      <a:pt x="1475" y="0"/>
                      <a:pt x="2097" y="693"/>
                      <a:pt x="2097" y="903"/>
                    </a:cubicBezTo>
                    <a:lnTo>
                      <a:pt x="2087" y="1345"/>
                    </a:lnTo>
                    <a:cubicBezTo>
                      <a:pt x="2077" y="1425"/>
                      <a:pt x="2047" y="1515"/>
                      <a:pt x="1996" y="157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54"/>
              <p:cNvSpPr/>
              <p:nvPr/>
            </p:nvSpPr>
            <p:spPr>
              <a:xfrm>
                <a:off x="7802918" y="2304849"/>
                <a:ext cx="263381" cy="218073"/>
              </a:xfrm>
              <a:custGeom>
                <a:avLst/>
                <a:gdLst/>
                <a:ahLst/>
                <a:cxnLst/>
                <a:rect l="l" t="t" r="r" b="b"/>
                <a:pathLst>
                  <a:path w="1766" h="1465" extrusionOk="0">
                    <a:moveTo>
                      <a:pt x="20" y="0"/>
                    </a:moveTo>
                    <a:lnTo>
                      <a:pt x="702" y="0"/>
                    </a:lnTo>
                    <a:cubicBezTo>
                      <a:pt x="1144" y="0"/>
                      <a:pt x="1766" y="693"/>
                      <a:pt x="1766" y="903"/>
                    </a:cubicBezTo>
                    <a:lnTo>
                      <a:pt x="1756" y="1345"/>
                    </a:lnTo>
                    <a:cubicBezTo>
                      <a:pt x="1746" y="1385"/>
                      <a:pt x="1746" y="1425"/>
                      <a:pt x="1726" y="1465"/>
                    </a:cubicBezTo>
                    <a:lnTo>
                      <a:pt x="392" y="1465"/>
                    </a:lnTo>
                    <a:cubicBezTo>
                      <a:pt x="171" y="1465"/>
                      <a:pt x="0" y="1294"/>
                      <a:pt x="0" y="1074"/>
                    </a:cubicBezTo>
                    <a:lnTo>
                      <a:pt x="0" y="131"/>
                    </a:lnTo>
                    <a:cubicBezTo>
                      <a:pt x="0" y="81"/>
                      <a:pt x="10" y="41"/>
                      <a:pt x="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54"/>
              <p:cNvSpPr/>
              <p:nvPr/>
            </p:nvSpPr>
            <p:spPr>
              <a:xfrm>
                <a:off x="1235653" y="2076356"/>
                <a:ext cx="8215824" cy="1167767"/>
              </a:xfrm>
              <a:custGeom>
                <a:avLst/>
                <a:gdLst/>
                <a:ahLst/>
                <a:cxnLst/>
                <a:rect l="l" t="t" r="r" b="b"/>
                <a:pathLst>
                  <a:path w="55088" h="7845" extrusionOk="0">
                    <a:moveTo>
                      <a:pt x="55088" y="2448"/>
                    </a:moveTo>
                    <a:lnTo>
                      <a:pt x="50233" y="7664"/>
                    </a:lnTo>
                    <a:cubicBezTo>
                      <a:pt x="50123" y="7784"/>
                      <a:pt x="49972" y="7845"/>
                      <a:pt x="49812" y="7845"/>
                    </a:cubicBezTo>
                    <a:lnTo>
                      <a:pt x="7684" y="7754"/>
                    </a:lnTo>
                    <a:lnTo>
                      <a:pt x="7353" y="7022"/>
                    </a:lnTo>
                    <a:lnTo>
                      <a:pt x="1936" y="6741"/>
                    </a:lnTo>
                    <a:lnTo>
                      <a:pt x="1986" y="5136"/>
                    </a:lnTo>
                    <a:lnTo>
                      <a:pt x="1003" y="5066"/>
                    </a:lnTo>
                    <a:lnTo>
                      <a:pt x="391" y="3913"/>
                    </a:lnTo>
                    <a:lnTo>
                      <a:pt x="3230" y="3913"/>
                    </a:lnTo>
                    <a:cubicBezTo>
                      <a:pt x="3280" y="3913"/>
                      <a:pt x="3330" y="3873"/>
                      <a:pt x="3340" y="3822"/>
                    </a:cubicBezTo>
                    <a:lnTo>
                      <a:pt x="3421" y="3501"/>
                    </a:lnTo>
                    <a:cubicBezTo>
                      <a:pt x="3431" y="3431"/>
                      <a:pt x="3381" y="3361"/>
                      <a:pt x="3300" y="3361"/>
                    </a:cubicBezTo>
                    <a:lnTo>
                      <a:pt x="91" y="3361"/>
                    </a:lnTo>
                    <a:lnTo>
                      <a:pt x="0" y="3180"/>
                    </a:lnTo>
                    <a:lnTo>
                      <a:pt x="13541" y="3221"/>
                    </a:lnTo>
                    <a:lnTo>
                      <a:pt x="14284" y="603"/>
                    </a:lnTo>
                    <a:lnTo>
                      <a:pt x="15628" y="603"/>
                    </a:lnTo>
                    <a:cubicBezTo>
                      <a:pt x="15658" y="603"/>
                      <a:pt x="15688" y="593"/>
                      <a:pt x="15708" y="573"/>
                    </a:cubicBezTo>
                    <a:cubicBezTo>
                      <a:pt x="15728" y="542"/>
                      <a:pt x="15738" y="512"/>
                      <a:pt x="15738" y="482"/>
                    </a:cubicBezTo>
                    <a:lnTo>
                      <a:pt x="15758" y="1"/>
                    </a:lnTo>
                    <a:lnTo>
                      <a:pt x="18105" y="1"/>
                    </a:lnTo>
                    <a:lnTo>
                      <a:pt x="18105" y="422"/>
                    </a:lnTo>
                    <a:cubicBezTo>
                      <a:pt x="18105" y="482"/>
                      <a:pt x="18156" y="542"/>
                      <a:pt x="18216" y="542"/>
                    </a:cubicBezTo>
                    <a:lnTo>
                      <a:pt x="34856" y="583"/>
                    </a:lnTo>
                    <a:lnTo>
                      <a:pt x="40484" y="2699"/>
                    </a:lnTo>
                    <a:lnTo>
                      <a:pt x="55088" y="2448"/>
                    </a:lnTo>
                    <a:close/>
                    <a:moveTo>
                      <a:pt x="6580" y="3341"/>
                    </a:moveTo>
                    <a:lnTo>
                      <a:pt x="9118" y="3341"/>
                    </a:lnTo>
                    <a:cubicBezTo>
                      <a:pt x="9228" y="3341"/>
                      <a:pt x="9319" y="3451"/>
                      <a:pt x="9289" y="3552"/>
                    </a:cubicBezTo>
                    <a:lnTo>
                      <a:pt x="9098" y="4304"/>
                    </a:lnTo>
                    <a:cubicBezTo>
                      <a:pt x="9078" y="4384"/>
                      <a:pt x="9008" y="4434"/>
                      <a:pt x="8927" y="4434"/>
                    </a:cubicBezTo>
                    <a:lnTo>
                      <a:pt x="6390" y="4434"/>
                    </a:lnTo>
                    <a:cubicBezTo>
                      <a:pt x="6279" y="4434"/>
                      <a:pt x="6199" y="4324"/>
                      <a:pt x="6229" y="4224"/>
                    </a:cubicBezTo>
                    <a:lnTo>
                      <a:pt x="6420" y="3471"/>
                    </a:lnTo>
                    <a:cubicBezTo>
                      <a:pt x="6440" y="3391"/>
                      <a:pt x="6500" y="3341"/>
                      <a:pt x="6580" y="3341"/>
                    </a:cubicBezTo>
                    <a:close/>
                    <a:moveTo>
                      <a:pt x="4023" y="3361"/>
                    </a:moveTo>
                    <a:lnTo>
                      <a:pt x="5808" y="3361"/>
                    </a:lnTo>
                    <a:cubicBezTo>
                      <a:pt x="5838" y="3361"/>
                      <a:pt x="5868" y="3371"/>
                      <a:pt x="5898" y="3401"/>
                    </a:cubicBezTo>
                    <a:cubicBezTo>
                      <a:pt x="5918" y="3431"/>
                      <a:pt x="5928" y="3461"/>
                      <a:pt x="5918" y="3501"/>
                    </a:cubicBezTo>
                    <a:lnTo>
                      <a:pt x="5838" y="3822"/>
                    </a:lnTo>
                    <a:cubicBezTo>
                      <a:pt x="5828" y="3873"/>
                      <a:pt x="5788" y="3913"/>
                      <a:pt x="5728" y="3903"/>
                    </a:cubicBezTo>
                    <a:lnTo>
                      <a:pt x="3952" y="3903"/>
                    </a:lnTo>
                    <a:cubicBezTo>
                      <a:pt x="3912" y="3913"/>
                      <a:pt x="3882" y="3893"/>
                      <a:pt x="3862" y="3863"/>
                    </a:cubicBezTo>
                    <a:cubicBezTo>
                      <a:pt x="3832" y="3832"/>
                      <a:pt x="3822" y="3802"/>
                      <a:pt x="3832" y="3762"/>
                    </a:cubicBezTo>
                    <a:lnTo>
                      <a:pt x="3912" y="3451"/>
                    </a:lnTo>
                    <a:cubicBezTo>
                      <a:pt x="3922" y="3391"/>
                      <a:pt x="3972" y="3361"/>
                      <a:pt x="4023" y="336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54"/>
              <p:cNvSpPr/>
              <p:nvPr/>
            </p:nvSpPr>
            <p:spPr>
              <a:xfrm>
                <a:off x="1184796" y="2076356"/>
                <a:ext cx="8266681" cy="1158836"/>
              </a:xfrm>
              <a:custGeom>
                <a:avLst/>
                <a:gdLst/>
                <a:ahLst/>
                <a:cxnLst/>
                <a:rect l="l" t="t" r="r" b="b"/>
                <a:pathLst>
                  <a:path w="55429" h="7785" extrusionOk="0">
                    <a:moveTo>
                      <a:pt x="55429" y="2448"/>
                    </a:moveTo>
                    <a:lnTo>
                      <a:pt x="50574" y="7664"/>
                    </a:lnTo>
                    <a:cubicBezTo>
                      <a:pt x="50524" y="7714"/>
                      <a:pt x="50474" y="7754"/>
                      <a:pt x="50414" y="7784"/>
                    </a:cubicBezTo>
                    <a:lnTo>
                      <a:pt x="8386" y="7694"/>
                    </a:lnTo>
                    <a:lnTo>
                      <a:pt x="8055" y="6962"/>
                    </a:lnTo>
                    <a:lnTo>
                      <a:pt x="2648" y="6681"/>
                    </a:lnTo>
                    <a:lnTo>
                      <a:pt x="2698" y="5076"/>
                    </a:lnTo>
                    <a:lnTo>
                      <a:pt x="1715" y="5006"/>
                    </a:lnTo>
                    <a:cubicBezTo>
                      <a:pt x="0" y="1796"/>
                      <a:pt x="2809" y="7052"/>
                      <a:pt x="1134" y="3913"/>
                    </a:cubicBezTo>
                    <a:lnTo>
                      <a:pt x="3571" y="3913"/>
                    </a:lnTo>
                    <a:cubicBezTo>
                      <a:pt x="3621" y="3913"/>
                      <a:pt x="3671" y="3873"/>
                      <a:pt x="3681" y="3822"/>
                    </a:cubicBezTo>
                    <a:lnTo>
                      <a:pt x="3752" y="3501"/>
                    </a:lnTo>
                    <a:cubicBezTo>
                      <a:pt x="3772" y="3431"/>
                      <a:pt x="3722" y="3361"/>
                      <a:pt x="3641" y="3361"/>
                    </a:cubicBezTo>
                    <a:lnTo>
                      <a:pt x="843" y="3361"/>
                    </a:lnTo>
                    <a:lnTo>
                      <a:pt x="742" y="3191"/>
                    </a:lnTo>
                    <a:lnTo>
                      <a:pt x="13882" y="3221"/>
                    </a:lnTo>
                    <a:lnTo>
                      <a:pt x="14625" y="603"/>
                    </a:lnTo>
                    <a:lnTo>
                      <a:pt x="15969" y="603"/>
                    </a:lnTo>
                    <a:cubicBezTo>
                      <a:pt x="15999" y="603"/>
                      <a:pt x="16029" y="593"/>
                      <a:pt x="16049" y="573"/>
                    </a:cubicBezTo>
                    <a:cubicBezTo>
                      <a:pt x="16069" y="542"/>
                      <a:pt x="16079" y="512"/>
                      <a:pt x="16079" y="482"/>
                    </a:cubicBezTo>
                    <a:lnTo>
                      <a:pt x="16099" y="1"/>
                    </a:lnTo>
                    <a:lnTo>
                      <a:pt x="18446" y="1"/>
                    </a:lnTo>
                    <a:lnTo>
                      <a:pt x="18446" y="422"/>
                    </a:lnTo>
                    <a:cubicBezTo>
                      <a:pt x="18446" y="482"/>
                      <a:pt x="18497" y="542"/>
                      <a:pt x="18557" y="542"/>
                    </a:cubicBezTo>
                    <a:lnTo>
                      <a:pt x="35197" y="583"/>
                    </a:lnTo>
                    <a:lnTo>
                      <a:pt x="40825" y="2699"/>
                    </a:lnTo>
                    <a:lnTo>
                      <a:pt x="55429" y="2448"/>
                    </a:lnTo>
                    <a:close/>
                    <a:moveTo>
                      <a:pt x="6921" y="3341"/>
                    </a:moveTo>
                    <a:lnTo>
                      <a:pt x="9459" y="3341"/>
                    </a:lnTo>
                    <a:cubicBezTo>
                      <a:pt x="9569" y="3341"/>
                      <a:pt x="9660" y="3451"/>
                      <a:pt x="9630" y="3552"/>
                    </a:cubicBezTo>
                    <a:lnTo>
                      <a:pt x="9439" y="4304"/>
                    </a:lnTo>
                    <a:cubicBezTo>
                      <a:pt x="9419" y="4384"/>
                      <a:pt x="9349" y="4434"/>
                      <a:pt x="9268" y="4434"/>
                    </a:cubicBezTo>
                    <a:lnTo>
                      <a:pt x="6731" y="4434"/>
                    </a:lnTo>
                    <a:cubicBezTo>
                      <a:pt x="6620" y="4434"/>
                      <a:pt x="6540" y="4324"/>
                      <a:pt x="6570" y="4224"/>
                    </a:cubicBezTo>
                    <a:lnTo>
                      <a:pt x="6761" y="3471"/>
                    </a:lnTo>
                    <a:cubicBezTo>
                      <a:pt x="6781" y="3391"/>
                      <a:pt x="6841" y="3341"/>
                      <a:pt x="6921" y="3341"/>
                    </a:cubicBezTo>
                    <a:close/>
                    <a:moveTo>
                      <a:pt x="4364" y="3361"/>
                    </a:moveTo>
                    <a:lnTo>
                      <a:pt x="6149" y="3361"/>
                    </a:lnTo>
                    <a:cubicBezTo>
                      <a:pt x="6179" y="3361"/>
                      <a:pt x="6209" y="3371"/>
                      <a:pt x="6239" y="3401"/>
                    </a:cubicBezTo>
                    <a:cubicBezTo>
                      <a:pt x="6259" y="3431"/>
                      <a:pt x="6269" y="3461"/>
                      <a:pt x="6259" y="3501"/>
                    </a:cubicBezTo>
                    <a:lnTo>
                      <a:pt x="6179" y="3822"/>
                    </a:lnTo>
                    <a:cubicBezTo>
                      <a:pt x="6169" y="3873"/>
                      <a:pt x="6129" y="3913"/>
                      <a:pt x="6069" y="3903"/>
                    </a:cubicBezTo>
                    <a:lnTo>
                      <a:pt x="4293" y="3903"/>
                    </a:lnTo>
                    <a:cubicBezTo>
                      <a:pt x="4253" y="3913"/>
                      <a:pt x="4223" y="3893"/>
                      <a:pt x="4203" y="3863"/>
                    </a:cubicBezTo>
                    <a:cubicBezTo>
                      <a:pt x="4173" y="3832"/>
                      <a:pt x="4163" y="3802"/>
                      <a:pt x="4173" y="3762"/>
                    </a:cubicBezTo>
                    <a:lnTo>
                      <a:pt x="4253" y="3451"/>
                    </a:lnTo>
                    <a:cubicBezTo>
                      <a:pt x="4263" y="3391"/>
                      <a:pt x="4313" y="3361"/>
                      <a:pt x="4364" y="336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54"/>
              <p:cNvSpPr/>
              <p:nvPr/>
            </p:nvSpPr>
            <p:spPr>
              <a:xfrm>
                <a:off x="6137911" y="2162990"/>
                <a:ext cx="1164038" cy="333137"/>
              </a:xfrm>
              <a:custGeom>
                <a:avLst/>
                <a:gdLst/>
                <a:ahLst/>
                <a:cxnLst/>
                <a:rect l="l" t="t" r="r" b="b"/>
                <a:pathLst>
                  <a:path w="7805" h="2238" extrusionOk="0">
                    <a:moveTo>
                      <a:pt x="0" y="1"/>
                    </a:moveTo>
                    <a:lnTo>
                      <a:pt x="1986" y="1"/>
                    </a:lnTo>
                    <a:lnTo>
                      <a:pt x="7614" y="2127"/>
                    </a:lnTo>
                    <a:lnTo>
                      <a:pt x="7804" y="2117"/>
                    </a:lnTo>
                    <a:lnTo>
                      <a:pt x="7764" y="223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54"/>
              <p:cNvSpPr/>
              <p:nvPr/>
            </p:nvSpPr>
            <p:spPr>
              <a:xfrm>
                <a:off x="1332893" y="2439265"/>
                <a:ext cx="8118585" cy="804859"/>
              </a:xfrm>
              <a:custGeom>
                <a:avLst/>
                <a:gdLst/>
                <a:ahLst/>
                <a:cxnLst/>
                <a:rect l="l" t="t" r="r" b="b"/>
                <a:pathLst>
                  <a:path w="54436" h="5407" extrusionOk="0">
                    <a:moveTo>
                      <a:pt x="54436" y="10"/>
                    </a:moveTo>
                    <a:lnTo>
                      <a:pt x="49581" y="5226"/>
                    </a:lnTo>
                    <a:cubicBezTo>
                      <a:pt x="49471" y="5346"/>
                      <a:pt x="49320" y="5407"/>
                      <a:pt x="49160" y="5407"/>
                    </a:cubicBezTo>
                    <a:lnTo>
                      <a:pt x="7032" y="5316"/>
                    </a:lnTo>
                    <a:lnTo>
                      <a:pt x="6701" y="4584"/>
                    </a:lnTo>
                    <a:lnTo>
                      <a:pt x="1284" y="4303"/>
                    </a:lnTo>
                    <a:lnTo>
                      <a:pt x="1334" y="2698"/>
                    </a:lnTo>
                    <a:lnTo>
                      <a:pt x="351" y="2628"/>
                    </a:lnTo>
                    <a:lnTo>
                      <a:pt x="0" y="2498"/>
                    </a:lnTo>
                    <a:lnTo>
                      <a:pt x="15959" y="2919"/>
                    </a:lnTo>
                    <a:lnTo>
                      <a:pt x="39691" y="1384"/>
                    </a:lnTo>
                    <a:lnTo>
                      <a:pt x="544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54"/>
              <p:cNvSpPr/>
              <p:nvPr/>
            </p:nvSpPr>
            <p:spPr>
              <a:xfrm>
                <a:off x="1349298" y="2442242"/>
                <a:ext cx="8008072" cy="795928"/>
              </a:xfrm>
              <a:custGeom>
                <a:avLst/>
                <a:gdLst/>
                <a:ahLst/>
                <a:cxnLst/>
                <a:rect l="l" t="t" r="r" b="b"/>
                <a:pathLst>
                  <a:path w="53695" h="5347" extrusionOk="0">
                    <a:moveTo>
                      <a:pt x="31938" y="5347"/>
                    </a:moveTo>
                    <a:lnTo>
                      <a:pt x="6922" y="5296"/>
                    </a:lnTo>
                    <a:lnTo>
                      <a:pt x="6581" y="4564"/>
                    </a:lnTo>
                    <a:lnTo>
                      <a:pt x="1174" y="4283"/>
                    </a:lnTo>
                    <a:lnTo>
                      <a:pt x="1224" y="2678"/>
                    </a:lnTo>
                    <a:lnTo>
                      <a:pt x="241" y="2608"/>
                    </a:lnTo>
                    <a:lnTo>
                      <a:pt x="1" y="2157"/>
                    </a:lnTo>
                    <a:lnTo>
                      <a:pt x="15698" y="2177"/>
                    </a:lnTo>
                    <a:lnTo>
                      <a:pt x="39722" y="251"/>
                    </a:lnTo>
                    <a:lnTo>
                      <a:pt x="53694" y="0"/>
                    </a:lnTo>
                    <a:cubicBezTo>
                      <a:pt x="49220" y="2087"/>
                      <a:pt x="41467" y="4002"/>
                      <a:pt x="31938" y="534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54"/>
              <p:cNvSpPr/>
              <p:nvPr/>
            </p:nvSpPr>
            <p:spPr>
              <a:xfrm>
                <a:off x="1407612" y="2442242"/>
                <a:ext cx="7951250" cy="795928"/>
              </a:xfrm>
              <a:custGeom>
                <a:avLst/>
                <a:gdLst/>
                <a:ahLst/>
                <a:cxnLst/>
                <a:rect l="l" t="t" r="r" b="b"/>
                <a:pathLst>
                  <a:path w="53314" h="5347" extrusionOk="0">
                    <a:moveTo>
                      <a:pt x="31547" y="5347"/>
                    </a:moveTo>
                    <a:lnTo>
                      <a:pt x="6832" y="5296"/>
                    </a:lnTo>
                    <a:lnTo>
                      <a:pt x="6511" y="4584"/>
                    </a:lnTo>
                    <a:lnTo>
                      <a:pt x="1114" y="4183"/>
                    </a:lnTo>
                    <a:lnTo>
                      <a:pt x="1164" y="2578"/>
                    </a:lnTo>
                    <a:lnTo>
                      <a:pt x="181" y="2498"/>
                    </a:lnTo>
                    <a:lnTo>
                      <a:pt x="1" y="2157"/>
                    </a:lnTo>
                    <a:lnTo>
                      <a:pt x="15317" y="2177"/>
                    </a:lnTo>
                    <a:lnTo>
                      <a:pt x="39331" y="251"/>
                    </a:lnTo>
                    <a:lnTo>
                      <a:pt x="53313" y="0"/>
                    </a:lnTo>
                    <a:cubicBezTo>
                      <a:pt x="48829" y="2087"/>
                      <a:pt x="41086" y="4002"/>
                      <a:pt x="31557" y="534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54"/>
              <p:cNvSpPr/>
              <p:nvPr/>
            </p:nvSpPr>
            <p:spPr>
              <a:xfrm>
                <a:off x="1524389" y="2984223"/>
                <a:ext cx="7420013" cy="259901"/>
              </a:xfrm>
              <a:custGeom>
                <a:avLst/>
                <a:gdLst/>
                <a:ahLst/>
                <a:cxnLst/>
                <a:rect l="l" t="t" r="r" b="b"/>
                <a:pathLst>
                  <a:path w="49752" h="1746" extrusionOk="0">
                    <a:moveTo>
                      <a:pt x="49752" y="0"/>
                    </a:moveTo>
                    <a:lnTo>
                      <a:pt x="48297" y="1555"/>
                    </a:lnTo>
                    <a:cubicBezTo>
                      <a:pt x="48187" y="1675"/>
                      <a:pt x="48036" y="1746"/>
                      <a:pt x="47876" y="1746"/>
                    </a:cubicBezTo>
                    <a:lnTo>
                      <a:pt x="5748" y="1655"/>
                    </a:lnTo>
                    <a:lnTo>
                      <a:pt x="5417" y="913"/>
                    </a:lnTo>
                    <a:lnTo>
                      <a:pt x="0" y="642"/>
                    </a:lnTo>
                    <a:lnTo>
                      <a:pt x="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54"/>
              <p:cNvSpPr/>
              <p:nvPr/>
            </p:nvSpPr>
            <p:spPr>
              <a:xfrm>
                <a:off x="1524389" y="2984223"/>
                <a:ext cx="6043749" cy="253947"/>
              </a:xfrm>
              <a:custGeom>
                <a:avLst/>
                <a:gdLst/>
                <a:ahLst/>
                <a:cxnLst/>
                <a:rect l="l" t="t" r="r" b="b"/>
                <a:pathLst>
                  <a:path w="40524" h="1706" extrusionOk="0">
                    <a:moveTo>
                      <a:pt x="30764" y="1706"/>
                    </a:moveTo>
                    <a:lnTo>
                      <a:pt x="5748" y="1655"/>
                    </a:lnTo>
                    <a:lnTo>
                      <a:pt x="5407" y="923"/>
                    </a:lnTo>
                    <a:lnTo>
                      <a:pt x="0" y="642"/>
                    </a:lnTo>
                    <a:lnTo>
                      <a:pt x="20" y="0"/>
                    </a:lnTo>
                    <a:lnTo>
                      <a:pt x="40524" y="0"/>
                    </a:lnTo>
                    <a:cubicBezTo>
                      <a:pt x="37565" y="632"/>
                      <a:pt x="34285" y="1214"/>
                      <a:pt x="30764" y="170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54"/>
              <p:cNvSpPr/>
              <p:nvPr/>
            </p:nvSpPr>
            <p:spPr>
              <a:xfrm>
                <a:off x="1573755" y="2984223"/>
                <a:ext cx="5995875" cy="253947"/>
              </a:xfrm>
              <a:custGeom>
                <a:avLst/>
                <a:gdLst/>
                <a:ahLst/>
                <a:cxnLst/>
                <a:rect l="l" t="t" r="r" b="b"/>
                <a:pathLst>
                  <a:path w="40203" h="1706" extrusionOk="0">
                    <a:moveTo>
                      <a:pt x="30433" y="1706"/>
                    </a:moveTo>
                    <a:lnTo>
                      <a:pt x="5718" y="1655"/>
                    </a:lnTo>
                    <a:lnTo>
                      <a:pt x="5397" y="943"/>
                    </a:lnTo>
                    <a:lnTo>
                      <a:pt x="0" y="542"/>
                    </a:lnTo>
                    <a:lnTo>
                      <a:pt x="20" y="0"/>
                    </a:lnTo>
                    <a:lnTo>
                      <a:pt x="40203" y="0"/>
                    </a:lnTo>
                    <a:cubicBezTo>
                      <a:pt x="37244" y="632"/>
                      <a:pt x="33964" y="1214"/>
                      <a:pt x="30443" y="1706"/>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54"/>
              <p:cNvSpPr/>
              <p:nvPr/>
            </p:nvSpPr>
            <p:spPr>
              <a:xfrm>
                <a:off x="1445046" y="2864692"/>
                <a:ext cx="85457" cy="204824"/>
              </a:xfrm>
              <a:custGeom>
                <a:avLst/>
                <a:gdLst/>
                <a:ahLst/>
                <a:cxnLst/>
                <a:rect l="l" t="t" r="r" b="b"/>
                <a:pathLst>
                  <a:path w="573" h="1376" extrusionOk="0">
                    <a:moveTo>
                      <a:pt x="392" y="1"/>
                    </a:moveTo>
                    <a:lnTo>
                      <a:pt x="572" y="1"/>
                    </a:lnTo>
                    <a:lnTo>
                      <a:pt x="532" y="1375"/>
                    </a:lnTo>
                    <a:lnTo>
                      <a:pt x="392" y="1375"/>
                    </a:lnTo>
                    <a:cubicBezTo>
                      <a:pt x="181" y="1375"/>
                      <a:pt x="1" y="1205"/>
                      <a:pt x="1" y="994"/>
                    </a:cubicBezTo>
                    <a:lnTo>
                      <a:pt x="1" y="382"/>
                    </a:lnTo>
                    <a:cubicBezTo>
                      <a:pt x="1" y="171"/>
                      <a:pt x="181" y="1"/>
                      <a:pt x="3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54"/>
              <p:cNvSpPr/>
              <p:nvPr/>
            </p:nvSpPr>
            <p:spPr>
              <a:xfrm>
                <a:off x="1445046" y="2893124"/>
                <a:ext cx="70394" cy="176393"/>
              </a:xfrm>
              <a:custGeom>
                <a:avLst/>
                <a:gdLst/>
                <a:ahLst/>
                <a:cxnLst/>
                <a:rect l="l" t="t" r="r" b="b"/>
                <a:pathLst>
                  <a:path w="472" h="1185" extrusionOk="0">
                    <a:moveTo>
                      <a:pt x="472" y="1"/>
                    </a:moveTo>
                    <a:lnTo>
                      <a:pt x="442" y="1184"/>
                    </a:lnTo>
                    <a:lnTo>
                      <a:pt x="382" y="1184"/>
                    </a:lnTo>
                    <a:cubicBezTo>
                      <a:pt x="171" y="1184"/>
                      <a:pt x="1" y="1014"/>
                      <a:pt x="1" y="803"/>
                    </a:cubicBezTo>
                    <a:lnTo>
                      <a:pt x="1" y="392"/>
                    </a:lnTo>
                    <a:cubicBezTo>
                      <a:pt x="1" y="181"/>
                      <a:pt x="171" y="1"/>
                      <a:pt x="3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54"/>
              <p:cNvSpPr/>
              <p:nvPr/>
            </p:nvSpPr>
            <p:spPr>
              <a:xfrm>
                <a:off x="1445046" y="2984223"/>
                <a:ext cx="82474" cy="85294"/>
              </a:xfrm>
              <a:custGeom>
                <a:avLst/>
                <a:gdLst/>
                <a:ahLst/>
                <a:cxnLst/>
                <a:rect l="l" t="t" r="r" b="b"/>
                <a:pathLst>
                  <a:path w="553" h="573" extrusionOk="0">
                    <a:moveTo>
                      <a:pt x="552" y="0"/>
                    </a:moveTo>
                    <a:lnTo>
                      <a:pt x="532" y="572"/>
                    </a:lnTo>
                    <a:lnTo>
                      <a:pt x="392" y="572"/>
                    </a:lnTo>
                    <a:cubicBezTo>
                      <a:pt x="181" y="572"/>
                      <a:pt x="1" y="392"/>
                      <a:pt x="1" y="181"/>
                    </a:cubicBez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54"/>
              <p:cNvSpPr/>
              <p:nvPr/>
            </p:nvSpPr>
            <p:spPr>
              <a:xfrm>
                <a:off x="1445046" y="2984223"/>
                <a:ext cx="68903" cy="56863"/>
              </a:xfrm>
              <a:custGeom>
                <a:avLst/>
                <a:gdLst/>
                <a:ahLst/>
                <a:cxnLst/>
                <a:rect l="l" t="t" r="r" b="b"/>
                <a:pathLst>
                  <a:path w="462" h="382" extrusionOk="0">
                    <a:moveTo>
                      <a:pt x="1" y="201"/>
                    </a:moveTo>
                    <a:lnTo>
                      <a:pt x="1" y="0"/>
                    </a:lnTo>
                    <a:lnTo>
                      <a:pt x="462" y="0"/>
                    </a:lnTo>
                    <a:lnTo>
                      <a:pt x="452" y="382"/>
                    </a:lnTo>
                    <a:lnTo>
                      <a:pt x="311" y="382"/>
                    </a:lnTo>
                    <a:cubicBezTo>
                      <a:pt x="181" y="382"/>
                      <a:pt x="71" y="311"/>
                      <a:pt x="1" y="20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54"/>
              <p:cNvSpPr/>
              <p:nvPr/>
            </p:nvSpPr>
            <p:spPr>
              <a:xfrm>
                <a:off x="1421184" y="2897589"/>
                <a:ext cx="29977" cy="139031"/>
              </a:xfrm>
              <a:custGeom>
                <a:avLst/>
                <a:gdLst/>
                <a:ahLst/>
                <a:cxnLst/>
                <a:rect l="l" t="t" r="r" b="b"/>
                <a:pathLst>
                  <a:path w="201" h="934" extrusionOk="0">
                    <a:moveTo>
                      <a:pt x="0" y="1"/>
                    </a:moveTo>
                    <a:lnTo>
                      <a:pt x="201" y="1"/>
                    </a:lnTo>
                    <a:cubicBezTo>
                      <a:pt x="171" y="51"/>
                      <a:pt x="161" y="111"/>
                      <a:pt x="161" y="161"/>
                    </a:cubicBezTo>
                    <a:lnTo>
                      <a:pt x="161" y="773"/>
                    </a:lnTo>
                    <a:cubicBezTo>
                      <a:pt x="161" y="823"/>
                      <a:pt x="171" y="883"/>
                      <a:pt x="201" y="933"/>
                    </a:cubicBezTo>
                    <a:lnTo>
                      <a:pt x="0" y="9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54"/>
              <p:cNvSpPr/>
              <p:nvPr/>
            </p:nvSpPr>
            <p:spPr>
              <a:xfrm>
                <a:off x="1419692" y="2936440"/>
                <a:ext cx="22520" cy="100179"/>
              </a:xfrm>
              <a:custGeom>
                <a:avLst/>
                <a:gdLst/>
                <a:ahLst/>
                <a:cxnLst/>
                <a:rect l="l" t="t" r="r" b="b"/>
                <a:pathLst>
                  <a:path w="151" h="673" extrusionOk="0">
                    <a:moveTo>
                      <a:pt x="120" y="0"/>
                    </a:moveTo>
                    <a:lnTo>
                      <a:pt x="120" y="502"/>
                    </a:lnTo>
                    <a:cubicBezTo>
                      <a:pt x="120" y="562"/>
                      <a:pt x="130" y="612"/>
                      <a:pt x="150" y="672"/>
                    </a:cubicBezTo>
                    <a:lnTo>
                      <a:pt x="0" y="672"/>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54"/>
              <p:cNvSpPr/>
              <p:nvPr/>
            </p:nvSpPr>
            <p:spPr>
              <a:xfrm>
                <a:off x="1419692" y="2984223"/>
                <a:ext cx="31469" cy="52397"/>
              </a:xfrm>
              <a:custGeom>
                <a:avLst/>
                <a:gdLst/>
                <a:ahLst/>
                <a:cxnLst/>
                <a:rect l="l" t="t" r="r" b="b"/>
                <a:pathLst>
                  <a:path w="211" h="352" extrusionOk="0">
                    <a:moveTo>
                      <a:pt x="171" y="0"/>
                    </a:moveTo>
                    <a:lnTo>
                      <a:pt x="171" y="181"/>
                    </a:lnTo>
                    <a:cubicBezTo>
                      <a:pt x="171" y="241"/>
                      <a:pt x="181" y="291"/>
                      <a:pt x="211" y="351"/>
                    </a:cubicBezTo>
                    <a:lnTo>
                      <a:pt x="0" y="35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54"/>
              <p:cNvSpPr/>
              <p:nvPr/>
            </p:nvSpPr>
            <p:spPr>
              <a:xfrm>
                <a:off x="1421184" y="2984223"/>
                <a:ext cx="24012" cy="26943"/>
              </a:xfrm>
              <a:custGeom>
                <a:avLst/>
                <a:gdLst/>
                <a:ahLst/>
                <a:cxnLst/>
                <a:rect l="l" t="t" r="r" b="b"/>
                <a:pathLst>
                  <a:path w="161" h="181" extrusionOk="0">
                    <a:moveTo>
                      <a:pt x="161" y="0"/>
                    </a:moveTo>
                    <a:lnTo>
                      <a:pt x="161" y="181"/>
                    </a:lnTo>
                    <a:lnTo>
                      <a:pt x="0" y="18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54"/>
              <p:cNvSpPr/>
              <p:nvPr/>
            </p:nvSpPr>
            <p:spPr>
              <a:xfrm>
                <a:off x="1602092" y="3084253"/>
                <a:ext cx="152719" cy="233107"/>
              </a:xfrm>
              <a:custGeom>
                <a:avLst/>
                <a:gdLst/>
                <a:ahLst/>
                <a:cxnLst/>
                <a:rect l="l" t="t" r="r" b="b"/>
                <a:pathLst>
                  <a:path w="1024" h="1566" extrusionOk="0">
                    <a:moveTo>
                      <a:pt x="1024" y="51"/>
                    </a:moveTo>
                    <a:lnTo>
                      <a:pt x="793" y="1565"/>
                    </a:lnTo>
                    <a:lnTo>
                      <a:pt x="1" y="1565"/>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54"/>
              <p:cNvSpPr/>
              <p:nvPr/>
            </p:nvSpPr>
            <p:spPr>
              <a:xfrm>
                <a:off x="1950634" y="3033494"/>
                <a:ext cx="173748" cy="73237"/>
              </a:xfrm>
              <a:custGeom>
                <a:avLst/>
                <a:gdLst/>
                <a:ahLst/>
                <a:cxnLst/>
                <a:rect l="l" t="t" r="r" b="b"/>
                <a:pathLst>
                  <a:path w="1165" h="492" extrusionOk="0">
                    <a:moveTo>
                      <a:pt x="392" y="0"/>
                    </a:moveTo>
                    <a:lnTo>
                      <a:pt x="1" y="462"/>
                    </a:lnTo>
                    <a:lnTo>
                      <a:pt x="583" y="492"/>
                    </a:lnTo>
                    <a:lnTo>
                      <a:pt x="11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54"/>
              <p:cNvSpPr/>
              <p:nvPr/>
            </p:nvSpPr>
            <p:spPr>
              <a:xfrm>
                <a:off x="3974773" y="2194398"/>
                <a:ext cx="131691" cy="156893"/>
              </a:xfrm>
              <a:custGeom>
                <a:avLst/>
                <a:gdLst/>
                <a:ahLst/>
                <a:cxnLst/>
                <a:rect l="l" t="t" r="r" b="b"/>
                <a:pathLst>
                  <a:path w="883" h="1054" extrusionOk="0">
                    <a:moveTo>
                      <a:pt x="90" y="0"/>
                    </a:moveTo>
                    <a:lnTo>
                      <a:pt x="793" y="0"/>
                    </a:lnTo>
                    <a:cubicBezTo>
                      <a:pt x="843" y="0"/>
                      <a:pt x="883" y="40"/>
                      <a:pt x="883" y="90"/>
                    </a:cubicBezTo>
                    <a:lnTo>
                      <a:pt x="883" y="963"/>
                    </a:lnTo>
                    <a:cubicBezTo>
                      <a:pt x="883" y="1013"/>
                      <a:pt x="843" y="1053"/>
                      <a:pt x="793" y="1053"/>
                    </a:cubicBezTo>
                    <a:lnTo>
                      <a:pt x="90" y="1053"/>
                    </a:lnTo>
                    <a:cubicBezTo>
                      <a:pt x="40" y="1053"/>
                      <a:pt x="0" y="1013"/>
                      <a:pt x="0" y="963"/>
                    </a:cubicBezTo>
                    <a:lnTo>
                      <a:pt x="0" y="90"/>
                    </a:lnTo>
                    <a:cubicBezTo>
                      <a:pt x="0" y="40"/>
                      <a:pt x="40" y="0"/>
                      <a:pt x="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54"/>
              <p:cNvSpPr/>
              <p:nvPr/>
            </p:nvSpPr>
            <p:spPr>
              <a:xfrm>
                <a:off x="4124361" y="2194398"/>
                <a:ext cx="131691" cy="156893"/>
              </a:xfrm>
              <a:custGeom>
                <a:avLst/>
                <a:gdLst/>
                <a:ahLst/>
                <a:cxnLst/>
                <a:rect l="l" t="t" r="r" b="b"/>
                <a:pathLst>
                  <a:path w="883" h="1054" extrusionOk="0">
                    <a:moveTo>
                      <a:pt x="91" y="0"/>
                    </a:moveTo>
                    <a:lnTo>
                      <a:pt x="793" y="0"/>
                    </a:lnTo>
                    <a:cubicBezTo>
                      <a:pt x="843" y="0"/>
                      <a:pt x="883" y="40"/>
                      <a:pt x="883" y="90"/>
                    </a:cubicBezTo>
                    <a:lnTo>
                      <a:pt x="883" y="963"/>
                    </a:lnTo>
                    <a:cubicBezTo>
                      <a:pt x="883" y="1013"/>
                      <a:pt x="843" y="1053"/>
                      <a:pt x="793" y="1053"/>
                    </a:cubicBezTo>
                    <a:lnTo>
                      <a:pt x="91" y="1053"/>
                    </a:lnTo>
                    <a:cubicBezTo>
                      <a:pt x="40" y="1053"/>
                      <a:pt x="0" y="1013"/>
                      <a:pt x="0" y="963"/>
                    </a:cubicBezTo>
                    <a:lnTo>
                      <a:pt x="0" y="90"/>
                    </a:lnTo>
                    <a:cubicBezTo>
                      <a:pt x="0" y="40"/>
                      <a:pt x="40"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54"/>
              <p:cNvSpPr/>
              <p:nvPr/>
            </p:nvSpPr>
            <p:spPr>
              <a:xfrm>
                <a:off x="4273949" y="2194398"/>
                <a:ext cx="131691" cy="156893"/>
              </a:xfrm>
              <a:custGeom>
                <a:avLst/>
                <a:gdLst/>
                <a:ahLst/>
                <a:cxnLst/>
                <a:rect l="l" t="t" r="r" b="b"/>
                <a:pathLst>
                  <a:path w="883" h="1054" extrusionOk="0">
                    <a:moveTo>
                      <a:pt x="91" y="0"/>
                    </a:moveTo>
                    <a:lnTo>
                      <a:pt x="793" y="0"/>
                    </a:lnTo>
                    <a:cubicBezTo>
                      <a:pt x="843" y="0"/>
                      <a:pt x="883" y="40"/>
                      <a:pt x="883" y="90"/>
                    </a:cubicBezTo>
                    <a:lnTo>
                      <a:pt x="883" y="963"/>
                    </a:lnTo>
                    <a:cubicBezTo>
                      <a:pt x="883" y="1013"/>
                      <a:pt x="843" y="1053"/>
                      <a:pt x="793" y="1053"/>
                    </a:cubicBezTo>
                    <a:lnTo>
                      <a:pt x="91" y="1053"/>
                    </a:lnTo>
                    <a:cubicBezTo>
                      <a:pt x="40" y="1053"/>
                      <a:pt x="0" y="1013"/>
                      <a:pt x="0" y="963"/>
                    </a:cubicBezTo>
                    <a:lnTo>
                      <a:pt x="0" y="90"/>
                    </a:lnTo>
                    <a:cubicBezTo>
                      <a:pt x="0" y="40"/>
                      <a:pt x="40"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54"/>
              <p:cNvSpPr/>
              <p:nvPr/>
            </p:nvSpPr>
            <p:spPr>
              <a:xfrm>
                <a:off x="4583565" y="2198864"/>
                <a:ext cx="236536" cy="121019"/>
              </a:xfrm>
              <a:custGeom>
                <a:avLst/>
                <a:gdLst/>
                <a:ahLst/>
                <a:cxnLst/>
                <a:rect l="l" t="t" r="r" b="b"/>
                <a:pathLst>
                  <a:path w="1586" h="813" extrusionOk="0">
                    <a:moveTo>
                      <a:pt x="81" y="0"/>
                    </a:moveTo>
                    <a:lnTo>
                      <a:pt x="1495" y="0"/>
                    </a:lnTo>
                    <a:cubicBezTo>
                      <a:pt x="1545" y="0"/>
                      <a:pt x="1585" y="40"/>
                      <a:pt x="1585" y="91"/>
                    </a:cubicBezTo>
                    <a:lnTo>
                      <a:pt x="1585" y="723"/>
                    </a:lnTo>
                    <a:cubicBezTo>
                      <a:pt x="1585" y="763"/>
                      <a:pt x="1545" y="813"/>
                      <a:pt x="1495" y="813"/>
                    </a:cubicBezTo>
                    <a:lnTo>
                      <a:pt x="91" y="813"/>
                    </a:lnTo>
                    <a:cubicBezTo>
                      <a:pt x="41" y="813"/>
                      <a:pt x="1" y="763"/>
                      <a:pt x="1" y="723"/>
                    </a:cubicBezTo>
                    <a:lnTo>
                      <a:pt x="1" y="91"/>
                    </a:lnTo>
                    <a:cubicBezTo>
                      <a:pt x="1" y="40"/>
                      <a:pt x="41"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54"/>
              <p:cNvSpPr/>
              <p:nvPr/>
            </p:nvSpPr>
            <p:spPr>
              <a:xfrm>
                <a:off x="8079575" y="2364539"/>
                <a:ext cx="100520" cy="50908"/>
              </a:xfrm>
              <a:custGeom>
                <a:avLst/>
                <a:gdLst/>
                <a:ahLst/>
                <a:cxnLst/>
                <a:rect l="l" t="t" r="r" b="b"/>
                <a:pathLst>
                  <a:path w="674" h="342" extrusionOk="0">
                    <a:moveTo>
                      <a:pt x="1" y="1"/>
                    </a:moveTo>
                    <a:lnTo>
                      <a:pt x="673" y="1"/>
                    </a:lnTo>
                    <a:lnTo>
                      <a:pt x="673" y="342"/>
                    </a:lnTo>
                    <a:lnTo>
                      <a:pt x="192" y="342"/>
                    </a:lnTo>
                    <a:cubicBezTo>
                      <a:pt x="161" y="211"/>
                      <a:pt x="91" y="9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54"/>
              <p:cNvSpPr/>
              <p:nvPr/>
            </p:nvSpPr>
            <p:spPr>
              <a:xfrm>
                <a:off x="8179946" y="2376448"/>
                <a:ext cx="296341" cy="27092"/>
              </a:xfrm>
              <a:custGeom>
                <a:avLst/>
                <a:gdLst/>
                <a:ahLst/>
                <a:cxnLst/>
                <a:rect l="l" t="t" r="r" b="b"/>
                <a:pathLst>
                  <a:path w="1987" h="182" extrusionOk="0">
                    <a:moveTo>
                      <a:pt x="0" y="1"/>
                    </a:moveTo>
                    <a:lnTo>
                      <a:pt x="1986" y="1"/>
                    </a:lnTo>
                    <a:lnTo>
                      <a:pt x="1986" y="181"/>
                    </a:lnTo>
                    <a:lnTo>
                      <a:pt x="0" y="18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54"/>
              <p:cNvSpPr/>
              <p:nvPr/>
            </p:nvSpPr>
            <p:spPr>
              <a:xfrm>
                <a:off x="5965802" y="1745005"/>
                <a:ext cx="311404" cy="346534"/>
              </a:xfrm>
              <a:custGeom>
                <a:avLst/>
                <a:gdLst/>
                <a:ahLst/>
                <a:cxnLst/>
                <a:rect l="l" t="t" r="r" b="b"/>
                <a:pathLst>
                  <a:path w="2088" h="2328" extrusionOk="0">
                    <a:moveTo>
                      <a:pt x="1" y="2327"/>
                    </a:moveTo>
                    <a:lnTo>
                      <a:pt x="1" y="1043"/>
                    </a:lnTo>
                    <a:cubicBezTo>
                      <a:pt x="1" y="471"/>
                      <a:pt x="472" y="0"/>
                      <a:pt x="1044" y="0"/>
                    </a:cubicBezTo>
                    <a:lnTo>
                      <a:pt x="1044" y="0"/>
                    </a:lnTo>
                    <a:cubicBezTo>
                      <a:pt x="1626" y="0"/>
                      <a:pt x="2087" y="471"/>
                      <a:pt x="2087" y="1043"/>
                    </a:cubicBezTo>
                    <a:lnTo>
                      <a:pt x="2087" y="232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54"/>
              <p:cNvSpPr/>
              <p:nvPr/>
            </p:nvSpPr>
            <p:spPr>
              <a:xfrm>
                <a:off x="6015168" y="1745005"/>
                <a:ext cx="262039" cy="316615"/>
              </a:xfrm>
              <a:custGeom>
                <a:avLst/>
                <a:gdLst/>
                <a:ahLst/>
                <a:cxnLst/>
                <a:rect l="l" t="t" r="r" b="b"/>
                <a:pathLst>
                  <a:path w="1757" h="2127" extrusionOk="0">
                    <a:moveTo>
                      <a:pt x="352" y="70"/>
                    </a:moveTo>
                    <a:cubicBezTo>
                      <a:pt x="462" y="20"/>
                      <a:pt x="593" y="0"/>
                      <a:pt x="713" y="0"/>
                    </a:cubicBezTo>
                    <a:lnTo>
                      <a:pt x="713" y="0"/>
                    </a:lnTo>
                    <a:cubicBezTo>
                      <a:pt x="1295" y="0"/>
                      <a:pt x="1756" y="471"/>
                      <a:pt x="1756" y="1043"/>
                    </a:cubicBezTo>
                    <a:lnTo>
                      <a:pt x="1756" y="2126"/>
                    </a:lnTo>
                    <a:lnTo>
                      <a:pt x="1" y="2126"/>
                    </a:lnTo>
                    <a:lnTo>
                      <a:pt x="1" y="843"/>
                    </a:lnTo>
                    <a:cubicBezTo>
                      <a:pt x="1" y="552"/>
                      <a:pt x="131" y="261"/>
                      <a:pt x="352" y="7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54"/>
              <p:cNvSpPr/>
              <p:nvPr/>
            </p:nvSpPr>
            <p:spPr>
              <a:xfrm>
                <a:off x="6040671" y="1756913"/>
                <a:ext cx="224456" cy="225515"/>
              </a:xfrm>
              <a:custGeom>
                <a:avLst/>
                <a:gdLst/>
                <a:ahLst/>
                <a:cxnLst/>
                <a:rect l="l" t="t" r="r" b="b"/>
                <a:pathLst>
                  <a:path w="1505" h="1515" extrusionOk="0">
                    <a:moveTo>
                      <a:pt x="271" y="60"/>
                    </a:moveTo>
                    <a:cubicBezTo>
                      <a:pt x="371" y="20"/>
                      <a:pt x="472" y="0"/>
                      <a:pt x="582" y="0"/>
                    </a:cubicBezTo>
                    <a:lnTo>
                      <a:pt x="582" y="0"/>
                    </a:lnTo>
                    <a:cubicBezTo>
                      <a:pt x="1094" y="0"/>
                      <a:pt x="1505" y="412"/>
                      <a:pt x="1505" y="923"/>
                    </a:cubicBezTo>
                    <a:lnTo>
                      <a:pt x="1505" y="1164"/>
                    </a:lnTo>
                    <a:cubicBezTo>
                      <a:pt x="783" y="1515"/>
                      <a:pt x="0" y="813"/>
                      <a:pt x="271" y="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54"/>
              <p:cNvSpPr/>
              <p:nvPr/>
            </p:nvSpPr>
            <p:spPr>
              <a:xfrm>
                <a:off x="5965802" y="2043608"/>
                <a:ext cx="311404" cy="47931"/>
              </a:xfrm>
              <a:custGeom>
                <a:avLst/>
                <a:gdLst/>
                <a:ahLst/>
                <a:cxnLst/>
                <a:rect l="l" t="t" r="r" b="b"/>
                <a:pathLst>
                  <a:path w="2088" h="322" extrusionOk="0">
                    <a:moveTo>
                      <a:pt x="2087" y="321"/>
                    </a:moveTo>
                    <a:lnTo>
                      <a:pt x="2087" y="0"/>
                    </a:lnTo>
                    <a:lnTo>
                      <a:pt x="1" y="0"/>
                    </a:lnTo>
                    <a:lnTo>
                      <a:pt x="1" y="3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54"/>
              <p:cNvSpPr/>
              <p:nvPr/>
            </p:nvSpPr>
            <p:spPr>
              <a:xfrm>
                <a:off x="6051111" y="2049562"/>
                <a:ext cx="411477" cy="113576"/>
              </a:xfrm>
              <a:custGeom>
                <a:avLst/>
                <a:gdLst/>
                <a:ahLst/>
                <a:cxnLst/>
                <a:rect l="l" t="t" r="r" b="b"/>
                <a:pathLst>
                  <a:path w="2759" h="763" extrusionOk="0">
                    <a:moveTo>
                      <a:pt x="1" y="0"/>
                    </a:moveTo>
                    <a:lnTo>
                      <a:pt x="2759" y="0"/>
                    </a:lnTo>
                    <a:lnTo>
                      <a:pt x="2568" y="763"/>
                    </a:lnTo>
                    <a:lnTo>
                      <a:pt x="231" y="7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54"/>
              <p:cNvSpPr/>
              <p:nvPr/>
            </p:nvSpPr>
            <p:spPr>
              <a:xfrm>
                <a:off x="6139402" y="2049562"/>
                <a:ext cx="323186" cy="113576"/>
              </a:xfrm>
              <a:custGeom>
                <a:avLst/>
                <a:gdLst/>
                <a:ahLst/>
                <a:cxnLst/>
                <a:rect l="l" t="t" r="r" b="b"/>
                <a:pathLst>
                  <a:path w="2167" h="763" extrusionOk="0">
                    <a:moveTo>
                      <a:pt x="0" y="0"/>
                    </a:moveTo>
                    <a:lnTo>
                      <a:pt x="2167" y="0"/>
                    </a:lnTo>
                    <a:lnTo>
                      <a:pt x="1976" y="763"/>
                    </a:lnTo>
                    <a:lnTo>
                      <a:pt x="121" y="7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54"/>
              <p:cNvSpPr/>
              <p:nvPr/>
            </p:nvSpPr>
            <p:spPr>
              <a:xfrm>
                <a:off x="6257522" y="2049562"/>
                <a:ext cx="205068" cy="113576"/>
              </a:xfrm>
              <a:custGeom>
                <a:avLst/>
                <a:gdLst/>
                <a:ahLst/>
                <a:cxnLst/>
                <a:rect l="l" t="t" r="r" b="b"/>
                <a:pathLst>
                  <a:path w="1375" h="763" extrusionOk="0">
                    <a:moveTo>
                      <a:pt x="41" y="0"/>
                    </a:moveTo>
                    <a:lnTo>
                      <a:pt x="1375" y="0"/>
                    </a:lnTo>
                    <a:lnTo>
                      <a:pt x="1184" y="763"/>
                    </a:lnTo>
                    <a:lnTo>
                      <a:pt x="1" y="7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54"/>
              <p:cNvSpPr/>
              <p:nvPr/>
            </p:nvSpPr>
            <p:spPr>
              <a:xfrm>
                <a:off x="4012058" y="1895795"/>
                <a:ext cx="393580" cy="262878"/>
              </a:xfrm>
              <a:custGeom>
                <a:avLst/>
                <a:gdLst/>
                <a:ahLst/>
                <a:cxnLst/>
                <a:rect l="l" t="t" r="r" b="b"/>
                <a:pathLst>
                  <a:path w="2639" h="1766" extrusionOk="0">
                    <a:moveTo>
                      <a:pt x="362" y="0"/>
                    </a:moveTo>
                    <a:lnTo>
                      <a:pt x="2188" y="0"/>
                    </a:lnTo>
                    <a:lnTo>
                      <a:pt x="2639" y="1765"/>
                    </a:lnTo>
                    <a:lnTo>
                      <a:pt x="1" y="175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54"/>
              <p:cNvSpPr/>
              <p:nvPr/>
            </p:nvSpPr>
            <p:spPr>
              <a:xfrm>
                <a:off x="4112280" y="1895795"/>
                <a:ext cx="293358" cy="262878"/>
              </a:xfrm>
              <a:custGeom>
                <a:avLst/>
                <a:gdLst/>
                <a:ahLst/>
                <a:cxnLst/>
                <a:rect l="l" t="t" r="r" b="b"/>
                <a:pathLst>
                  <a:path w="1967" h="1766" extrusionOk="0">
                    <a:moveTo>
                      <a:pt x="131" y="0"/>
                    </a:moveTo>
                    <a:lnTo>
                      <a:pt x="1516" y="0"/>
                    </a:lnTo>
                    <a:lnTo>
                      <a:pt x="1967" y="1765"/>
                    </a:lnTo>
                    <a:lnTo>
                      <a:pt x="1" y="175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54"/>
              <p:cNvSpPr/>
              <p:nvPr/>
            </p:nvSpPr>
            <p:spPr>
              <a:xfrm>
                <a:off x="4112280" y="1895795"/>
                <a:ext cx="232062" cy="261389"/>
              </a:xfrm>
              <a:custGeom>
                <a:avLst/>
                <a:gdLst/>
                <a:ahLst/>
                <a:cxnLst/>
                <a:rect l="l" t="t" r="r" b="b"/>
                <a:pathLst>
                  <a:path w="1556" h="1756" extrusionOk="0">
                    <a:moveTo>
                      <a:pt x="131" y="0"/>
                    </a:moveTo>
                    <a:lnTo>
                      <a:pt x="1094" y="0"/>
                    </a:lnTo>
                    <a:lnTo>
                      <a:pt x="1556" y="1755"/>
                    </a:lnTo>
                    <a:lnTo>
                      <a:pt x="1" y="175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54"/>
              <p:cNvSpPr/>
              <p:nvPr/>
            </p:nvSpPr>
            <p:spPr>
              <a:xfrm>
                <a:off x="4072012" y="2018154"/>
                <a:ext cx="53989" cy="121168"/>
              </a:xfrm>
              <a:custGeom>
                <a:avLst/>
                <a:gdLst/>
                <a:ahLst/>
                <a:cxnLst/>
                <a:rect l="l" t="t" r="r" b="b"/>
                <a:pathLst>
                  <a:path w="362" h="814" extrusionOk="0">
                    <a:moveTo>
                      <a:pt x="80" y="1"/>
                    </a:moveTo>
                    <a:lnTo>
                      <a:pt x="281" y="1"/>
                    </a:lnTo>
                    <a:cubicBezTo>
                      <a:pt x="321" y="1"/>
                      <a:pt x="361" y="31"/>
                      <a:pt x="361" y="81"/>
                    </a:cubicBezTo>
                    <a:lnTo>
                      <a:pt x="361" y="733"/>
                    </a:lnTo>
                    <a:cubicBezTo>
                      <a:pt x="361" y="773"/>
                      <a:pt x="321" y="813"/>
                      <a:pt x="281" y="813"/>
                    </a:cubicBezTo>
                    <a:lnTo>
                      <a:pt x="80" y="813"/>
                    </a:lnTo>
                    <a:cubicBezTo>
                      <a:pt x="40" y="813"/>
                      <a:pt x="0" y="773"/>
                      <a:pt x="0" y="733"/>
                    </a:cubicBezTo>
                    <a:lnTo>
                      <a:pt x="0" y="81"/>
                    </a:lnTo>
                    <a:cubicBezTo>
                      <a:pt x="0" y="31"/>
                      <a:pt x="40" y="1"/>
                      <a:pt x="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54"/>
              <p:cNvSpPr/>
              <p:nvPr/>
            </p:nvSpPr>
            <p:spPr>
              <a:xfrm>
                <a:off x="4143749" y="2018154"/>
                <a:ext cx="53989" cy="121168"/>
              </a:xfrm>
              <a:custGeom>
                <a:avLst/>
                <a:gdLst/>
                <a:ahLst/>
                <a:cxnLst/>
                <a:rect l="l" t="t" r="r" b="b"/>
                <a:pathLst>
                  <a:path w="362" h="814" extrusionOk="0">
                    <a:moveTo>
                      <a:pt x="91" y="1"/>
                    </a:moveTo>
                    <a:lnTo>
                      <a:pt x="281" y="1"/>
                    </a:lnTo>
                    <a:cubicBezTo>
                      <a:pt x="332" y="1"/>
                      <a:pt x="362" y="31"/>
                      <a:pt x="362" y="81"/>
                    </a:cubicBezTo>
                    <a:lnTo>
                      <a:pt x="362" y="733"/>
                    </a:lnTo>
                    <a:cubicBezTo>
                      <a:pt x="362" y="773"/>
                      <a:pt x="332" y="813"/>
                      <a:pt x="281" y="813"/>
                    </a:cubicBezTo>
                    <a:lnTo>
                      <a:pt x="91" y="813"/>
                    </a:lnTo>
                    <a:cubicBezTo>
                      <a:pt x="41" y="813"/>
                      <a:pt x="1" y="773"/>
                      <a:pt x="1" y="733"/>
                    </a:cubicBezTo>
                    <a:lnTo>
                      <a:pt x="1" y="81"/>
                    </a:lnTo>
                    <a:cubicBezTo>
                      <a:pt x="1" y="31"/>
                      <a:pt x="4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54"/>
              <p:cNvSpPr/>
              <p:nvPr/>
            </p:nvSpPr>
            <p:spPr>
              <a:xfrm>
                <a:off x="4217126" y="2018154"/>
                <a:ext cx="53989" cy="121168"/>
              </a:xfrm>
              <a:custGeom>
                <a:avLst/>
                <a:gdLst/>
                <a:ahLst/>
                <a:cxnLst/>
                <a:rect l="l" t="t" r="r" b="b"/>
                <a:pathLst>
                  <a:path w="362" h="814" extrusionOk="0">
                    <a:moveTo>
                      <a:pt x="80" y="1"/>
                    </a:moveTo>
                    <a:lnTo>
                      <a:pt x="281" y="1"/>
                    </a:lnTo>
                    <a:cubicBezTo>
                      <a:pt x="321" y="1"/>
                      <a:pt x="361" y="31"/>
                      <a:pt x="361" y="81"/>
                    </a:cubicBezTo>
                    <a:lnTo>
                      <a:pt x="361" y="733"/>
                    </a:lnTo>
                    <a:cubicBezTo>
                      <a:pt x="361" y="773"/>
                      <a:pt x="321" y="813"/>
                      <a:pt x="281" y="813"/>
                    </a:cubicBezTo>
                    <a:lnTo>
                      <a:pt x="80" y="813"/>
                    </a:lnTo>
                    <a:cubicBezTo>
                      <a:pt x="30" y="813"/>
                      <a:pt x="0" y="773"/>
                      <a:pt x="0" y="733"/>
                    </a:cubicBezTo>
                    <a:lnTo>
                      <a:pt x="0" y="81"/>
                    </a:lnTo>
                    <a:cubicBezTo>
                      <a:pt x="0" y="31"/>
                      <a:pt x="40" y="1"/>
                      <a:pt x="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54"/>
              <p:cNvSpPr/>
              <p:nvPr/>
            </p:nvSpPr>
            <p:spPr>
              <a:xfrm>
                <a:off x="4288863" y="2016665"/>
                <a:ext cx="53989" cy="122657"/>
              </a:xfrm>
              <a:custGeom>
                <a:avLst/>
                <a:gdLst/>
                <a:ahLst/>
                <a:cxnLst/>
                <a:rect l="l" t="t" r="r" b="b"/>
                <a:pathLst>
                  <a:path w="362" h="824" extrusionOk="0">
                    <a:moveTo>
                      <a:pt x="91" y="11"/>
                    </a:moveTo>
                    <a:lnTo>
                      <a:pt x="281" y="11"/>
                    </a:lnTo>
                    <a:cubicBezTo>
                      <a:pt x="332" y="11"/>
                      <a:pt x="362" y="41"/>
                      <a:pt x="362" y="91"/>
                    </a:cubicBezTo>
                    <a:lnTo>
                      <a:pt x="362" y="743"/>
                    </a:lnTo>
                    <a:cubicBezTo>
                      <a:pt x="362" y="783"/>
                      <a:pt x="332" y="823"/>
                      <a:pt x="281" y="823"/>
                    </a:cubicBezTo>
                    <a:lnTo>
                      <a:pt x="91" y="823"/>
                    </a:lnTo>
                    <a:cubicBezTo>
                      <a:pt x="41" y="823"/>
                      <a:pt x="11" y="783"/>
                      <a:pt x="1" y="743"/>
                    </a:cubicBezTo>
                    <a:lnTo>
                      <a:pt x="1" y="91"/>
                    </a:lnTo>
                    <a:cubicBezTo>
                      <a:pt x="11" y="41"/>
                      <a:pt x="41" y="1"/>
                      <a:pt x="91" y="1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54"/>
              <p:cNvSpPr/>
              <p:nvPr/>
            </p:nvSpPr>
            <p:spPr>
              <a:xfrm>
                <a:off x="4549114" y="1850990"/>
                <a:ext cx="122891" cy="147962"/>
              </a:xfrm>
              <a:custGeom>
                <a:avLst/>
                <a:gdLst/>
                <a:ahLst/>
                <a:cxnLst/>
                <a:rect l="l" t="t" r="r" b="b"/>
                <a:pathLst>
                  <a:path w="824" h="994" extrusionOk="0">
                    <a:moveTo>
                      <a:pt x="412" y="0"/>
                    </a:moveTo>
                    <a:cubicBezTo>
                      <a:pt x="643" y="0"/>
                      <a:pt x="823" y="191"/>
                      <a:pt x="823" y="411"/>
                    </a:cubicBezTo>
                    <a:cubicBezTo>
                      <a:pt x="823" y="462"/>
                      <a:pt x="813" y="512"/>
                      <a:pt x="803" y="552"/>
                    </a:cubicBezTo>
                    <a:lnTo>
                      <a:pt x="723" y="993"/>
                    </a:lnTo>
                    <a:lnTo>
                      <a:pt x="91" y="993"/>
                    </a:lnTo>
                    <a:lnTo>
                      <a:pt x="21" y="542"/>
                    </a:lnTo>
                    <a:cubicBezTo>
                      <a:pt x="11" y="502"/>
                      <a:pt x="1" y="462"/>
                      <a:pt x="1" y="421"/>
                    </a:cubicBezTo>
                    <a:cubicBezTo>
                      <a:pt x="1" y="191"/>
                      <a:pt x="181" y="0"/>
                      <a:pt x="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54"/>
              <p:cNvSpPr/>
              <p:nvPr/>
            </p:nvSpPr>
            <p:spPr>
              <a:xfrm>
                <a:off x="4576108" y="1850990"/>
                <a:ext cx="95897" cy="140519"/>
              </a:xfrm>
              <a:custGeom>
                <a:avLst/>
                <a:gdLst/>
                <a:ahLst/>
                <a:cxnLst/>
                <a:rect l="l" t="t" r="r" b="b"/>
                <a:pathLst>
                  <a:path w="643" h="944" extrusionOk="0">
                    <a:moveTo>
                      <a:pt x="231" y="0"/>
                    </a:moveTo>
                    <a:cubicBezTo>
                      <a:pt x="462" y="0"/>
                      <a:pt x="642" y="191"/>
                      <a:pt x="642" y="411"/>
                    </a:cubicBezTo>
                    <a:cubicBezTo>
                      <a:pt x="642" y="462"/>
                      <a:pt x="632" y="512"/>
                      <a:pt x="622" y="552"/>
                    </a:cubicBezTo>
                    <a:lnTo>
                      <a:pt x="552" y="943"/>
                    </a:lnTo>
                    <a:lnTo>
                      <a:pt x="91" y="943"/>
                    </a:lnTo>
                    <a:lnTo>
                      <a:pt x="21" y="492"/>
                    </a:lnTo>
                    <a:cubicBezTo>
                      <a:pt x="10" y="452"/>
                      <a:pt x="0" y="411"/>
                      <a:pt x="0" y="361"/>
                    </a:cubicBezTo>
                    <a:cubicBezTo>
                      <a:pt x="0" y="221"/>
                      <a:pt x="81" y="80"/>
                      <a:pt x="211" y="1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54"/>
              <p:cNvSpPr/>
              <p:nvPr/>
            </p:nvSpPr>
            <p:spPr>
              <a:xfrm>
                <a:off x="3485591" y="1961440"/>
                <a:ext cx="24012" cy="36023"/>
              </a:xfrm>
              <a:custGeom>
                <a:avLst/>
                <a:gdLst/>
                <a:ahLst/>
                <a:cxnLst/>
                <a:rect l="l" t="t" r="r" b="b"/>
                <a:pathLst>
                  <a:path w="161" h="242" extrusionOk="0">
                    <a:moveTo>
                      <a:pt x="100" y="0"/>
                    </a:moveTo>
                    <a:lnTo>
                      <a:pt x="161" y="0"/>
                    </a:lnTo>
                    <a:lnTo>
                      <a:pt x="60" y="241"/>
                    </a:lnTo>
                    <a:lnTo>
                      <a:pt x="0" y="2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54"/>
              <p:cNvSpPr/>
              <p:nvPr/>
            </p:nvSpPr>
            <p:spPr>
              <a:xfrm>
                <a:off x="3512436" y="1959952"/>
                <a:ext cx="19686" cy="37511"/>
              </a:xfrm>
              <a:custGeom>
                <a:avLst/>
                <a:gdLst/>
                <a:ahLst/>
                <a:cxnLst/>
                <a:rect l="l" t="t" r="r" b="b"/>
                <a:pathLst>
                  <a:path w="132" h="252" extrusionOk="0">
                    <a:moveTo>
                      <a:pt x="61" y="0"/>
                    </a:moveTo>
                    <a:lnTo>
                      <a:pt x="131" y="0"/>
                    </a:lnTo>
                    <a:lnTo>
                      <a:pt x="71" y="251"/>
                    </a:lnTo>
                    <a:lnTo>
                      <a:pt x="1" y="251"/>
                    </a:lnTo>
                    <a:cubicBezTo>
                      <a:pt x="21" y="171"/>
                      <a:pt x="41" y="91"/>
                      <a:pt x="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54"/>
              <p:cNvSpPr/>
              <p:nvPr/>
            </p:nvSpPr>
            <p:spPr>
              <a:xfrm>
                <a:off x="3540922" y="1959952"/>
                <a:ext cx="12080" cy="37511"/>
              </a:xfrm>
              <a:custGeom>
                <a:avLst/>
                <a:gdLst/>
                <a:ahLst/>
                <a:cxnLst/>
                <a:rect l="l" t="t" r="r" b="b"/>
                <a:pathLst>
                  <a:path w="81" h="252" extrusionOk="0">
                    <a:moveTo>
                      <a:pt x="20" y="0"/>
                    </a:moveTo>
                    <a:lnTo>
                      <a:pt x="81" y="0"/>
                    </a:lnTo>
                    <a:cubicBezTo>
                      <a:pt x="81" y="91"/>
                      <a:pt x="71" y="171"/>
                      <a:pt x="61" y="251"/>
                    </a:cubicBezTo>
                    <a:lnTo>
                      <a:pt x="0" y="251"/>
                    </a:lnTo>
                    <a:cubicBezTo>
                      <a:pt x="0" y="171"/>
                      <a:pt x="10" y="91"/>
                      <a:pt x="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54"/>
              <p:cNvSpPr/>
              <p:nvPr/>
            </p:nvSpPr>
            <p:spPr>
              <a:xfrm>
                <a:off x="3564785" y="1959952"/>
                <a:ext cx="12229" cy="37511"/>
              </a:xfrm>
              <a:custGeom>
                <a:avLst/>
                <a:gdLst/>
                <a:ahLst/>
                <a:cxnLst/>
                <a:rect l="l" t="t" r="r" b="b"/>
                <a:pathLst>
                  <a:path w="82" h="252" extrusionOk="0">
                    <a:moveTo>
                      <a:pt x="1" y="0"/>
                    </a:moveTo>
                    <a:lnTo>
                      <a:pt x="61" y="0"/>
                    </a:lnTo>
                    <a:lnTo>
                      <a:pt x="81" y="251"/>
                    </a:lnTo>
                    <a:lnTo>
                      <a:pt x="21" y="251"/>
                    </a:lnTo>
                    <a:cubicBezTo>
                      <a:pt x="21" y="171"/>
                      <a:pt x="11" y="91"/>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54"/>
              <p:cNvSpPr/>
              <p:nvPr/>
            </p:nvSpPr>
            <p:spPr>
              <a:xfrm>
                <a:off x="3587305" y="1959952"/>
                <a:ext cx="18046" cy="37511"/>
              </a:xfrm>
              <a:custGeom>
                <a:avLst/>
                <a:gdLst/>
                <a:ahLst/>
                <a:cxnLst/>
                <a:rect l="l" t="t" r="r" b="b"/>
                <a:pathLst>
                  <a:path w="121" h="252" extrusionOk="0">
                    <a:moveTo>
                      <a:pt x="0" y="0"/>
                    </a:moveTo>
                    <a:lnTo>
                      <a:pt x="60" y="0"/>
                    </a:lnTo>
                    <a:lnTo>
                      <a:pt x="121" y="251"/>
                    </a:lnTo>
                    <a:lnTo>
                      <a:pt x="50" y="25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54"/>
              <p:cNvSpPr/>
              <p:nvPr/>
            </p:nvSpPr>
            <p:spPr>
              <a:xfrm>
                <a:off x="3608184" y="1961440"/>
                <a:ext cx="24161" cy="36023"/>
              </a:xfrm>
              <a:custGeom>
                <a:avLst/>
                <a:gdLst/>
                <a:ahLst/>
                <a:cxnLst/>
                <a:rect l="l" t="t" r="r" b="b"/>
                <a:pathLst>
                  <a:path w="162" h="242" extrusionOk="0">
                    <a:moveTo>
                      <a:pt x="1" y="0"/>
                    </a:moveTo>
                    <a:lnTo>
                      <a:pt x="61" y="0"/>
                    </a:lnTo>
                    <a:lnTo>
                      <a:pt x="161" y="241"/>
                    </a:lnTo>
                    <a:lnTo>
                      <a:pt x="101" y="2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54"/>
              <p:cNvSpPr/>
              <p:nvPr/>
            </p:nvSpPr>
            <p:spPr>
              <a:xfrm>
                <a:off x="3935847" y="2061471"/>
                <a:ext cx="1941952" cy="97202"/>
              </a:xfrm>
              <a:custGeom>
                <a:avLst/>
                <a:gdLst/>
                <a:ahLst/>
                <a:cxnLst/>
                <a:rect l="l" t="t" r="r" b="b"/>
                <a:pathLst>
                  <a:path w="13021" h="653" extrusionOk="0">
                    <a:moveTo>
                      <a:pt x="933" y="71"/>
                    </a:moveTo>
                    <a:lnTo>
                      <a:pt x="933" y="221"/>
                    </a:lnTo>
                    <a:lnTo>
                      <a:pt x="101" y="221"/>
                    </a:lnTo>
                    <a:lnTo>
                      <a:pt x="101" y="71"/>
                    </a:lnTo>
                    <a:close/>
                    <a:moveTo>
                      <a:pt x="1866" y="71"/>
                    </a:moveTo>
                    <a:lnTo>
                      <a:pt x="1866" y="221"/>
                    </a:lnTo>
                    <a:lnTo>
                      <a:pt x="1023" y="221"/>
                    </a:lnTo>
                    <a:lnTo>
                      <a:pt x="1023" y="71"/>
                    </a:lnTo>
                    <a:close/>
                    <a:moveTo>
                      <a:pt x="2789" y="71"/>
                    </a:moveTo>
                    <a:lnTo>
                      <a:pt x="2789" y="221"/>
                    </a:lnTo>
                    <a:lnTo>
                      <a:pt x="1956" y="221"/>
                    </a:lnTo>
                    <a:lnTo>
                      <a:pt x="1956" y="71"/>
                    </a:lnTo>
                    <a:close/>
                    <a:moveTo>
                      <a:pt x="3722" y="71"/>
                    </a:moveTo>
                    <a:lnTo>
                      <a:pt x="3722" y="221"/>
                    </a:lnTo>
                    <a:lnTo>
                      <a:pt x="2879" y="221"/>
                    </a:lnTo>
                    <a:lnTo>
                      <a:pt x="2879" y="71"/>
                    </a:lnTo>
                    <a:close/>
                    <a:moveTo>
                      <a:pt x="4645" y="71"/>
                    </a:moveTo>
                    <a:lnTo>
                      <a:pt x="4645" y="221"/>
                    </a:lnTo>
                    <a:lnTo>
                      <a:pt x="3812" y="221"/>
                    </a:lnTo>
                    <a:lnTo>
                      <a:pt x="3812" y="71"/>
                    </a:lnTo>
                    <a:close/>
                    <a:moveTo>
                      <a:pt x="5577" y="71"/>
                    </a:moveTo>
                    <a:lnTo>
                      <a:pt x="5577" y="221"/>
                    </a:lnTo>
                    <a:lnTo>
                      <a:pt x="4735" y="221"/>
                    </a:lnTo>
                    <a:lnTo>
                      <a:pt x="4735" y="71"/>
                    </a:lnTo>
                    <a:close/>
                    <a:moveTo>
                      <a:pt x="6510" y="71"/>
                    </a:moveTo>
                    <a:lnTo>
                      <a:pt x="6510" y="221"/>
                    </a:lnTo>
                    <a:lnTo>
                      <a:pt x="5668" y="221"/>
                    </a:lnTo>
                    <a:lnTo>
                      <a:pt x="5668" y="71"/>
                    </a:lnTo>
                    <a:close/>
                    <a:moveTo>
                      <a:pt x="7433" y="71"/>
                    </a:moveTo>
                    <a:lnTo>
                      <a:pt x="7433" y="221"/>
                    </a:lnTo>
                    <a:lnTo>
                      <a:pt x="6600" y="221"/>
                    </a:lnTo>
                    <a:lnTo>
                      <a:pt x="6590" y="71"/>
                    </a:lnTo>
                    <a:close/>
                    <a:moveTo>
                      <a:pt x="8366" y="71"/>
                    </a:moveTo>
                    <a:lnTo>
                      <a:pt x="8366" y="221"/>
                    </a:lnTo>
                    <a:lnTo>
                      <a:pt x="7523" y="221"/>
                    </a:lnTo>
                    <a:lnTo>
                      <a:pt x="7523" y="71"/>
                    </a:lnTo>
                    <a:close/>
                    <a:moveTo>
                      <a:pt x="9289" y="71"/>
                    </a:moveTo>
                    <a:lnTo>
                      <a:pt x="9289" y="221"/>
                    </a:lnTo>
                    <a:lnTo>
                      <a:pt x="8456" y="221"/>
                    </a:lnTo>
                    <a:lnTo>
                      <a:pt x="8456" y="71"/>
                    </a:lnTo>
                    <a:close/>
                    <a:moveTo>
                      <a:pt x="10222" y="71"/>
                    </a:moveTo>
                    <a:lnTo>
                      <a:pt x="10222" y="221"/>
                    </a:lnTo>
                    <a:lnTo>
                      <a:pt x="9379" y="221"/>
                    </a:lnTo>
                    <a:lnTo>
                      <a:pt x="9379" y="71"/>
                    </a:lnTo>
                    <a:close/>
                    <a:moveTo>
                      <a:pt x="11144" y="71"/>
                    </a:moveTo>
                    <a:lnTo>
                      <a:pt x="11144" y="221"/>
                    </a:lnTo>
                    <a:lnTo>
                      <a:pt x="10312" y="221"/>
                    </a:lnTo>
                    <a:lnTo>
                      <a:pt x="10312" y="71"/>
                    </a:lnTo>
                    <a:close/>
                    <a:moveTo>
                      <a:pt x="12077" y="71"/>
                    </a:moveTo>
                    <a:lnTo>
                      <a:pt x="12077" y="221"/>
                    </a:lnTo>
                    <a:lnTo>
                      <a:pt x="11235" y="221"/>
                    </a:lnTo>
                    <a:lnTo>
                      <a:pt x="11235" y="71"/>
                    </a:lnTo>
                    <a:close/>
                    <a:moveTo>
                      <a:pt x="12940" y="71"/>
                    </a:moveTo>
                    <a:lnTo>
                      <a:pt x="12940" y="221"/>
                    </a:lnTo>
                    <a:lnTo>
                      <a:pt x="12167" y="221"/>
                    </a:lnTo>
                    <a:lnTo>
                      <a:pt x="12167" y="71"/>
                    </a:lnTo>
                    <a:close/>
                    <a:moveTo>
                      <a:pt x="933" y="271"/>
                    </a:moveTo>
                    <a:lnTo>
                      <a:pt x="933" y="432"/>
                    </a:lnTo>
                    <a:lnTo>
                      <a:pt x="101" y="432"/>
                    </a:lnTo>
                    <a:lnTo>
                      <a:pt x="101" y="271"/>
                    </a:lnTo>
                    <a:close/>
                    <a:moveTo>
                      <a:pt x="1866" y="271"/>
                    </a:moveTo>
                    <a:lnTo>
                      <a:pt x="1866" y="432"/>
                    </a:lnTo>
                    <a:lnTo>
                      <a:pt x="1023" y="432"/>
                    </a:lnTo>
                    <a:lnTo>
                      <a:pt x="1023" y="271"/>
                    </a:lnTo>
                    <a:close/>
                    <a:moveTo>
                      <a:pt x="2789" y="271"/>
                    </a:moveTo>
                    <a:lnTo>
                      <a:pt x="2789" y="432"/>
                    </a:lnTo>
                    <a:lnTo>
                      <a:pt x="1956" y="432"/>
                    </a:lnTo>
                    <a:lnTo>
                      <a:pt x="1956" y="271"/>
                    </a:lnTo>
                    <a:close/>
                    <a:moveTo>
                      <a:pt x="3712" y="271"/>
                    </a:moveTo>
                    <a:lnTo>
                      <a:pt x="3712" y="432"/>
                    </a:lnTo>
                    <a:lnTo>
                      <a:pt x="2879" y="432"/>
                    </a:lnTo>
                    <a:lnTo>
                      <a:pt x="2879" y="271"/>
                    </a:lnTo>
                    <a:close/>
                    <a:moveTo>
                      <a:pt x="4645" y="271"/>
                    </a:moveTo>
                    <a:lnTo>
                      <a:pt x="4645" y="432"/>
                    </a:lnTo>
                    <a:lnTo>
                      <a:pt x="3802" y="432"/>
                    </a:lnTo>
                    <a:lnTo>
                      <a:pt x="3802" y="271"/>
                    </a:lnTo>
                    <a:close/>
                    <a:moveTo>
                      <a:pt x="5577" y="271"/>
                    </a:moveTo>
                    <a:lnTo>
                      <a:pt x="5577" y="432"/>
                    </a:lnTo>
                    <a:lnTo>
                      <a:pt x="4735" y="432"/>
                    </a:lnTo>
                    <a:lnTo>
                      <a:pt x="4735" y="271"/>
                    </a:lnTo>
                    <a:close/>
                    <a:moveTo>
                      <a:pt x="6500" y="271"/>
                    </a:moveTo>
                    <a:lnTo>
                      <a:pt x="6500" y="432"/>
                    </a:lnTo>
                    <a:lnTo>
                      <a:pt x="5668" y="432"/>
                    </a:lnTo>
                    <a:lnTo>
                      <a:pt x="5668" y="271"/>
                    </a:lnTo>
                    <a:close/>
                    <a:moveTo>
                      <a:pt x="7433" y="271"/>
                    </a:moveTo>
                    <a:lnTo>
                      <a:pt x="7433" y="432"/>
                    </a:lnTo>
                    <a:lnTo>
                      <a:pt x="6590" y="432"/>
                    </a:lnTo>
                    <a:lnTo>
                      <a:pt x="6590" y="271"/>
                    </a:lnTo>
                    <a:close/>
                    <a:moveTo>
                      <a:pt x="8356" y="271"/>
                    </a:moveTo>
                    <a:lnTo>
                      <a:pt x="8356" y="432"/>
                    </a:lnTo>
                    <a:lnTo>
                      <a:pt x="7523" y="432"/>
                    </a:lnTo>
                    <a:lnTo>
                      <a:pt x="7523" y="271"/>
                    </a:lnTo>
                    <a:close/>
                    <a:moveTo>
                      <a:pt x="9289" y="271"/>
                    </a:moveTo>
                    <a:lnTo>
                      <a:pt x="9289" y="432"/>
                    </a:lnTo>
                    <a:lnTo>
                      <a:pt x="8446" y="432"/>
                    </a:lnTo>
                    <a:lnTo>
                      <a:pt x="8446" y="271"/>
                    </a:lnTo>
                    <a:close/>
                    <a:moveTo>
                      <a:pt x="10211" y="271"/>
                    </a:moveTo>
                    <a:lnTo>
                      <a:pt x="10211" y="432"/>
                    </a:lnTo>
                    <a:lnTo>
                      <a:pt x="9379" y="432"/>
                    </a:lnTo>
                    <a:lnTo>
                      <a:pt x="9379" y="271"/>
                    </a:lnTo>
                    <a:close/>
                    <a:moveTo>
                      <a:pt x="11144" y="271"/>
                    </a:moveTo>
                    <a:lnTo>
                      <a:pt x="11144" y="432"/>
                    </a:lnTo>
                    <a:lnTo>
                      <a:pt x="10302" y="432"/>
                    </a:lnTo>
                    <a:lnTo>
                      <a:pt x="10302" y="271"/>
                    </a:lnTo>
                    <a:close/>
                    <a:moveTo>
                      <a:pt x="12077" y="271"/>
                    </a:moveTo>
                    <a:lnTo>
                      <a:pt x="12077" y="432"/>
                    </a:lnTo>
                    <a:lnTo>
                      <a:pt x="11235" y="432"/>
                    </a:lnTo>
                    <a:lnTo>
                      <a:pt x="11235" y="271"/>
                    </a:lnTo>
                    <a:close/>
                    <a:moveTo>
                      <a:pt x="12930" y="271"/>
                    </a:moveTo>
                    <a:lnTo>
                      <a:pt x="12930" y="432"/>
                    </a:lnTo>
                    <a:lnTo>
                      <a:pt x="12167" y="432"/>
                    </a:lnTo>
                    <a:lnTo>
                      <a:pt x="12167" y="271"/>
                    </a:lnTo>
                    <a:close/>
                    <a:moveTo>
                      <a:pt x="933" y="492"/>
                    </a:moveTo>
                    <a:lnTo>
                      <a:pt x="933" y="582"/>
                    </a:lnTo>
                    <a:lnTo>
                      <a:pt x="91" y="582"/>
                    </a:lnTo>
                    <a:lnTo>
                      <a:pt x="91" y="492"/>
                    </a:lnTo>
                    <a:close/>
                    <a:moveTo>
                      <a:pt x="1856" y="492"/>
                    </a:moveTo>
                    <a:lnTo>
                      <a:pt x="1856" y="582"/>
                    </a:lnTo>
                    <a:lnTo>
                      <a:pt x="1023" y="582"/>
                    </a:lnTo>
                    <a:lnTo>
                      <a:pt x="1023" y="492"/>
                    </a:lnTo>
                    <a:close/>
                    <a:moveTo>
                      <a:pt x="2789" y="492"/>
                    </a:moveTo>
                    <a:lnTo>
                      <a:pt x="2789" y="582"/>
                    </a:lnTo>
                    <a:lnTo>
                      <a:pt x="1946" y="582"/>
                    </a:lnTo>
                    <a:lnTo>
                      <a:pt x="1956" y="492"/>
                    </a:lnTo>
                    <a:close/>
                    <a:moveTo>
                      <a:pt x="3712" y="492"/>
                    </a:moveTo>
                    <a:lnTo>
                      <a:pt x="3712" y="582"/>
                    </a:lnTo>
                    <a:lnTo>
                      <a:pt x="2879" y="582"/>
                    </a:lnTo>
                    <a:lnTo>
                      <a:pt x="2879" y="492"/>
                    </a:lnTo>
                    <a:close/>
                    <a:moveTo>
                      <a:pt x="4645" y="492"/>
                    </a:moveTo>
                    <a:lnTo>
                      <a:pt x="4645" y="582"/>
                    </a:lnTo>
                    <a:lnTo>
                      <a:pt x="3802" y="582"/>
                    </a:lnTo>
                    <a:lnTo>
                      <a:pt x="3802" y="492"/>
                    </a:lnTo>
                    <a:close/>
                    <a:moveTo>
                      <a:pt x="5577" y="492"/>
                    </a:moveTo>
                    <a:lnTo>
                      <a:pt x="5577" y="582"/>
                    </a:lnTo>
                    <a:lnTo>
                      <a:pt x="4735" y="582"/>
                    </a:lnTo>
                    <a:lnTo>
                      <a:pt x="4735" y="492"/>
                    </a:lnTo>
                    <a:close/>
                    <a:moveTo>
                      <a:pt x="6500" y="492"/>
                    </a:moveTo>
                    <a:lnTo>
                      <a:pt x="6500" y="582"/>
                    </a:lnTo>
                    <a:lnTo>
                      <a:pt x="5668" y="582"/>
                    </a:lnTo>
                    <a:lnTo>
                      <a:pt x="5668" y="492"/>
                    </a:lnTo>
                    <a:close/>
                    <a:moveTo>
                      <a:pt x="7433" y="492"/>
                    </a:moveTo>
                    <a:lnTo>
                      <a:pt x="7433" y="582"/>
                    </a:lnTo>
                    <a:lnTo>
                      <a:pt x="6590" y="582"/>
                    </a:lnTo>
                    <a:lnTo>
                      <a:pt x="6590" y="492"/>
                    </a:lnTo>
                    <a:close/>
                    <a:moveTo>
                      <a:pt x="8356" y="492"/>
                    </a:moveTo>
                    <a:lnTo>
                      <a:pt x="8356" y="582"/>
                    </a:lnTo>
                    <a:lnTo>
                      <a:pt x="7523" y="582"/>
                    </a:lnTo>
                    <a:lnTo>
                      <a:pt x="7523" y="492"/>
                    </a:lnTo>
                    <a:close/>
                    <a:moveTo>
                      <a:pt x="9289" y="492"/>
                    </a:moveTo>
                    <a:lnTo>
                      <a:pt x="9289" y="582"/>
                    </a:lnTo>
                    <a:lnTo>
                      <a:pt x="8446" y="582"/>
                    </a:lnTo>
                    <a:lnTo>
                      <a:pt x="8446" y="492"/>
                    </a:lnTo>
                    <a:close/>
                    <a:moveTo>
                      <a:pt x="10211" y="492"/>
                    </a:moveTo>
                    <a:lnTo>
                      <a:pt x="10211" y="582"/>
                    </a:lnTo>
                    <a:lnTo>
                      <a:pt x="9379" y="582"/>
                    </a:lnTo>
                    <a:lnTo>
                      <a:pt x="9379" y="492"/>
                    </a:lnTo>
                    <a:close/>
                    <a:moveTo>
                      <a:pt x="11144" y="492"/>
                    </a:moveTo>
                    <a:lnTo>
                      <a:pt x="11144" y="582"/>
                    </a:lnTo>
                    <a:lnTo>
                      <a:pt x="10302" y="582"/>
                    </a:lnTo>
                    <a:lnTo>
                      <a:pt x="10302" y="492"/>
                    </a:lnTo>
                    <a:close/>
                    <a:moveTo>
                      <a:pt x="12077" y="492"/>
                    </a:moveTo>
                    <a:lnTo>
                      <a:pt x="12077" y="582"/>
                    </a:lnTo>
                    <a:lnTo>
                      <a:pt x="11235" y="582"/>
                    </a:lnTo>
                    <a:lnTo>
                      <a:pt x="11235" y="492"/>
                    </a:lnTo>
                    <a:close/>
                    <a:moveTo>
                      <a:pt x="12930" y="492"/>
                    </a:moveTo>
                    <a:lnTo>
                      <a:pt x="12930" y="582"/>
                    </a:lnTo>
                    <a:lnTo>
                      <a:pt x="12167" y="582"/>
                    </a:lnTo>
                    <a:lnTo>
                      <a:pt x="12167" y="492"/>
                    </a:lnTo>
                    <a:close/>
                    <a:moveTo>
                      <a:pt x="0" y="0"/>
                    </a:moveTo>
                    <a:lnTo>
                      <a:pt x="0" y="652"/>
                    </a:lnTo>
                    <a:lnTo>
                      <a:pt x="13020" y="652"/>
                    </a:lnTo>
                    <a:lnTo>
                      <a:pt x="13020" y="642"/>
                    </a:lnTo>
                    <a:lnTo>
                      <a:pt x="13020" y="592"/>
                    </a:lnTo>
                    <a:lnTo>
                      <a:pt x="13020" y="492"/>
                    </a:lnTo>
                    <a:lnTo>
                      <a:pt x="13020" y="432"/>
                    </a:lnTo>
                    <a:lnTo>
                      <a:pt x="13020" y="271"/>
                    </a:lnTo>
                    <a:lnTo>
                      <a:pt x="13020" y="221"/>
                    </a:lnTo>
                    <a:lnTo>
                      <a:pt x="13020" y="71"/>
                    </a:lnTo>
                    <a:lnTo>
                      <a:pt x="13020" y="11"/>
                    </a:lnTo>
                    <a:lnTo>
                      <a:pt x="12167" y="11"/>
                    </a:lnTo>
                    <a:lnTo>
                      <a:pt x="12167" y="0"/>
                    </a:lnTo>
                    <a:lnTo>
                      <a:pt x="12077" y="0"/>
                    </a:lnTo>
                    <a:lnTo>
                      <a:pt x="12077" y="11"/>
                    </a:lnTo>
                    <a:lnTo>
                      <a:pt x="11235" y="11"/>
                    </a:lnTo>
                    <a:lnTo>
                      <a:pt x="11235" y="0"/>
                    </a:lnTo>
                    <a:lnTo>
                      <a:pt x="11144" y="0"/>
                    </a:lnTo>
                    <a:lnTo>
                      <a:pt x="11144" y="11"/>
                    </a:lnTo>
                    <a:lnTo>
                      <a:pt x="10302" y="11"/>
                    </a:lnTo>
                    <a:lnTo>
                      <a:pt x="10302" y="0"/>
                    </a:lnTo>
                    <a:lnTo>
                      <a:pt x="10222" y="0"/>
                    </a:lnTo>
                    <a:lnTo>
                      <a:pt x="10222" y="11"/>
                    </a:lnTo>
                    <a:lnTo>
                      <a:pt x="9379" y="11"/>
                    </a:lnTo>
                    <a:lnTo>
                      <a:pt x="9379" y="0"/>
                    </a:lnTo>
                    <a:lnTo>
                      <a:pt x="9289" y="0"/>
                    </a:lnTo>
                    <a:lnTo>
                      <a:pt x="9289" y="11"/>
                    </a:lnTo>
                    <a:lnTo>
                      <a:pt x="8446" y="11"/>
                    </a:lnTo>
                    <a:lnTo>
                      <a:pt x="8446" y="0"/>
                    </a:lnTo>
                    <a:lnTo>
                      <a:pt x="8356" y="0"/>
                    </a:lnTo>
                    <a:lnTo>
                      <a:pt x="8356" y="11"/>
                    </a:lnTo>
                    <a:lnTo>
                      <a:pt x="7523" y="11"/>
                    </a:lnTo>
                    <a:lnTo>
                      <a:pt x="7523" y="0"/>
                    </a:lnTo>
                    <a:lnTo>
                      <a:pt x="7433" y="0"/>
                    </a:lnTo>
                    <a:lnTo>
                      <a:pt x="7433" y="11"/>
                    </a:lnTo>
                    <a:lnTo>
                      <a:pt x="6590" y="11"/>
                    </a:lnTo>
                    <a:lnTo>
                      <a:pt x="6590" y="0"/>
                    </a:lnTo>
                    <a:lnTo>
                      <a:pt x="6500" y="0"/>
                    </a:lnTo>
                    <a:lnTo>
                      <a:pt x="6500" y="11"/>
                    </a:lnTo>
                    <a:lnTo>
                      <a:pt x="5668" y="11"/>
                    </a:lnTo>
                    <a:lnTo>
                      <a:pt x="5668" y="0"/>
                    </a:lnTo>
                    <a:lnTo>
                      <a:pt x="5577" y="0"/>
                    </a:lnTo>
                    <a:lnTo>
                      <a:pt x="5577" y="11"/>
                    </a:lnTo>
                    <a:lnTo>
                      <a:pt x="4735" y="11"/>
                    </a:lnTo>
                    <a:lnTo>
                      <a:pt x="4735" y="0"/>
                    </a:lnTo>
                    <a:lnTo>
                      <a:pt x="4645" y="0"/>
                    </a:lnTo>
                    <a:lnTo>
                      <a:pt x="4645" y="11"/>
                    </a:lnTo>
                    <a:lnTo>
                      <a:pt x="3812" y="11"/>
                    </a:lnTo>
                    <a:lnTo>
                      <a:pt x="3812" y="0"/>
                    </a:lnTo>
                    <a:lnTo>
                      <a:pt x="3722" y="0"/>
                    </a:lnTo>
                    <a:lnTo>
                      <a:pt x="3722" y="11"/>
                    </a:lnTo>
                    <a:lnTo>
                      <a:pt x="2879" y="11"/>
                    </a:lnTo>
                    <a:lnTo>
                      <a:pt x="2879" y="0"/>
                    </a:lnTo>
                    <a:lnTo>
                      <a:pt x="2789" y="0"/>
                    </a:lnTo>
                    <a:lnTo>
                      <a:pt x="2789" y="11"/>
                    </a:lnTo>
                    <a:lnTo>
                      <a:pt x="1946" y="11"/>
                    </a:lnTo>
                    <a:lnTo>
                      <a:pt x="1946" y="0"/>
                    </a:lnTo>
                    <a:lnTo>
                      <a:pt x="1866" y="0"/>
                    </a:lnTo>
                    <a:lnTo>
                      <a:pt x="1866" y="11"/>
                    </a:lnTo>
                    <a:lnTo>
                      <a:pt x="1023" y="11"/>
                    </a:lnTo>
                    <a:lnTo>
                      <a:pt x="1023" y="0"/>
                    </a:lnTo>
                    <a:lnTo>
                      <a:pt x="933" y="0"/>
                    </a:lnTo>
                    <a:lnTo>
                      <a:pt x="933" y="11"/>
                    </a:lnTo>
                    <a:lnTo>
                      <a:pt x="91" y="11"/>
                    </a:lnTo>
                    <a:lnTo>
                      <a:pt x="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54"/>
              <p:cNvSpPr/>
              <p:nvPr/>
            </p:nvSpPr>
            <p:spPr>
              <a:xfrm>
                <a:off x="2332136" y="3121616"/>
                <a:ext cx="2209658" cy="113576"/>
              </a:xfrm>
              <a:custGeom>
                <a:avLst/>
                <a:gdLst/>
                <a:ahLst/>
                <a:cxnLst/>
                <a:rect l="l" t="t" r="r" b="b"/>
                <a:pathLst>
                  <a:path w="14816" h="763" extrusionOk="0">
                    <a:moveTo>
                      <a:pt x="14816" y="762"/>
                    </a:moveTo>
                    <a:lnTo>
                      <a:pt x="332" y="732"/>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54"/>
              <p:cNvSpPr/>
              <p:nvPr/>
            </p:nvSpPr>
            <p:spPr>
              <a:xfrm>
                <a:off x="2590895" y="3090208"/>
                <a:ext cx="250108" cy="140519"/>
              </a:xfrm>
              <a:custGeom>
                <a:avLst/>
                <a:gdLst/>
                <a:ahLst/>
                <a:cxnLst/>
                <a:rect l="l" t="t" r="r" b="b"/>
                <a:pathLst>
                  <a:path w="1677" h="944" extrusionOk="0">
                    <a:moveTo>
                      <a:pt x="1" y="943"/>
                    </a:moveTo>
                    <a:lnTo>
                      <a:pt x="1566" y="31"/>
                    </a:lnTo>
                    <a:cubicBezTo>
                      <a:pt x="1596" y="1"/>
                      <a:pt x="1636" y="11"/>
                      <a:pt x="1666" y="51"/>
                    </a:cubicBezTo>
                    <a:lnTo>
                      <a:pt x="1666" y="51"/>
                    </a:lnTo>
                    <a:cubicBezTo>
                      <a:pt x="1676" y="81"/>
                      <a:pt x="1666" y="121"/>
                      <a:pt x="1636" y="141"/>
                    </a:cubicBezTo>
                    <a:lnTo>
                      <a:pt x="262" y="94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54"/>
              <p:cNvSpPr/>
              <p:nvPr/>
            </p:nvSpPr>
            <p:spPr>
              <a:xfrm>
                <a:off x="1893811" y="3151387"/>
                <a:ext cx="260398" cy="61477"/>
              </a:xfrm>
              <a:custGeom>
                <a:avLst/>
                <a:gdLst/>
                <a:ahLst/>
                <a:cxnLst/>
                <a:rect l="l" t="t" r="r" b="b"/>
                <a:pathLst>
                  <a:path w="1746" h="413" extrusionOk="0">
                    <a:moveTo>
                      <a:pt x="1" y="171"/>
                    </a:moveTo>
                    <a:lnTo>
                      <a:pt x="1726" y="1"/>
                    </a:lnTo>
                    <a:lnTo>
                      <a:pt x="1746" y="242"/>
                    </a:lnTo>
                    <a:lnTo>
                      <a:pt x="31" y="41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54"/>
              <p:cNvSpPr/>
              <p:nvPr/>
            </p:nvSpPr>
            <p:spPr>
              <a:xfrm>
                <a:off x="9355772" y="2015177"/>
                <a:ext cx="12080" cy="425725"/>
              </a:xfrm>
              <a:custGeom>
                <a:avLst/>
                <a:gdLst/>
                <a:ahLst/>
                <a:cxnLst/>
                <a:rect l="l" t="t" r="r" b="b"/>
                <a:pathLst>
                  <a:path w="81" h="2860" extrusionOk="0">
                    <a:moveTo>
                      <a:pt x="0" y="1"/>
                    </a:moveTo>
                    <a:lnTo>
                      <a:pt x="80" y="1"/>
                    </a:lnTo>
                    <a:lnTo>
                      <a:pt x="80" y="2859"/>
                    </a:lnTo>
                    <a:lnTo>
                      <a:pt x="0" y="28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54"/>
              <p:cNvSpPr/>
              <p:nvPr/>
            </p:nvSpPr>
            <p:spPr>
              <a:xfrm>
                <a:off x="5077221" y="1485104"/>
                <a:ext cx="383141" cy="95714"/>
              </a:xfrm>
              <a:custGeom>
                <a:avLst/>
                <a:gdLst/>
                <a:ahLst/>
                <a:cxnLst/>
                <a:rect l="l" t="t" r="r" b="b"/>
                <a:pathLst>
                  <a:path w="2569" h="643" extrusionOk="0">
                    <a:moveTo>
                      <a:pt x="823" y="71"/>
                    </a:moveTo>
                    <a:lnTo>
                      <a:pt x="823" y="211"/>
                    </a:lnTo>
                    <a:lnTo>
                      <a:pt x="91" y="211"/>
                    </a:lnTo>
                    <a:lnTo>
                      <a:pt x="81" y="71"/>
                    </a:lnTo>
                    <a:close/>
                    <a:moveTo>
                      <a:pt x="1646" y="71"/>
                    </a:moveTo>
                    <a:lnTo>
                      <a:pt x="1646" y="211"/>
                    </a:lnTo>
                    <a:lnTo>
                      <a:pt x="913" y="211"/>
                    </a:lnTo>
                    <a:lnTo>
                      <a:pt x="913" y="71"/>
                    </a:lnTo>
                    <a:close/>
                    <a:moveTo>
                      <a:pt x="2478" y="71"/>
                    </a:moveTo>
                    <a:lnTo>
                      <a:pt x="2478" y="211"/>
                    </a:lnTo>
                    <a:lnTo>
                      <a:pt x="1736" y="211"/>
                    </a:lnTo>
                    <a:lnTo>
                      <a:pt x="1736" y="71"/>
                    </a:lnTo>
                    <a:close/>
                    <a:moveTo>
                      <a:pt x="823" y="272"/>
                    </a:moveTo>
                    <a:lnTo>
                      <a:pt x="823" y="432"/>
                    </a:lnTo>
                    <a:lnTo>
                      <a:pt x="91" y="432"/>
                    </a:lnTo>
                    <a:lnTo>
                      <a:pt x="81" y="272"/>
                    </a:lnTo>
                    <a:close/>
                    <a:moveTo>
                      <a:pt x="1646" y="272"/>
                    </a:moveTo>
                    <a:lnTo>
                      <a:pt x="1646" y="432"/>
                    </a:lnTo>
                    <a:lnTo>
                      <a:pt x="913" y="432"/>
                    </a:lnTo>
                    <a:lnTo>
                      <a:pt x="913" y="272"/>
                    </a:lnTo>
                    <a:close/>
                    <a:moveTo>
                      <a:pt x="2478" y="272"/>
                    </a:moveTo>
                    <a:lnTo>
                      <a:pt x="2478" y="432"/>
                    </a:lnTo>
                    <a:lnTo>
                      <a:pt x="1736" y="432"/>
                    </a:lnTo>
                    <a:lnTo>
                      <a:pt x="1736" y="272"/>
                    </a:lnTo>
                    <a:close/>
                    <a:moveTo>
                      <a:pt x="823" y="482"/>
                    </a:moveTo>
                    <a:lnTo>
                      <a:pt x="823" y="582"/>
                    </a:lnTo>
                    <a:lnTo>
                      <a:pt x="91" y="582"/>
                    </a:lnTo>
                    <a:lnTo>
                      <a:pt x="81" y="482"/>
                    </a:lnTo>
                    <a:close/>
                    <a:moveTo>
                      <a:pt x="1646" y="482"/>
                    </a:moveTo>
                    <a:lnTo>
                      <a:pt x="1646" y="582"/>
                    </a:lnTo>
                    <a:lnTo>
                      <a:pt x="913" y="582"/>
                    </a:lnTo>
                    <a:lnTo>
                      <a:pt x="913" y="482"/>
                    </a:lnTo>
                    <a:close/>
                    <a:moveTo>
                      <a:pt x="2478" y="482"/>
                    </a:moveTo>
                    <a:lnTo>
                      <a:pt x="2478" y="582"/>
                    </a:lnTo>
                    <a:lnTo>
                      <a:pt x="1736" y="582"/>
                    </a:lnTo>
                    <a:lnTo>
                      <a:pt x="1736" y="482"/>
                    </a:lnTo>
                    <a:close/>
                    <a:moveTo>
                      <a:pt x="1" y="1"/>
                    </a:moveTo>
                    <a:lnTo>
                      <a:pt x="1" y="643"/>
                    </a:lnTo>
                    <a:lnTo>
                      <a:pt x="2569" y="643"/>
                    </a:lnTo>
                    <a:lnTo>
                      <a:pt x="2558" y="1"/>
                    </a:lnTo>
                    <a:lnTo>
                      <a:pt x="2468" y="1"/>
                    </a:lnTo>
                    <a:lnTo>
                      <a:pt x="2468" y="11"/>
                    </a:lnTo>
                    <a:lnTo>
                      <a:pt x="1736" y="11"/>
                    </a:lnTo>
                    <a:lnTo>
                      <a:pt x="1736" y="1"/>
                    </a:lnTo>
                    <a:lnTo>
                      <a:pt x="1646" y="1"/>
                    </a:lnTo>
                    <a:lnTo>
                      <a:pt x="1646" y="11"/>
                    </a:lnTo>
                    <a:lnTo>
                      <a:pt x="913" y="11"/>
                    </a:lnTo>
                    <a:lnTo>
                      <a:pt x="913" y="1"/>
                    </a:lnTo>
                    <a:lnTo>
                      <a:pt x="823" y="1"/>
                    </a:lnTo>
                    <a:lnTo>
                      <a:pt x="823" y="11"/>
                    </a:lnTo>
                    <a:lnTo>
                      <a:pt x="91" y="11"/>
                    </a:lnTo>
                    <a:lnTo>
                      <a:pt x="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54"/>
              <p:cNvSpPr/>
              <p:nvPr/>
            </p:nvSpPr>
            <p:spPr>
              <a:xfrm>
                <a:off x="4704817" y="3126082"/>
                <a:ext cx="221473" cy="110599"/>
              </a:xfrm>
              <a:custGeom>
                <a:avLst/>
                <a:gdLst/>
                <a:ahLst/>
                <a:cxnLst/>
                <a:rect l="l" t="t" r="r" b="b"/>
                <a:pathLst>
                  <a:path w="1485" h="743" extrusionOk="0">
                    <a:moveTo>
                      <a:pt x="1485" y="0"/>
                    </a:moveTo>
                    <a:lnTo>
                      <a:pt x="973" y="743"/>
                    </a:lnTo>
                    <a:lnTo>
                      <a:pt x="0" y="732"/>
                    </a:lnTo>
                    <a:lnTo>
                      <a:pt x="3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54"/>
              <p:cNvSpPr/>
              <p:nvPr/>
            </p:nvSpPr>
            <p:spPr>
              <a:xfrm>
                <a:off x="6169230" y="2074868"/>
                <a:ext cx="70543" cy="71897"/>
              </a:xfrm>
              <a:custGeom>
                <a:avLst/>
                <a:gdLst/>
                <a:ahLst/>
                <a:cxnLst/>
                <a:rect l="l" t="t" r="r" b="b"/>
                <a:pathLst>
                  <a:path w="473" h="483" extrusionOk="0">
                    <a:moveTo>
                      <a:pt x="81" y="11"/>
                    </a:moveTo>
                    <a:lnTo>
                      <a:pt x="392" y="11"/>
                    </a:lnTo>
                    <a:cubicBezTo>
                      <a:pt x="432" y="11"/>
                      <a:pt x="472" y="41"/>
                      <a:pt x="472" y="81"/>
                    </a:cubicBezTo>
                    <a:lnTo>
                      <a:pt x="472" y="402"/>
                    </a:lnTo>
                    <a:cubicBezTo>
                      <a:pt x="472" y="452"/>
                      <a:pt x="432" y="482"/>
                      <a:pt x="392" y="482"/>
                    </a:cubicBezTo>
                    <a:lnTo>
                      <a:pt x="131" y="482"/>
                    </a:lnTo>
                    <a:cubicBezTo>
                      <a:pt x="91" y="482"/>
                      <a:pt x="51" y="452"/>
                      <a:pt x="51" y="402"/>
                    </a:cubicBezTo>
                    <a:lnTo>
                      <a:pt x="11" y="81"/>
                    </a:lnTo>
                    <a:cubicBezTo>
                      <a:pt x="1" y="41"/>
                      <a:pt x="41" y="1"/>
                      <a:pt x="81"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54"/>
              <p:cNvSpPr/>
              <p:nvPr/>
            </p:nvSpPr>
            <p:spPr>
              <a:xfrm>
                <a:off x="6281533" y="2074868"/>
                <a:ext cx="58463" cy="71897"/>
              </a:xfrm>
              <a:custGeom>
                <a:avLst/>
                <a:gdLst/>
                <a:ahLst/>
                <a:cxnLst/>
                <a:rect l="l" t="t" r="r" b="b"/>
                <a:pathLst>
                  <a:path w="392" h="483" extrusionOk="0">
                    <a:moveTo>
                      <a:pt x="101" y="11"/>
                    </a:moveTo>
                    <a:lnTo>
                      <a:pt x="301" y="11"/>
                    </a:lnTo>
                    <a:cubicBezTo>
                      <a:pt x="341" y="11"/>
                      <a:pt x="391" y="41"/>
                      <a:pt x="381" y="81"/>
                    </a:cubicBezTo>
                    <a:lnTo>
                      <a:pt x="341" y="402"/>
                    </a:lnTo>
                    <a:cubicBezTo>
                      <a:pt x="341" y="452"/>
                      <a:pt x="301" y="482"/>
                      <a:pt x="261" y="482"/>
                    </a:cubicBezTo>
                    <a:lnTo>
                      <a:pt x="81" y="482"/>
                    </a:lnTo>
                    <a:cubicBezTo>
                      <a:pt x="40" y="482"/>
                      <a:pt x="0" y="452"/>
                      <a:pt x="0" y="402"/>
                    </a:cubicBezTo>
                    <a:lnTo>
                      <a:pt x="10" y="81"/>
                    </a:lnTo>
                    <a:cubicBezTo>
                      <a:pt x="20" y="41"/>
                      <a:pt x="50" y="1"/>
                      <a:pt x="101"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54"/>
              <p:cNvSpPr/>
              <p:nvPr/>
            </p:nvSpPr>
            <p:spPr>
              <a:xfrm>
                <a:off x="6079597" y="2076356"/>
                <a:ext cx="55480" cy="70408"/>
              </a:xfrm>
              <a:custGeom>
                <a:avLst/>
                <a:gdLst/>
                <a:ahLst/>
                <a:cxnLst/>
                <a:rect l="l" t="t" r="r" b="b"/>
                <a:pathLst>
                  <a:path w="372" h="473" extrusionOk="0">
                    <a:moveTo>
                      <a:pt x="90" y="1"/>
                    </a:moveTo>
                    <a:lnTo>
                      <a:pt x="241" y="1"/>
                    </a:lnTo>
                    <a:cubicBezTo>
                      <a:pt x="281" y="1"/>
                      <a:pt x="311" y="31"/>
                      <a:pt x="321" y="71"/>
                    </a:cubicBezTo>
                    <a:lnTo>
                      <a:pt x="361" y="392"/>
                    </a:lnTo>
                    <a:cubicBezTo>
                      <a:pt x="371" y="442"/>
                      <a:pt x="331" y="472"/>
                      <a:pt x="291" y="472"/>
                    </a:cubicBezTo>
                    <a:lnTo>
                      <a:pt x="181" y="472"/>
                    </a:lnTo>
                    <a:cubicBezTo>
                      <a:pt x="141" y="472"/>
                      <a:pt x="121" y="432"/>
                      <a:pt x="110" y="392"/>
                    </a:cubicBezTo>
                    <a:lnTo>
                      <a:pt x="10" y="71"/>
                    </a:lnTo>
                    <a:cubicBezTo>
                      <a:pt x="0" y="31"/>
                      <a:pt x="50"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54"/>
              <p:cNvSpPr/>
              <p:nvPr/>
            </p:nvSpPr>
            <p:spPr>
              <a:xfrm>
                <a:off x="6359236" y="2076356"/>
                <a:ext cx="63086" cy="70408"/>
              </a:xfrm>
              <a:custGeom>
                <a:avLst/>
                <a:gdLst/>
                <a:ahLst/>
                <a:cxnLst/>
                <a:rect l="l" t="t" r="r" b="b"/>
                <a:pathLst>
                  <a:path w="423" h="473" extrusionOk="0">
                    <a:moveTo>
                      <a:pt x="131" y="1"/>
                    </a:moveTo>
                    <a:lnTo>
                      <a:pt x="332" y="1"/>
                    </a:lnTo>
                    <a:cubicBezTo>
                      <a:pt x="382" y="1"/>
                      <a:pt x="422" y="31"/>
                      <a:pt x="412" y="71"/>
                    </a:cubicBezTo>
                    <a:lnTo>
                      <a:pt x="342" y="392"/>
                    </a:lnTo>
                    <a:cubicBezTo>
                      <a:pt x="342" y="442"/>
                      <a:pt x="302" y="472"/>
                      <a:pt x="252" y="472"/>
                    </a:cubicBezTo>
                    <a:lnTo>
                      <a:pt x="81" y="472"/>
                    </a:lnTo>
                    <a:cubicBezTo>
                      <a:pt x="31" y="472"/>
                      <a:pt x="1" y="442"/>
                      <a:pt x="1" y="392"/>
                    </a:cubicBezTo>
                    <a:lnTo>
                      <a:pt x="41" y="71"/>
                    </a:lnTo>
                    <a:cubicBezTo>
                      <a:pt x="51" y="31"/>
                      <a:pt x="81" y="1"/>
                      <a:pt x="1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54"/>
              <p:cNvSpPr/>
              <p:nvPr/>
            </p:nvSpPr>
            <p:spPr>
              <a:xfrm>
                <a:off x="6046636" y="2037654"/>
                <a:ext cx="422066" cy="12057"/>
              </a:xfrm>
              <a:custGeom>
                <a:avLst/>
                <a:gdLst/>
                <a:ahLst/>
                <a:cxnLst/>
                <a:rect l="l" t="t" r="r" b="b"/>
                <a:pathLst>
                  <a:path w="2830" h="81" extrusionOk="0">
                    <a:moveTo>
                      <a:pt x="0" y="0"/>
                    </a:moveTo>
                    <a:lnTo>
                      <a:pt x="2829" y="0"/>
                    </a:lnTo>
                    <a:lnTo>
                      <a:pt x="2829" y="80"/>
                    </a:lnTo>
                    <a:lnTo>
                      <a:pt x="0" y="8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54"/>
              <p:cNvSpPr/>
              <p:nvPr/>
            </p:nvSpPr>
            <p:spPr>
              <a:xfrm>
                <a:off x="6468556" y="1874806"/>
                <a:ext cx="7606" cy="174905"/>
              </a:xfrm>
              <a:custGeom>
                <a:avLst/>
                <a:gdLst/>
                <a:ahLst/>
                <a:cxnLst/>
                <a:rect l="l" t="t" r="r" b="b"/>
                <a:pathLst>
                  <a:path w="51" h="1175" extrusionOk="0">
                    <a:moveTo>
                      <a:pt x="0" y="1"/>
                    </a:moveTo>
                    <a:lnTo>
                      <a:pt x="50" y="1"/>
                    </a:lnTo>
                    <a:lnTo>
                      <a:pt x="50" y="1174"/>
                    </a:lnTo>
                    <a:lnTo>
                      <a:pt x="0" y="117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54"/>
              <p:cNvSpPr/>
              <p:nvPr/>
            </p:nvSpPr>
            <p:spPr>
              <a:xfrm>
                <a:off x="6534327" y="1864387"/>
                <a:ext cx="12080" cy="28580"/>
              </a:xfrm>
              <a:custGeom>
                <a:avLst/>
                <a:gdLst/>
                <a:ahLst/>
                <a:cxnLst/>
                <a:rect l="l" t="t" r="r" b="b"/>
                <a:pathLst>
                  <a:path w="81" h="192" extrusionOk="0">
                    <a:moveTo>
                      <a:pt x="81" y="0"/>
                    </a:moveTo>
                    <a:lnTo>
                      <a:pt x="0" y="0"/>
                    </a:lnTo>
                    <a:lnTo>
                      <a:pt x="0" y="191"/>
                    </a:lnTo>
                    <a:lnTo>
                      <a:pt x="81" y="19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54"/>
              <p:cNvSpPr/>
              <p:nvPr/>
            </p:nvSpPr>
            <p:spPr>
              <a:xfrm>
                <a:off x="6534327" y="2024108"/>
                <a:ext cx="12080" cy="27092"/>
              </a:xfrm>
              <a:custGeom>
                <a:avLst/>
                <a:gdLst/>
                <a:ahLst/>
                <a:cxnLst/>
                <a:rect l="l" t="t" r="r" b="b"/>
                <a:pathLst>
                  <a:path w="81" h="182" extrusionOk="0">
                    <a:moveTo>
                      <a:pt x="81" y="1"/>
                    </a:moveTo>
                    <a:lnTo>
                      <a:pt x="0" y="1"/>
                    </a:lnTo>
                    <a:lnTo>
                      <a:pt x="0" y="181"/>
                    </a:lnTo>
                    <a:lnTo>
                      <a:pt x="81" y="18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54"/>
              <p:cNvSpPr/>
              <p:nvPr/>
            </p:nvSpPr>
            <p:spPr>
              <a:xfrm>
                <a:off x="6468556" y="1874806"/>
                <a:ext cx="71885" cy="7592"/>
              </a:xfrm>
              <a:custGeom>
                <a:avLst/>
                <a:gdLst/>
                <a:ahLst/>
                <a:cxnLst/>
                <a:rect l="l" t="t" r="r" b="b"/>
                <a:pathLst>
                  <a:path w="482" h="51" extrusionOk="0">
                    <a:moveTo>
                      <a:pt x="0" y="1"/>
                    </a:moveTo>
                    <a:lnTo>
                      <a:pt x="482" y="1"/>
                    </a:lnTo>
                    <a:lnTo>
                      <a:pt x="482" y="51"/>
                    </a:lnTo>
                    <a:lnTo>
                      <a:pt x="0" y="5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54"/>
              <p:cNvSpPr/>
              <p:nvPr/>
            </p:nvSpPr>
            <p:spPr>
              <a:xfrm>
                <a:off x="6468556" y="2033039"/>
                <a:ext cx="71885" cy="9229"/>
              </a:xfrm>
              <a:custGeom>
                <a:avLst/>
                <a:gdLst/>
                <a:ahLst/>
                <a:cxnLst/>
                <a:rect l="l" t="t" r="r" b="b"/>
                <a:pathLst>
                  <a:path w="482" h="62" extrusionOk="0">
                    <a:moveTo>
                      <a:pt x="0" y="1"/>
                    </a:moveTo>
                    <a:lnTo>
                      <a:pt x="482" y="1"/>
                    </a:lnTo>
                    <a:lnTo>
                      <a:pt x="482" y="61"/>
                    </a:lnTo>
                    <a:lnTo>
                      <a:pt x="0" y="6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54"/>
              <p:cNvSpPr/>
              <p:nvPr/>
            </p:nvSpPr>
            <p:spPr>
              <a:xfrm>
                <a:off x="5654694" y="1600169"/>
                <a:ext cx="107828" cy="126973"/>
              </a:xfrm>
              <a:custGeom>
                <a:avLst/>
                <a:gdLst/>
                <a:ahLst/>
                <a:cxnLst/>
                <a:rect l="l" t="t" r="r" b="b"/>
                <a:pathLst>
                  <a:path w="723" h="853" extrusionOk="0">
                    <a:moveTo>
                      <a:pt x="61" y="130"/>
                    </a:moveTo>
                    <a:lnTo>
                      <a:pt x="311" y="30"/>
                    </a:lnTo>
                    <a:cubicBezTo>
                      <a:pt x="382" y="0"/>
                      <a:pt x="472" y="30"/>
                      <a:pt x="502" y="100"/>
                    </a:cubicBezTo>
                    <a:lnTo>
                      <a:pt x="693" y="542"/>
                    </a:lnTo>
                    <a:cubicBezTo>
                      <a:pt x="723" y="622"/>
                      <a:pt x="693" y="702"/>
                      <a:pt x="612" y="732"/>
                    </a:cubicBezTo>
                    <a:lnTo>
                      <a:pt x="362" y="843"/>
                    </a:lnTo>
                    <a:cubicBezTo>
                      <a:pt x="352" y="853"/>
                      <a:pt x="331" y="853"/>
                      <a:pt x="321" y="853"/>
                    </a:cubicBezTo>
                    <a:lnTo>
                      <a:pt x="0" y="181"/>
                    </a:lnTo>
                    <a:cubicBezTo>
                      <a:pt x="11" y="161"/>
                      <a:pt x="31" y="140"/>
                      <a:pt x="61" y="130"/>
                    </a:cubicBezTo>
                    <a:close/>
                    <a:moveTo>
                      <a:pt x="311" y="853"/>
                    </a:move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54"/>
              <p:cNvSpPr/>
              <p:nvPr/>
            </p:nvSpPr>
            <p:spPr>
              <a:xfrm>
                <a:off x="5659169" y="1621009"/>
                <a:ext cx="86949" cy="106134"/>
              </a:xfrm>
              <a:custGeom>
                <a:avLst/>
                <a:gdLst/>
                <a:ahLst/>
                <a:cxnLst/>
                <a:rect l="l" t="t" r="r" b="b"/>
                <a:pathLst>
                  <a:path w="583" h="713" extrusionOk="0">
                    <a:moveTo>
                      <a:pt x="582" y="592"/>
                    </a:moveTo>
                    <a:lnTo>
                      <a:pt x="582" y="592"/>
                    </a:lnTo>
                    <a:lnTo>
                      <a:pt x="332" y="703"/>
                    </a:lnTo>
                    <a:cubicBezTo>
                      <a:pt x="322" y="713"/>
                      <a:pt x="301" y="713"/>
                      <a:pt x="291" y="713"/>
                    </a:cubicBezTo>
                    <a:lnTo>
                      <a:pt x="1" y="121"/>
                    </a:lnTo>
                    <a:lnTo>
                      <a:pt x="181" y="41"/>
                    </a:lnTo>
                    <a:cubicBezTo>
                      <a:pt x="261" y="0"/>
                      <a:pt x="352" y="41"/>
                      <a:pt x="382" y="111"/>
                    </a:cubicBezTo>
                    <a:lnTo>
                      <a:pt x="572" y="552"/>
                    </a:lnTo>
                    <a:cubicBezTo>
                      <a:pt x="572" y="572"/>
                      <a:pt x="582" y="582"/>
                      <a:pt x="582" y="592"/>
                    </a:cubicBezTo>
                    <a:close/>
                    <a:moveTo>
                      <a:pt x="281" y="713"/>
                    </a:move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54"/>
              <p:cNvSpPr/>
              <p:nvPr/>
            </p:nvSpPr>
            <p:spPr>
              <a:xfrm>
                <a:off x="5608312" y="1626963"/>
                <a:ext cx="94406" cy="101668"/>
              </a:xfrm>
              <a:custGeom>
                <a:avLst/>
                <a:gdLst/>
                <a:ahLst/>
                <a:cxnLst/>
                <a:rect l="l" t="t" r="r" b="b"/>
                <a:pathLst>
                  <a:path w="633" h="683" extrusionOk="0">
                    <a:moveTo>
                      <a:pt x="311" y="1"/>
                    </a:moveTo>
                    <a:cubicBezTo>
                      <a:pt x="111" y="121"/>
                      <a:pt x="1" y="251"/>
                      <a:pt x="21" y="522"/>
                    </a:cubicBezTo>
                    <a:cubicBezTo>
                      <a:pt x="31" y="612"/>
                      <a:pt x="101" y="683"/>
                      <a:pt x="191" y="683"/>
                    </a:cubicBezTo>
                    <a:lnTo>
                      <a:pt x="632" y="683"/>
                    </a:lnTo>
                    <a:lnTo>
                      <a:pt x="311" y="1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54"/>
              <p:cNvSpPr/>
              <p:nvPr/>
            </p:nvSpPr>
            <p:spPr>
              <a:xfrm>
                <a:off x="5611294" y="1638871"/>
                <a:ext cx="91423" cy="89760"/>
              </a:xfrm>
              <a:custGeom>
                <a:avLst/>
                <a:gdLst/>
                <a:ahLst/>
                <a:cxnLst/>
                <a:rect l="l" t="t" r="r" b="b"/>
                <a:pathLst>
                  <a:path w="613" h="603" extrusionOk="0">
                    <a:moveTo>
                      <a:pt x="11" y="272"/>
                    </a:moveTo>
                    <a:cubicBezTo>
                      <a:pt x="1" y="332"/>
                      <a:pt x="1" y="382"/>
                      <a:pt x="11" y="442"/>
                    </a:cubicBezTo>
                    <a:cubicBezTo>
                      <a:pt x="11" y="532"/>
                      <a:pt x="91" y="603"/>
                      <a:pt x="181" y="603"/>
                    </a:cubicBezTo>
                    <a:lnTo>
                      <a:pt x="612" y="603"/>
                    </a:lnTo>
                    <a:lnTo>
                      <a:pt x="322" y="1"/>
                    </a:lnTo>
                    <a:cubicBezTo>
                      <a:pt x="201" y="71"/>
                      <a:pt x="91" y="161"/>
                      <a:pt x="11" y="28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54"/>
              <p:cNvSpPr/>
              <p:nvPr/>
            </p:nvSpPr>
            <p:spPr>
              <a:xfrm>
                <a:off x="5636798" y="1728482"/>
                <a:ext cx="56971" cy="21137"/>
              </a:xfrm>
              <a:custGeom>
                <a:avLst/>
                <a:gdLst/>
                <a:ahLst/>
                <a:cxnLst/>
                <a:rect l="l" t="t" r="r" b="b"/>
                <a:pathLst>
                  <a:path w="382" h="142" extrusionOk="0">
                    <a:moveTo>
                      <a:pt x="0" y="1"/>
                    </a:moveTo>
                    <a:lnTo>
                      <a:pt x="381" y="1"/>
                    </a:lnTo>
                    <a:lnTo>
                      <a:pt x="381" y="141"/>
                    </a:lnTo>
                    <a:lnTo>
                      <a:pt x="0" y="1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54"/>
              <p:cNvSpPr/>
              <p:nvPr/>
            </p:nvSpPr>
            <p:spPr>
              <a:xfrm>
                <a:off x="5609803" y="1764356"/>
                <a:ext cx="112302" cy="18011"/>
              </a:xfrm>
              <a:custGeom>
                <a:avLst/>
                <a:gdLst/>
                <a:ahLst/>
                <a:cxnLst/>
                <a:rect l="l" t="t" r="r" b="b"/>
                <a:pathLst>
                  <a:path w="753" h="121" extrusionOk="0">
                    <a:moveTo>
                      <a:pt x="1" y="0"/>
                    </a:moveTo>
                    <a:lnTo>
                      <a:pt x="753" y="0"/>
                    </a:lnTo>
                    <a:lnTo>
                      <a:pt x="753" y="121"/>
                    </a:lnTo>
                    <a:lnTo>
                      <a:pt x="1" y="1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54"/>
              <p:cNvSpPr/>
              <p:nvPr/>
            </p:nvSpPr>
            <p:spPr>
              <a:xfrm>
                <a:off x="5063799" y="1117879"/>
                <a:ext cx="7606" cy="174756"/>
              </a:xfrm>
              <a:custGeom>
                <a:avLst/>
                <a:gdLst/>
                <a:ahLst/>
                <a:cxnLst/>
                <a:rect l="l" t="t" r="r" b="b"/>
                <a:pathLst>
                  <a:path w="51" h="1174" extrusionOk="0">
                    <a:moveTo>
                      <a:pt x="0" y="0"/>
                    </a:moveTo>
                    <a:lnTo>
                      <a:pt x="51" y="0"/>
                    </a:lnTo>
                    <a:lnTo>
                      <a:pt x="51" y="1174"/>
                    </a:lnTo>
                    <a:lnTo>
                      <a:pt x="0" y="117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54"/>
              <p:cNvSpPr/>
              <p:nvPr/>
            </p:nvSpPr>
            <p:spPr>
              <a:xfrm>
                <a:off x="5054850" y="1005791"/>
                <a:ext cx="25503" cy="112237"/>
              </a:xfrm>
              <a:custGeom>
                <a:avLst/>
                <a:gdLst/>
                <a:ahLst/>
                <a:cxnLst/>
                <a:rect l="l" t="t" r="r" b="b"/>
                <a:pathLst>
                  <a:path w="171" h="754" extrusionOk="0">
                    <a:moveTo>
                      <a:pt x="91" y="1"/>
                    </a:moveTo>
                    <a:lnTo>
                      <a:pt x="91" y="1"/>
                    </a:lnTo>
                    <a:cubicBezTo>
                      <a:pt x="131" y="1"/>
                      <a:pt x="171" y="11"/>
                      <a:pt x="171" y="21"/>
                    </a:cubicBezTo>
                    <a:lnTo>
                      <a:pt x="171" y="733"/>
                    </a:lnTo>
                    <a:cubicBezTo>
                      <a:pt x="171" y="743"/>
                      <a:pt x="131" y="753"/>
                      <a:pt x="91" y="753"/>
                    </a:cubicBezTo>
                    <a:lnTo>
                      <a:pt x="91" y="753"/>
                    </a:lnTo>
                    <a:cubicBezTo>
                      <a:pt x="40" y="753"/>
                      <a:pt x="0" y="743"/>
                      <a:pt x="0" y="733"/>
                    </a:cubicBezTo>
                    <a:lnTo>
                      <a:pt x="0" y="21"/>
                    </a:lnTo>
                    <a:cubicBezTo>
                      <a:pt x="0" y="11"/>
                      <a:pt x="40" y="1"/>
                      <a:pt x="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54"/>
              <p:cNvSpPr/>
              <p:nvPr/>
            </p:nvSpPr>
            <p:spPr>
              <a:xfrm>
                <a:off x="5131061" y="1107310"/>
                <a:ext cx="10589" cy="28580"/>
              </a:xfrm>
              <a:custGeom>
                <a:avLst/>
                <a:gdLst/>
                <a:ahLst/>
                <a:cxnLst/>
                <a:rect l="l" t="t" r="r" b="b"/>
                <a:pathLst>
                  <a:path w="71" h="192" extrusionOk="0">
                    <a:moveTo>
                      <a:pt x="71" y="1"/>
                    </a:moveTo>
                    <a:lnTo>
                      <a:pt x="1" y="1"/>
                    </a:lnTo>
                    <a:lnTo>
                      <a:pt x="1" y="192"/>
                    </a:lnTo>
                    <a:lnTo>
                      <a:pt x="71" y="19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54"/>
              <p:cNvSpPr/>
              <p:nvPr/>
            </p:nvSpPr>
            <p:spPr>
              <a:xfrm>
                <a:off x="5063799" y="1117879"/>
                <a:ext cx="71885" cy="7592"/>
              </a:xfrm>
              <a:custGeom>
                <a:avLst/>
                <a:gdLst/>
                <a:ahLst/>
                <a:cxnLst/>
                <a:rect l="l" t="t" r="r" b="b"/>
                <a:pathLst>
                  <a:path w="482" h="51" extrusionOk="0">
                    <a:moveTo>
                      <a:pt x="0" y="0"/>
                    </a:moveTo>
                    <a:lnTo>
                      <a:pt x="482" y="0"/>
                    </a:lnTo>
                    <a:lnTo>
                      <a:pt x="482" y="50"/>
                    </a:lnTo>
                    <a:lnTo>
                      <a:pt x="0" y="5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54"/>
              <p:cNvSpPr/>
              <p:nvPr/>
            </p:nvSpPr>
            <p:spPr>
              <a:xfrm>
                <a:off x="5916437" y="2162990"/>
                <a:ext cx="131840" cy="161359"/>
              </a:xfrm>
              <a:custGeom>
                <a:avLst/>
                <a:gdLst/>
                <a:ahLst/>
                <a:cxnLst/>
                <a:rect l="l" t="t" r="r" b="b"/>
                <a:pathLst>
                  <a:path w="884" h="1084" extrusionOk="0">
                    <a:moveTo>
                      <a:pt x="1" y="1"/>
                    </a:moveTo>
                    <a:lnTo>
                      <a:pt x="884" y="1"/>
                    </a:lnTo>
                    <a:lnTo>
                      <a:pt x="653" y="1084"/>
                    </a:lnTo>
                    <a:lnTo>
                      <a:pt x="292" y="108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54"/>
              <p:cNvSpPr/>
              <p:nvPr/>
            </p:nvSpPr>
            <p:spPr>
              <a:xfrm>
                <a:off x="5856631" y="2162990"/>
                <a:ext cx="103354" cy="161359"/>
              </a:xfrm>
              <a:custGeom>
                <a:avLst/>
                <a:gdLst/>
                <a:ahLst/>
                <a:cxnLst/>
                <a:rect l="l" t="t" r="r" b="b"/>
                <a:pathLst>
                  <a:path w="693" h="1084" extrusionOk="0">
                    <a:moveTo>
                      <a:pt x="402" y="1"/>
                    </a:moveTo>
                    <a:lnTo>
                      <a:pt x="1" y="1"/>
                    </a:lnTo>
                    <a:lnTo>
                      <a:pt x="693" y="108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54"/>
              <p:cNvSpPr/>
              <p:nvPr/>
            </p:nvSpPr>
            <p:spPr>
              <a:xfrm>
                <a:off x="6013676" y="2162990"/>
                <a:ext cx="130348" cy="161359"/>
              </a:xfrm>
              <a:custGeom>
                <a:avLst/>
                <a:gdLst/>
                <a:ahLst/>
                <a:cxnLst/>
                <a:rect l="l" t="t" r="r" b="b"/>
                <a:pathLst>
                  <a:path w="874" h="1084" extrusionOk="0">
                    <a:moveTo>
                      <a:pt x="232" y="1"/>
                    </a:moveTo>
                    <a:lnTo>
                      <a:pt x="873" y="1"/>
                    </a:lnTo>
                    <a:lnTo>
                      <a:pt x="1" y="108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54"/>
              <p:cNvSpPr/>
              <p:nvPr/>
            </p:nvSpPr>
            <p:spPr>
              <a:xfrm>
                <a:off x="5256787" y="1615055"/>
                <a:ext cx="70394" cy="61328"/>
              </a:xfrm>
              <a:custGeom>
                <a:avLst/>
                <a:gdLst/>
                <a:ahLst/>
                <a:cxnLst/>
                <a:rect l="l" t="t" r="r" b="b"/>
                <a:pathLst>
                  <a:path w="472" h="412" extrusionOk="0">
                    <a:moveTo>
                      <a:pt x="0" y="0"/>
                    </a:moveTo>
                    <a:lnTo>
                      <a:pt x="472" y="0"/>
                    </a:lnTo>
                    <a:lnTo>
                      <a:pt x="472" y="41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54"/>
              <p:cNvSpPr/>
              <p:nvPr/>
            </p:nvSpPr>
            <p:spPr>
              <a:xfrm>
                <a:off x="5327032" y="1615055"/>
                <a:ext cx="69052" cy="61328"/>
              </a:xfrm>
              <a:custGeom>
                <a:avLst/>
                <a:gdLst/>
                <a:ahLst/>
                <a:cxnLst/>
                <a:rect l="l" t="t" r="r" b="b"/>
                <a:pathLst>
                  <a:path w="463" h="412" extrusionOk="0">
                    <a:moveTo>
                      <a:pt x="462" y="0"/>
                    </a:moveTo>
                    <a:lnTo>
                      <a:pt x="1" y="0"/>
                    </a:lnTo>
                    <a:lnTo>
                      <a:pt x="1" y="41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54"/>
              <p:cNvSpPr/>
              <p:nvPr/>
            </p:nvSpPr>
            <p:spPr>
              <a:xfrm>
                <a:off x="5594889" y="1747982"/>
                <a:ext cx="140788" cy="16523"/>
              </a:xfrm>
              <a:custGeom>
                <a:avLst/>
                <a:gdLst/>
                <a:ahLst/>
                <a:cxnLst/>
                <a:rect l="l" t="t" r="r" b="b"/>
                <a:pathLst>
                  <a:path w="944" h="111" extrusionOk="0">
                    <a:moveTo>
                      <a:pt x="50" y="10"/>
                    </a:moveTo>
                    <a:lnTo>
                      <a:pt x="893" y="10"/>
                    </a:lnTo>
                    <a:cubicBezTo>
                      <a:pt x="923" y="10"/>
                      <a:pt x="943" y="30"/>
                      <a:pt x="943" y="50"/>
                    </a:cubicBezTo>
                    <a:lnTo>
                      <a:pt x="943" y="50"/>
                    </a:lnTo>
                    <a:cubicBezTo>
                      <a:pt x="943" y="80"/>
                      <a:pt x="923" y="110"/>
                      <a:pt x="893" y="110"/>
                    </a:cubicBezTo>
                    <a:lnTo>
                      <a:pt x="50" y="110"/>
                    </a:lnTo>
                    <a:cubicBezTo>
                      <a:pt x="30" y="110"/>
                      <a:pt x="0" y="80"/>
                      <a:pt x="0" y="50"/>
                    </a:cubicBezTo>
                    <a:lnTo>
                      <a:pt x="0" y="50"/>
                    </a:lnTo>
                    <a:cubicBezTo>
                      <a:pt x="0" y="30"/>
                      <a:pt x="30" y="0"/>
                      <a:pt x="50" y="1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54"/>
              <p:cNvSpPr/>
              <p:nvPr/>
            </p:nvSpPr>
            <p:spPr>
              <a:xfrm>
                <a:off x="5594889" y="1782219"/>
                <a:ext cx="140788" cy="15183"/>
              </a:xfrm>
              <a:custGeom>
                <a:avLst/>
                <a:gdLst/>
                <a:ahLst/>
                <a:cxnLst/>
                <a:rect l="l" t="t" r="r" b="b"/>
                <a:pathLst>
                  <a:path w="944" h="102" extrusionOk="0">
                    <a:moveTo>
                      <a:pt x="50" y="1"/>
                    </a:moveTo>
                    <a:lnTo>
                      <a:pt x="893" y="1"/>
                    </a:lnTo>
                    <a:cubicBezTo>
                      <a:pt x="923" y="1"/>
                      <a:pt x="943" y="21"/>
                      <a:pt x="943" y="51"/>
                    </a:cubicBezTo>
                    <a:lnTo>
                      <a:pt x="943" y="51"/>
                    </a:lnTo>
                    <a:cubicBezTo>
                      <a:pt x="943" y="81"/>
                      <a:pt x="923" y="101"/>
                      <a:pt x="893" y="101"/>
                    </a:cubicBezTo>
                    <a:lnTo>
                      <a:pt x="50" y="101"/>
                    </a:lnTo>
                    <a:cubicBezTo>
                      <a:pt x="30" y="101"/>
                      <a:pt x="0" y="81"/>
                      <a:pt x="0" y="51"/>
                    </a:cubicBezTo>
                    <a:lnTo>
                      <a:pt x="0" y="51"/>
                    </a:lnTo>
                    <a:cubicBezTo>
                      <a:pt x="0" y="21"/>
                      <a:pt x="30" y="1"/>
                      <a:pt x="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54"/>
              <p:cNvSpPr/>
              <p:nvPr/>
            </p:nvSpPr>
            <p:spPr>
              <a:xfrm>
                <a:off x="5146124" y="1120856"/>
                <a:ext cx="199102" cy="262878"/>
              </a:xfrm>
              <a:custGeom>
                <a:avLst/>
                <a:gdLst/>
                <a:ahLst/>
                <a:cxnLst/>
                <a:rect l="l" t="t" r="r" b="b"/>
                <a:pathLst>
                  <a:path w="1335" h="1766" extrusionOk="0">
                    <a:moveTo>
                      <a:pt x="1194" y="60"/>
                    </a:moveTo>
                    <a:lnTo>
                      <a:pt x="1033" y="231"/>
                    </a:lnTo>
                    <a:lnTo>
                      <a:pt x="1033" y="60"/>
                    </a:lnTo>
                    <a:close/>
                    <a:moveTo>
                      <a:pt x="1254" y="81"/>
                    </a:moveTo>
                    <a:lnTo>
                      <a:pt x="1254" y="271"/>
                    </a:lnTo>
                    <a:lnTo>
                      <a:pt x="1063" y="271"/>
                    </a:lnTo>
                    <a:lnTo>
                      <a:pt x="1254" y="81"/>
                    </a:lnTo>
                    <a:close/>
                    <a:moveTo>
                      <a:pt x="1194" y="331"/>
                    </a:moveTo>
                    <a:lnTo>
                      <a:pt x="1033" y="512"/>
                    </a:lnTo>
                    <a:lnTo>
                      <a:pt x="1033" y="331"/>
                    </a:lnTo>
                    <a:close/>
                    <a:moveTo>
                      <a:pt x="1254" y="361"/>
                    </a:moveTo>
                    <a:lnTo>
                      <a:pt x="1254" y="552"/>
                    </a:lnTo>
                    <a:lnTo>
                      <a:pt x="1063" y="552"/>
                    </a:lnTo>
                    <a:lnTo>
                      <a:pt x="1254" y="361"/>
                    </a:lnTo>
                    <a:close/>
                    <a:moveTo>
                      <a:pt x="1194" y="612"/>
                    </a:moveTo>
                    <a:lnTo>
                      <a:pt x="1033" y="783"/>
                    </a:lnTo>
                    <a:lnTo>
                      <a:pt x="1033" y="612"/>
                    </a:lnTo>
                    <a:close/>
                    <a:moveTo>
                      <a:pt x="1254" y="632"/>
                    </a:moveTo>
                    <a:lnTo>
                      <a:pt x="1254" y="823"/>
                    </a:lnTo>
                    <a:lnTo>
                      <a:pt x="1063" y="823"/>
                    </a:lnTo>
                    <a:lnTo>
                      <a:pt x="1254" y="632"/>
                    </a:lnTo>
                    <a:close/>
                    <a:moveTo>
                      <a:pt x="1194" y="883"/>
                    </a:moveTo>
                    <a:lnTo>
                      <a:pt x="1033" y="1064"/>
                    </a:lnTo>
                    <a:lnTo>
                      <a:pt x="1033" y="883"/>
                    </a:lnTo>
                    <a:close/>
                    <a:moveTo>
                      <a:pt x="1254" y="903"/>
                    </a:moveTo>
                    <a:lnTo>
                      <a:pt x="1254" y="1144"/>
                    </a:lnTo>
                    <a:lnTo>
                      <a:pt x="1033" y="1144"/>
                    </a:lnTo>
                    <a:lnTo>
                      <a:pt x="1254" y="903"/>
                    </a:lnTo>
                    <a:close/>
                    <a:moveTo>
                      <a:pt x="953" y="1013"/>
                    </a:moveTo>
                    <a:lnTo>
                      <a:pt x="953" y="1174"/>
                    </a:lnTo>
                    <a:lnTo>
                      <a:pt x="602" y="1475"/>
                    </a:lnTo>
                    <a:lnTo>
                      <a:pt x="492" y="1134"/>
                    </a:lnTo>
                    <a:lnTo>
                      <a:pt x="953" y="1013"/>
                    </a:lnTo>
                    <a:close/>
                    <a:moveTo>
                      <a:pt x="431" y="1144"/>
                    </a:moveTo>
                    <a:lnTo>
                      <a:pt x="552" y="1515"/>
                    </a:lnTo>
                    <a:lnTo>
                      <a:pt x="331" y="1705"/>
                    </a:lnTo>
                    <a:lnTo>
                      <a:pt x="60" y="1675"/>
                    </a:lnTo>
                    <a:lnTo>
                      <a:pt x="120" y="1224"/>
                    </a:lnTo>
                    <a:lnTo>
                      <a:pt x="431" y="1144"/>
                    </a:lnTo>
                    <a:close/>
                    <a:moveTo>
                      <a:pt x="973" y="0"/>
                    </a:moveTo>
                    <a:lnTo>
                      <a:pt x="973" y="953"/>
                    </a:lnTo>
                    <a:lnTo>
                      <a:pt x="90" y="1184"/>
                    </a:lnTo>
                    <a:lnTo>
                      <a:pt x="70" y="1184"/>
                    </a:lnTo>
                    <a:lnTo>
                      <a:pt x="0" y="1715"/>
                    </a:lnTo>
                    <a:lnTo>
                      <a:pt x="341" y="1766"/>
                    </a:lnTo>
                    <a:lnTo>
                      <a:pt x="993" y="1204"/>
                    </a:lnTo>
                    <a:lnTo>
                      <a:pt x="1003" y="1194"/>
                    </a:lnTo>
                    <a:lnTo>
                      <a:pt x="1314" y="1194"/>
                    </a:lnTo>
                    <a:lnTo>
                      <a:pt x="1314" y="843"/>
                    </a:lnTo>
                    <a:lnTo>
                      <a:pt x="1334" y="823"/>
                    </a:lnTo>
                    <a:lnTo>
                      <a:pt x="1314" y="823"/>
                    </a:lnTo>
                    <a:lnTo>
                      <a:pt x="1314" y="562"/>
                    </a:lnTo>
                    <a:lnTo>
                      <a:pt x="1334" y="542"/>
                    </a:lnTo>
                    <a:lnTo>
                      <a:pt x="1314" y="542"/>
                    </a:lnTo>
                    <a:lnTo>
                      <a:pt x="1314" y="291"/>
                    </a:lnTo>
                    <a:lnTo>
                      <a:pt x="1334" y="271"/>
                    </a:lnTo>
                    <a:lnTo>
                      <a:pt x="1314" y="271"/>
                    </a:lnTo>
                    <a:lnTo>
                      <a:pt x="1314" y="20"/>
                    </a:lnTo>
                    <a:lnTo>
                      <a:pt x="13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54"/>
              <p:cNvSpPr/>
              <p:nvPr/>
            </p:nvSpPr>
            <p:spPr>
              <a:xfrm>
                <a:off x="5315101" y="1082005"/>
                <a:ext cx="139297" cy="403248"/>
              </a:xfrm>
              <a:custGeom>
                <a:avLst/>
                <a:gdLst/>
                <a:ahLst/>
                <a:cxnLst/>
                <a:rect l="l" t="t" r="r" b="b"/>
                <a:pathLst>
                  <a:path w="934" h="2709" extrusionOk="0">
                    <a:moveTo>
                      <a:pt x="121" y="0"/>
                    </a:moveTo>
                    <a:lnTo>
                      <a:pt x="121" y="0"/>
                    </a:lnTo>
                    <a:lnTo>
                      <a:pt x="933" y="2669"/>
                    </a:lnTo>
                    <a:lnTo>
                      <a:pt x="933" y="2669"/>
                    </a:lnTo>
                    <a:cubicBezTo>
                      <a:pt x="823" y="2709"/>
                      <a:pt x="542" y="2137"/>
                      <a:pt x="311" y="1405"/>
                    </a:cubicBezTo>
                    <a:cubicBezTo>
                      <a:pt x="81" y="662"/>
                      <a:pt x="1" y="41"/>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54"/>
              <p:cNvSpPr/>
              <p:nvPr/>
            </p:nvSpPr>
            <p:spPr>
              <a:xfrm>
                <a:off x="5343587" y="1167150"/>
                <a:ext cx="112302" cy="316615"/>
              </a:xfrm>
              <a:custGeom>
                <a:avLst/>
                <a:gdLst/>
                <a:ahLst/>
                <a:cxnLst/>
                <a:rect l="l" t="t" r="r" b="b"/>
                <a:pathLst>
                  <a:path w="753" h="2127" extrusionOk="0">
                    <a:moveTo>
                      <a:pt x="110" y="0"/>
                    </a:moveTo>
                    <a:lnTo>
                      <a:pt x="752" y="2097"/>
                    </a:lnTo>
                    <a:lnTo>
                      <a:pt x="752" y="2097"/>
                    </a:lnTo>
                    <a:cubicBezTo>
                      <a:pt x="652" y="2127"/>
                      <a:pt x="462" y="1766"/>
                      <a:pt x="271" y="1244"/>
                    </a:cubicBezTo>
                    <a:cubicBezTo>
                      <a:pt x="70" y="592"/>
                      <a:pt x="0" y="80"/>
                      <a:pt x="1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54"/>
              <p:cNvSpPr/>
              <p:nvPr/>
            </p:nvSpPr>
            <p:spPr>
              <a:xfrm>
                <a:off x="7680176" y="2585589"/>
                <a:ext cx="148245" cy="324057"/>
              </a:xfrm>
              <a:custGeom>
                <a:avLst/>
                <a:gdLst/>
                <a:ahLst/>
                <a:cxnLst/>
                <a:rect l="l" t="t" r="r" b="b"/>
                <a:pathLst>
                  <a:path w="994" h="2177" extrusionOk="0">
                    <a:moveTo>
                      <a:pt x="532" y="452"/>
                    </a:moveTo>
                    <a:lnTo>
                      <a:pt x="532" y="1525"/>
                    </a:lnTo>
                    <a:lnTo>
                      <a:pt x="252" y="1525"/>
                    </a:lnTo>
                    <a:lnTo>
                      <a:pt x="532" y="452"/>
                    </a:lnTo>
                    <a:close/>
                    <a:moveTo>
                      <a:pt x="472" y="0"/>
                    </a:moveTo>
                    <a:lnTo>
                      <a:pt x="1" y="1555"/>
                    </a:lnTo>
                    <a:lnTo>
                      <a:pt x="1" y="1806"/>
                    </a:lnTo>
                    <a:lnTo>
                      <a:pt x="532" y="1806"/>
                    </a:lnTo>
                    <a:lnTo>
                      <a:pt x="532" y="2177"/>
                    </a:lnTo>
                    <a:lnTo>
                      <a:pt x="833" y="2167"/>
                    </a:lnTo>
                    <a:lnTo>
                      <a:pt x="833" y="1796"/>
                    </a:lnTo>
                    <a:lnTo>
                      <a:pt x="994" y="1796"/>
                    </a:lnTo>
                    <a:lnTo>
                      <a:pt x="994" y="1525"/>
                    </a:lnTo>
                    <a:lnTo>
                      <a:pt x="833" y="1525"/>
                    </a:lnTo>
                    <a:lnTo>
                      <a:pt x="83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54"/>
              <p:cNvSpPr/>
              <p:nvPr/>
            </p:nvSpPr>
            <p:spPr>
              <a:xfrm>
                <a:off x="7844827" y="2587078"/>
                <a:ext cx="88291" cy="322569"/>
              </a:xfrm>
              <a:custGeom>
                <a:avLst/>
                <a:gdLst/>
                <a:ahLst/>
                <a:cxnLst/>
                <a:rect l="l" t="t" r="r" b="b"/>
                <a:pathLst>
                  <a:path w="592" h="2167" extrusionOk="0">
                    <a:moveTo>
                      <a:pt x="341" y="0"/>
                    </a:moveTo>
                    <a:cubicBezTo>
                      <a:pt x="311" y="70"/>
                      <a:pt x="261" y="131"/>
                      <a:pt x="201" y="181"/>
                    </a:cubicBezTo>
                    <a:cubicBezTo>
                      <a:pt x="141" y="231"/>
                      <a:pt x="70" y="261"/>
                      <a:pt x="0" y="271"/>
                    </a:cubicBezTo>
                    <a:lnTo>
                      <a:pt x="0" y="522"/>
                    </a:lnTo>
                    <a:cubicBezTo>
                      <a:pt x="50" y="522"/>
                      <a:pt x="100" y="512"/>
                      <a:pt x="151" y="492"/>
                    </a:cubicBezTo>
                    <a:cubicBezTo>
                      <a:pt x="201" y="472"/>
                      <a:pt x="241" y="452"/>
                      <a:pt x="271" y="411"/>
                    </a:cubicBezTo>
                    <a:lnTo>
                      <a:pt x="271" y="2167"/>
                    </a:lnTo>
                    <a:lnTo>
                      <a:pt x="592" y="2167"/>
                    </a:lnTo>
                    <a:lnTo>
                      <a:pt x="5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54"/>
              <p:cNvSpPr/>
              <p:nvPr/>
            </p:nvSpPr>
            <p:spPr>
              <a:xfrm>
                <a:off x="7970404" y="2587078"/>
                <a:ext cx="88440" cy="322569"/>
              </a:xfrm>
              <a:custGeom>
                <a:avLst/>
                <a:gdLst/>
                <a:ahLst/>
                <a:cxnLst/>
                <a:rect l="l" t="t" r="r" b="b"/>
                <a:pathLst>
                  <a:path w="593" h="2167" extrusionOk="0">
                    <a:moveTo>
                      <a:pt x="342" y="0"/>
                    </a:moveTo>
                    <a:cubicBezTo>
                      <a:pt x="312" y="70"/>
                      <a:pt x="262" y="131"/>
                      <a:pt x="191" y="181"/>
                    </a:cubicBezTo>
                    <a:cubicBezTo>
                      <a:pt x="141" y="231"/>
                      <a:pt x="71" y="261"/>
                      <a:pt x="1" y="271"/>
                    </a:cubicBezTo>
                    <a:lnTo>
                      <a:pt x="1" y="522"/>
                    </a:lnTo>
                    <a:cubicBezTo>
                      <a:pt x="51" y="522"/>
                      <a:pt x="101" y="512"/>
                      <a:pt x="151" y="492"/>
                    </a:cubicBezTo>
                    <a:cubicBezTo>
                      <a:pt x="191" y="472"/>
                      <a:pt x="231" y="452"/>
                      <a:pt x="262" y="411"/>
                    </a:cubicBezTo>
                    <a:lnTo>
                      <a:pt x="262" y="2167"/>
                    </a:lnTo>
                    <a:lnTo>
                      <a:pt x="593" y="2167"/>
                    </a:lnTo>
                    <a:lnTo>
                      <a:pt x="5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54"/>
              <p:cNvSpPr/>
              <p:nvPr/>
            </p:nvSpPr>
            <p:spPr>
              <a:xfrm>
                <a:off x="4598479" y="1861410"/>
                <a:ext cx="58612" cy="56863"/>
              </a:xfrm>
              <a:custGeom>
                <a:avLst/>
                <a:gdLst/>
                <a:ahLst/>
                <a:cxnLst/>
                <a:rect l="l" t="t" r="r" b="b"/>
                <a:pathLst>
                  <a:path w="393" h="382" extrusionOk="0">
                    <a:moveTo>
                      <a:pt x="21" y="20"/>
                    </a:moveTo>
                    <a:cubicBezTo>
                      <a:pt x="51" y="10"/>
                      <a:pt x="81" y="0"/>
                      <a:pt x="111" y="0"/>
                    </a:cubicBezTo>
                    <a:lnTo>
                      <a:pt x="111" y="0"/>
                    </a:lnTo>
                    <a:cubicBezTo>
                      <a:pt x="272" y="0"/>
                      <a:pt x="392" y="131"/>
                      <a:pt x="392" y="281"/>
                    </a:cubicBezTo>
                    <a:lnTo>
                      <a:pt x="392" y="362"/>
                    </a:lnTo>
                    <a:cubicBezTo>
                      <a:pt x="352" y="372"/>
                      <a:pt x="312" y="382"/>
                      <a:pt x="272" y="382"/>
                    </a:cubicBezTo>
                    <a:cubicBezTo>
                      <a:pt x="121" y="382"/>
                      <a:pt x="1" y="261"/>
                      <a:pt x="1" y="111"/>
                    </a:cubicBezTo>
                    <a:cubicBezTo>
                      <a:pt x="1" y="81"/>
                      <a:pt x="1" y="51"/>
                      <a:pt x="21" y="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54"/>
              <p:cNvSpPr/>
              <p:nvPr/>
            </p:nvSpPr>
            <p:spPr>
              <a:xfrm>
                <a:off x="8286135" y="2521284"/>
                <a:ext cx="163159" cy="25603"/>
              </a:xfrm>
              <a:custGeom>
                <a:avLst/>
                <a:gdLst/>
                <a:ahLst/>
                <a:cxnLst/>
                <a:rect l="l" t="t" r="r" b="b"/>
                <a:pathLst>
                  <a:path w="1094" h="172" extrusionOk="0">
                    <a:moveTo>
                      <a:pt x="90" y="11"/>
                    </a:moveTo>
                    <a:lnTo>
                      <a:pt x="1003" y="1"/>
                    </a:lnTo>
                    <a:cubicBezTo>
                      <a:pt x="1053" y="1"/>
                      <a:pt x="1094" y="31"/>
                      <a:pt x="1094" y="81"/>
                    </a:cubicBezTo>
                    <a:lnTo>
                      <a:pt x="1094" y="81"/>
                    </a:lnTo>
                    <a:cubicBezTo>
                      <a:pt x="1094" y="131"/>
                      <a:pt x="1053" y="161"/>
                      <a:pt x="1013" y="171"/>
                    </a:cubicBezTo>
                    <a:lnTo>
                      <a:pt x="90" y="171"/>
                    </a:lnTo>
                    <a:cubicBezTo>
                      <a:pt x="40" y="171"/>
                      <a:pt x="0" y="141"/>
                      <a:pt x="0" y="91"/>
                    </a:cubicBezTo>
                    <a:lnTo>
                      <a:pt x="0" y="91"/>
                    </a:lnTo>
                    <a:cubicBezTo>
                      <a:pt x="0" y="41"/>
                      <a:pt x="40" y="11"/>
                      <a:pt x="90"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54"/>
              <p:cNvSpPr/>
              <p:nvPr/>
            </p:nvSpPr>
            <p:spPr>
              <a:xfrm>
                <a:off x="7533570" y="2533341"/>
                <a:ext cx="163308" cy="25454"/>
              </a:xfrm>
              <a:custGeom>
                <a:avLst/>
                <a:gdLst/>
                <a:ahLst/>
                <a:cxnLst/>
                <a:rect l="l" t="t" r="r" b="b"/>
                <a:pathLst>
                  <a:path w="1095" h="171" extrusionOk="0">
                    <a:moveTo>
                      <a:pt x="91" y="10"/>
                    </a:moveTo>
                    <a:lnTo>
                      <a:pt x="1014" y="0"/>
                    </a:lnTo>
                    <a:cubicBezTo>
                      <a:pt x="1054" y="0"/>
                      <a:pt x="1094" y="40"/>
                      <a:pt x="1094" y="80"/>
                    </a:cubicBezTo>
                    <a:lnTo>
                      <a:pt x="1094" y="80"/>
                    </a:lnTo>
                    <a:cubicBezTo>
                      <a:pt x="1094" y="131"/>
                      <a:pt x="1054" y="161"/>
                      <a:pt x="1014" y="171"/>
                    </a:cubicBezTo>
                    <a:lnTo>
                      <a:pt x="91" y="171"/>
                    </a:lnTo>
                    <a:cubicBezTo>
                      <a:pt x="41" y="171"/>
                      <a:pt x="1" y="141"/>
                      <a:pt x="1" y="90"/>
                    </a:cubicBezTo>
                    <a:lnTo>
                      <a:pt x="1" y="90"/>
                    </a:lnTo>
                    <a:cubicBezTo>
                      <a:pt x="1" y="40"/>
                      <a:pt x="41" y="10"/>
                      <a:pt x="91" y="1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54"/>
              <p:cNvSpPr/>
              <p:nvPr/>
            </p:nvSpPr>
            <p:spPr>
              <a:xfrm>
                <a:off x="7778907" y="2355608"/>
                <a:ext cx="187171" cy="143496"/>
              </a:xfrm>
              <a:custGeom>
                <a:avLst/>
                <a:gdLst/>
                <a:ahLst/>
                <a:cxnLst/>
                <a:rect l="l" t="t" r="r" b="b"/>
                <a:pathLst>
                  <a:path w="1255" h="964" extrusionOk="0">
                    <a:moveTo>
                      <a:pt x="382" y="61"/>
                    </a:moveTo>
                    <a:cubicBezTo>
                      <a:pt x="412" y="61"/>
                      <a:pt x="442" y="91"/>
                      <a:pt x="442" y="121"/>
                    </a:cubicBezTo>
                    <a:lnTo>
                      <a:pt x="442" y="843"/>
                    </a:lnTo>
                    <a:cubicBezTo>
                      <a:pt x="442" y="873"/>
                      <a:pt x="412" y="903"/>
                      <a:pt x="382" y="903"/>
                    </a:cubicBezTo>
                    <a:lnTo>
                      <a:pt x="131" y="903"/>
                    </a:lnTo>
                    <a:cubicBezTo>
                      <a:pt x="91" y="903"/>
                      <a:pt x="61" y="873"/>
                      <a:pt x="61" y="843"/>
                    </a:cubicBezTo>
                    <a:lnTo>
                      <a:pt x="61" y="131"/>
                    </a:lnTo>
                    <a:cubicBezTo>
                      <a:pt x="61" y="91"/>
                      <a:pt x="91" y="61"/>
                      <a:pt x="131" y="61"/>
                    </a:cubicBezTo>
                    <a:close/>
                    <a:moveTo>
                      <a:pt x="1134" y="61"/>
                    </a:moveTo>
                    <a:cubicBezTo>
                      <a:pt x="1164" y="61"/>
                      <a:pt x="1194" y="91"/>
                      <a:pt x="1194" y="121"/>
                    </a:cubicBezTo>
                    <a:lnTo>
                      <a:pt x="1194" y="843"/>
                    </a:lnTo>
                    <a:cubicBezTo>
                      <a:pt x="1194" y="873"/>
                      <a:pt x="1164" y="903"/>
                      <a:pt x="1134" y="903"/>
                    </a:cubicBezTo>
                    <a:lnTo>
                      <a:pt x="884" y="903"/>
                    </a:lnTo>
                    <a:cubicBezTo>
                      <a:pt x="843" y="903"/>
                      <a:pt x="813" y="873"/>
                      <a:pt x="813" y="843"/>
                    </a:cubicBezTo>
                    <a:lnTo>
                      <a:pt x="813" y="131"/>
                    </a:lnTo>
                    <a:cubicBezTo>
                      <a:pt x="813" y="91"/>
                      <a:pt x="843" y="61"/>
                      <a:pt x="884" y="61"/>
                    </a:cubicBezTo>
                    <a:close/>
                    <a:moveTo>
                      <a:pt x="131" y="1"/>
                    </a:moveTo>
                    <a:cubicBezTo>
                      <a:pt x="61" y="1"/>
                      <a:pt x="1" y="51"/>
                      <a:pt x="1" y="121"/>
                    </a:cubicBezTo>
                    <a:lnTo>
                      <a:pt x="1" y="843"/>
                    </a:lnTo>
                    <a:cubicBezTo>
                      <a:pt x="1" y="903"/>
                      <a:pt x="61" y="963"/>
                      <a:pt x="131" y="963"/>
                    </a:cubicBezTo>
                    <a:lnTo>
                      <a:pt x="372" y="963"/>
                    </a:lnTo>
                    <a:cubicBezTo>
                      <a:pt x="442" y="963"/>
                      <a:pt x="502" y="903"/>
                      <a:pt x="502" y="843"/>
                    </a:cubicBezTo>
                    <a:lnTo>
                      <a:pt x="502" y="121"/>
                    </a:lnTo>
                    <a:cubicBezTo>
                      <a:pt x="502" y="51"/>
                      <a:pt x="442" y="1"/>
                      <a:pt x="382" y="1"/>
                    </a:cubicBezTo>
                    <a:close/>
                    <a:moveTo>
                      <a:pt x="884" y="1"/>
                    </a:moveTo>
                    <a:cubicBezTo>
                      <a:pt x="813" y="1"/>
                      <a:pt x="753" y="51"/>
                      <a:pt x="753" y="121"/>
                    </a:cubicBezTo>
                    <a:lnTo>
                      <a:pt x="753" y="843"/>
                    </a:lnTo>
                    <a:cubicBezTo>
                      <a:pt x="753" y="903"/>
                      <a:pt x="813" y="963"/>
                      <a:pt x="884" y="963"/>
                    </a:cubicBezTo>
                    <a:lnTo>
                      <a:pt x="1134" y="963"/>
                    </a:lnTo>
                    <a:cubicBezTo>
                      <a:pt x="1194" y="963"/>
                      <a:pt x="1255" y="903"/>
                      <a:pt x="1255" y="843"/>
                    </a:cubicBezTo>
                    <a:lnTo>
                      <a:pt x="1255" y="121"/>
                    </a:lnTo>
                    <a:cubicBezTo>
                      <a:pt x="1255" y="51"/>
                      <a:pt x="1194" y="1"/>
                      <a:pt x="1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54"/>
              <p:cNvSpPr/>
              <p:nvPr/>
            </p:nvSpPr>
            <p:spPr>
              <a:xfrm>
                <a:off x="3971790" y="2440753"/>
                <a:ext cx="611921" cy="101668"/>
              </a:xfrm>
              <a:custGeom>
                <a:avLst/>
                <a:gdLst/>
                <a:ahLst/>
                <a:cxnLst/>
                <a:rect l="l" t="t" r="r" b="b"/>
                <a:pathLst>
                  <a:path w="4103" h="683" extrusionOk="0">
                    <a:moveTo>
                      <a:pt x="70" y="0"/>
                    </a:moveTo>
                    <a:lnTo>
                      <a:pt x="4032" y="0"/>
                    </a:lnTo>
                    <a:cubicBezTo>
                      <a:pt x="4073" y="0"/>
                      <a:pt x="4103" y="30"/>
                      <a:pt x="4103" y="70"/>
                    </a:cubicBezTo>
                    <a:lnTo>
                      <a:pt x="4103" y="612"/>
                    </a:lnTo>
                    <a:cubicBezTo>
                      <a:pt x="4103" y="652"/>
                      <a:pt x="4073" y="682"/>
                      <a:pt x="4032" y="682"/>
                    </a:cubicBezTo>
                    <a:lnTo>
                      <a:pt x="70" y="682"/>
                    </a:lnTo>
                    <a:cubicBezTo>
                      <a:pt x="30" y="682"/>
                      <a:pt x="0" y="652"/>
                      <a:pt x="0" y="612"/>
                    </a:cubicBezTo>
                    <a:lnTo>
                      <a:pt x="0" y="70"/>
                    </a:lnTo>
                    <a:cubicBezTo>
                      <a:pt x="0" y="30"/>
                      <a:pt x="3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54"/>
              <p:cNvSpPr/>
              <p:nvPr/>
            </p:nvSpPr>
            <p:spPr>
              <a:xfrm>
                <a:off x="3967316" y="2436288"/>
                <a:ext cx="620870" cy="110599"/>
              </a:xfrm>
              <a:custGeom>
                <a:avLst/>
                <a:gdLst/>
                <a:ahLst/>
                <a:cxnLst/>
                <a:rect l="l" t="t" r="r" b="b"/>
                <a:pathLst>
                  <a:path w="4163" h="743" extrusionOk="0">
                    <a:moveTo>
                      <a:pt x="4062" y="50"/>
                    </a:moveTo>
                    <a:cubicBezTo>
                      <a:pt x="4082" y="50"/>
                      <a:pt x="4103" y="70"/>
                      <a:pt x="4103" y="100"/>
                    </a:cubicBezTo>
                    <a:lnTo>
                      <a:pt x="4103" y="642"/>
                    </a:lnTo>
                    <a:cubicBezTo>
                      <a:pt x="4103" y="662"/>
                      <a:pt x="4082" y="682"/>
                      <a:pt x="4062" y="682"/>
                    </a:cubicBezTo>
                    <a:lnTo>
                      <a:pt x="100" y="682"/>
                    </a:lnTo>
                    <a:cubicBezTo>
                      <a:pt x="80" y="682"/>
                      <a:pt x="60" y="662"/>
                      <a:pt x="60" y="642"/>
                    </a:cubicBezTo>
                    <a:lnTo>
                      <a:pt x="60" y="100"/>
                    </a:lnTo>
                    <a:cubicBezTo>
                      <a:pt x="60" y="70"/>
                      <a:pt x="80" y="50"/>
                      <a:pt x="100" y="50"/>
                    </a:cubicBezTo>
                    <a:close/>
                    <a:moveTo>
                      <a:pt x="100" y="0"/>
                    </a:moveTo>
                    <a:cubicBezTo>
                      <a:pt x="50" y="0"/>
                      <a:pt x="0" y="40"/>
                      <a:pt x="0" y="100"/>
                    </a:cubicBezTo>
                    <a:lnTo>
                      <a:pt x="0" y="642"/>
                    </a:lnTo>
                    <a:cubicBezTo>
                      <a:pt x="0" y="702"/>
                      <a:pt x="50" y="742"/>
                      <a:pt x="100" y="742"/>
                    </a:cubicBezTo>
                    <a:lnTo>
                      <a:pt x="4062" y="742"/>
                    </a:lnTo>
                    <a:cubicBezTo>
                      <a:pt x="4113" y="742"/>
                      <a:pt x="4163" y="702"/>
                      <a:pt x="4163" y="642"/>
                    </a:cubicBezTo>
                    <a:lnTo>
                      <a:pt x="4163" y="100"/>
                    </a:lnTo>
                    <a:cubicBezTo>
                      <a:pt x="4163" y="40"/>
                      <a:pt x="4113" y="0"/>
                      <a:pt x="40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54"/>
              <p:cNvSpPr/>
              <p:nvPr/>
            </p:nvSpPr>
            <p:spPr>
              <a:xfrm>
                <a:off x="4582074" y="2342211"/>
                <a:ext cx="107828" cy="201699"/>
              </a:xfrm>
              <a:custGeom>
                <a:avLst/>
                <a:gdLst/>
                <a:ahLst/>
                <a:cxnLst/>
                <a:rect l="l" t="t" r="r" b="b"/>
                <a:pathLst>
                  <a:path w="723" h="1355" extrusionOk="0">
                    <a:moveTo>
                      <a:pt x="71" y="0"/>
                    </a:moveTo>
                    <a:lnTo>
                      <a:pt x="653" y="0"/>
                    </a:lnTo>
                    <a:cubicBezTo>
                      <a:pt x="693" y="0"/>
                      <a:pt x="723" y="30"/>
                      <a:pt x="723" y="70"/>
                    </a:cubicBezTo>
                    <a:lnTo>
                      <a:pt x="723" y="1284"/>
                    </a:lnTo>
                    <a:cubicBezTo>
                      <a:pt x="723" y="1314"/>
                      <a:pt x="693" y="1354"/>
                      <a:pt x="653" y="1354"/>
                    </a:cubicBezTo>
                    <a:lnTo>
                      <a:pt x="71" y="1354"/>
                    </a:lnTo>
                    <a:cubicBezTo>
                      <a:pt x="31" y="1354"/>
                      <a:pt x="1" y="1314"/>
                      <a:pt x="1" y="1284"/>
                    </a:cubicBezTo>
                    <a:lnTo>
                      <a:pt x="1" y="70"/>
                    </a:lnTo>
                    <a:cubicBezTo>
                      <a:pt x="1" y="30"/>
                      <a:pt x="31" y="0"/>
                      <a:pt x="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54"/>
              <p:cNvSpPr/>
              <p:nvPr/>
            </p:nvSpPr>
            <p:spPr>
              <a:xfrm>
                <a:off x="4577600" y="2337746"/>
                <a:ext cx="116777" cy="210630"/>
              </a:xfrm>
              <a:custGeom>
                <a:avLst/>
                <a:gdLst/>
                <a:ahLst/>
                <a:cxnLst/>
                <a:rect l="l" t="t" r="r" b="b"/>
                <a:pathLst>
                  <a:path w="783" h="1415" extrusionOk="0">
                    <a:moveTo>
                      <a:pt x="683" y="60"/>
                    </a:moveTo>
                    <a:cubicBezTo>
                      <a:pt x="713" y="60"/>
                      <a:pt x="723" y="70"/>
                      <a:pt x="723" y="100"/>
                    </a:cubicBezTo>
                    <a:lnTo>
                      <a:pt x="723" y="1314"/>
                    </a:lnTo>
                    <a:cubicBezTo>
                      <a:pt x="723" y="1334"/>
                      <a:pt x="713" y="1354"/>
                      <a:pt x="683" y="1354"/>
                    </a:cubicBezTo>
                    <a:lnTo>
                      <a:pt x="101" y="1354"/>
                    </a:lnTo>
                    <a:cubicBezTo>
                      <a:pt x="81" y="1354"/>
                      <a:pt x="61" y="1334"/>
                      <a:pt x="61" y="1314"/>
                    </a:cubicBezTo>
                    <a:lnTo>
                      <a:pt x="61" y="100"/>
                    </a:lnTo>
                    <a:cubicBezTo>
                      <a:pt x="61" y="70"/>
                      <a:pt x="81" y="60"/>
                      <a:pt x="101" y="60"/>
                    </a:cubicBezTo>
                    <a:close/>
                    <a:moveTo>
                      <a:pt x="101" y="0"/>
                    </a:moveTo>
                    <a:cubicBezTo>
                      <a:pt x="41" y="0"/>
                      <a:pt x="0" y="40"/>
                      <a:pt x="0" y="100"/>
                    </a:cubicBezTo>
                    <a:lnTo>
                      <a:pt x="0" y="1314"/>
                    </a:lnTo>
                    <a:cubicBezTo>
                      <a:pt x="0" y="1364"/>
                      <a:pt x="41" y="1404"/>
                      <a:pt x="101" y="1414"/>
                    </a:cubicBezTo>
                    <a:lnTo>
                      <a:pt x="683" y="1414"/>
                    </a:lnTo>
                    <a:cubicBezTo>
                      <a:pt x="743" y="1404"/>
                      <a:pt x="783" y="1364"/>
                      <a:pt x="783" y="1314"/>
                    </a:cubicBezTo>
                    <a:lnTo>
                      <a:pt x="783" y="100"/>
                    </a:lnTo>
                    <a:cubicBezTo>
                      <a:pt x="783" y="40"/>
                      <a:pt x="743" y="0"/>
                      <a:pt x="6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54"/>
              <p:cNvSpPr/>
              <p:nvPr/>
            </p:nvSpPr>
            <p:spPr>
              <a:xfrm>
                <a:off x="1539303" y="2678177"/>
                <a:ext cx="76509" cy="76214"/>
              </a:xfrm>
              <a:custGeom>
                <a:avLst/>
                <a:gdLst/>
                <a:ahLst/>
                <a:cxnLst/>
                <a:rect l="l" t="t" r="r" b="b"/>
                <a:pathLst>
                  <a:path w="513" h="512" extrusionOk="0">
                    <a:moveTo>
                      <a:pt x="221" y="0"/>
                    </a:moveTo>
                    <a:cubicBezTo>
                      <a:pt x="412" y="0"/>
                      <a:pt x="512" y="231"/>
                      <a:pt x="372" y="371"/>
                    </a:cubicBezTo>
                    <a:cubicBezTo>
                      <a:pt x="231" y="512"/>
                      <a:pt x="0" y="411"/>
                      <a:pt x="0" y="221"/>
                    </a:cubicBezTo>
                    <a:cubicBezTo>
                      <a:pt x="0" y="90"/>
                      <a:pt x="101" y="0"/>
                      <a:pt x="221" y="0"/>
                    </a:cubicBezTo>
                    <a:close/>
                    <a:moveTo>
                      <a:pt x="221" y="110"/>
                    </a:moveTo>
                    <a:cubicBezTo>
                      <a:pt x="311" y="110"/>
                      <a:pt x="352" y="221"/>
                      <a:pt x="291" y="291"/>
                    </a:cubicBezTo>
                    <a:cubicBezTo>
                      <a:pt x="231" y="351"/>
                      <a:pt x="121" y="311"/>
                      <a:pt x="121" y="221"/>
                    </a:cubicBezTo>
                    <a:cubicBezTo>
                      <a:pt x="121" y="161"/>
                      <a:pt x="161" y="110"/>
                      <a:pt x="221" y="11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54"/>
              <p:cNvSpPr/>
              <p:nvPr/>
            </p:nvSpPr>
            <p:spPr>
              <a:xfrm>
                <a:off x="1521407" y="2672818"/>
                <a:ext cx="88291" cy="74130"/>
              </a:xfrm>
              <a:custGeom>
                <a:avLst/>
                <a:gdLst/>
                <a:ahLst/>
                <a:cxnLst/>
                <a:rect l="l" t="t" r="r" b="b"/>
                <a:pathLst>
                  <a:path w="592" h="498" extrusionOk="0">
                    <a:moveTo>
                      <a:pt x="341" y="177"/>
                    </a:moveTo>
                    <a:cubicBezTo>
                      <a:pt x="381" y="177"/>
                      <a:pt x="411" y="207"/>
                      <a:pt x="411" y="257"/>
                    </a:cubicBezTo>
                    <a:cubicBezTo>
                      <a:pt x="411" y="282"/>
                      <a:pt x="402" y="291"/>
                      <a:pt x="388" y="291"/>
                    </a:cubicBezTo>
                    <a:cubicBezTo>
                      <a:pt x="341" y="291"/>
                      <a:pt x="248" y="177"/>
                      <a:pt x="341" y="177"/>
                    </a:cubicBezTo>
                    <a:close/>
                    <a:moveTo>
                      <a:pt x="337" y="130"/>
                    </a:moveTo>
                    <a:cubicBezTo>
                      <a:pt x="307" y="130"/>
                      <a:pt x="276" y="141"/>
                      <a:pt x="251" y="167"/>
                    </a:cubicBezTo>
                    <a:cubicBezTo>
                      <a:pt x="171" y="247"/>
                      <a:pt x="231" y="387"/>
                      <a:pt x="341" y="387"/>
                    </a:cubicBezTo>
                    <a:cubicBezTo>
                      <a:pt x="411" y="387"/>
                      <a:pt x="461" y="327"/>
                      <a:pt x="461" y="257"/>
                    </a:cubicBezTo>
                    <a:cubicBezTo>
                      <a:pt x="461" y="182"/>
                      <a:pt x="401" y="130"/>
                      <a:pt x="337" y="130"/>
                    </a:cubicBezTo>
                    <a:close/>
                    <a:moveTo>
                      <a:pt x="341" y="66"/>
                    </a:moveTo>
                    <a:cubicBezTo>
                      <a:pt x="441" y="66"/>
                      <a:pt x="532" y="146"/>
                      <a:pt x="532" y="257"/>
                    </a:cubicBezTo>
                    <a:cubicBezTo>
                      <a:pt x="532" y="366"/>
                      <a:pt x="434" y="443"/>
                      <a:pt x="334" y="443"/>
                    </a:cubicBezTo>
                    <a:cubicBezTo>
                      <a:pt x="287" y="443"/>
                      <a:pt x="239" y="426"/>
                      <a:pt x="201" y="387"/>
                    </a:cubicBezTo>
                    <a:cubicBezTo>
                      <a:pt x="80" y="267"/>
                      <a:pt x="171" y="66"/>
                      <a:pt x="341" y="66"/>
                    </a:cubicBezTo>
                    <a:close/>
                    <a:moveTo>
                      <a:pt x="341" y="0"/>
                    </a:moveTo>
                    <a:cubicBezTo>
                      <a:pt x="278" y="0"/>
                      <a:pt x="213" y="24"/>
                      <a:pt x="161" y="76"/>
                    </a:cubicBezTo>
                    <a:cubicBezTo>
                      <a:pt x="0" y="227"/>
                      <a:pt x="110" y="498"/>
                      <a:pt x="341" y="498"/>
                    </a:cubicBezTo>
                    <a:cubicBezTo>
                      <a:pt x="482" y="498"/>
                      <a:pt x="592" y="387"/>
                      <a:pt x="592" y="247"/>
                    </a:cubicBezTo>
                    <a:cubicBezTo>
                      <a:pt x="592" y="99"/>
                      <a:pt x="470" y="0"/>
                      <a:pt x="3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54"/>
              <p:cNvSpPr/>
              <p:nvPr/>
            </p:nvSpPr>
            <p:spPr>
              <a:xfrm>
                <a:off x="1941685" y="2678177"/>
                <a:ext cx="76509" cy="76214"/>
              </a:xfrm>
              <a:custGeom>
                <a:avLst/>
                <a:gdLst/>
                <a:ahLst/>
                <a:cxnLst/>
                <a:rect l="l" t="t" r="r" b="b"/>
                <a:pathLst>
                  <a:path w="513" h="512" extrusionOk="0">
                    <a:moveTo>
                      <a:pt x="221" y="0"/>
                    </a:moveTo>
                    <a:cubicBezTo>
                      <a:pt x="412" y="0"/>
                      <a:pt x="512" y="231"/>
                      <a:pt x="372" y="371"/>
                    </a:cubicBezTo>
                    <a:cubicBezTo>
                      <a:pt x="231" y="512"/>
                      <a:pt x="1" y="411"/>
                      <a:pt x="1" y="221"/>
                    </a:cubicBezTo>
                    <a:cubicBezTo>
                      <a:pt x="1" y="90"/>
                      <a:pt x="91" y="0"/>
                      <a:pt x="221" y="0"/>
                    </a:cubicBezTo>
                    <a:close/>
                    <a:moveTo>
                      <a:pt x="221" y="110"/>
                    </a:moveTo>
                    <a:cubicBezTo>
                      <a:pt x="312" y="110"/>
                      <a:pt x="352" y="221"/>
                      <a:pt x="292" y="291"/>
                    </a:cubicBezTo>
                    <a:cubicBezTo>
                      <a:pt x="221" y="351"/>
                      <a:pt x="111" y="311"/>
                      <a:pt x="111" y="221"/>
                    </a:cubicBezTo>
                    <a:cubicBezTo>
                      <a:pt x="111" y="161"/>
                      <a:pt x="161" y="110"/>
                      <a:pt x="221" y="11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54"/>
              <p:cNvSpPr/>
              <p:nvPr/>
            </p:nvSpPr>
            <p:spPr>
              <a:xfrm>
                <a:off x="1923788" y="2672818"/>
                <a:ext cx="88440" cy="74130"/>
              </a:xfrm>
              <a:custGeom>
                <a:avLst/>
                <a:gdLst/>
                <a:ahLst/>
                <a:cxnLst/>
                <a:rect l="l" t="t" r="r" b="b"/>
                <a:pathLst>
                  <a:path w="593" h="498" extrusionOk="0">
                    <a:moveTo>
                      <a:pt x="341" y="177"/>
                    </a:moveTo>
                    <a:cubicBezTo>
                      <a:pt x="381" y="177"/>
                      <a:pt x="412" y="207"/>
                      <a:pt x="412" y="257"/>
                    </a:cubicBezTo>
                    <a:cubicBezTo>
                      <a:pt x="412" y="282"/>
                      <a:pt x="402" y="291"/>
                      <a:pt x="388" y="291"/>
                    </a:cubicBezTo>
                    <a:cubicBezTo>
                      <a:pt x="342" y="291"/>
                      <a:pt x="248" y="177"/>
                      <a:pt x="341" y="177"/>
                    </a:cubicBezTo>
                    <a:close/>
                    <a:moveTo>
                      <a:pt x="337" y="130"/>
                    </a:moveTo>
                    <a:cubicBezTo>
                      <a:pt x="307" y="130"/>
                      <a:pt x="277" y="141"/>
                      <a:pt x="251" y="167"/>
                    </a:cubicBezTo>
                    <a:cubicBezTo>
                      <a:pt x="171" y="247"/>
                      <a:pt x="221" y="387"/>
                      <a:pt x="341" y="387"/>
                    </a:cubicBezTo>
                    <a:cubicBezTo>
                      <a:pt x="402" y="387"/>
                      <a:pt x="462" y="327"/>
                      <a:pt x="462" y="257"/>
                    </a:cubicBezTo>
                    <a:cubicBezTo>
                      <a:pt x="462" y="182"/>
                      <a:pt x="401" y="130"/>
                      <a:pt x="337" y="130"/>
                    </a:cubicBezTo>
                    <a:close/>
                    <a:moveTo>
                      <a:pt x="341" y="66"/>
                    </a:moveTo>
                    <a:cubicBezTo>
                      <a:pt x="442" y="66"/>
                      <a:pt x="532" y="146"/>
                      <a:pt x="532" y="257"/>
                    </a:cubicBezTo>
                    <a:cubicBezTo>
                      <a:pt x="532" y="366"/>
                      <a:pt x="434" y="443"/>
                      <a:pt x="334" y="443"/>
                    </a:cubicBezTo>
                    <a:cubicBezTo>
                      <a:pt x="287" y="443"/>
                      <a:pt x="239" y="426"/>
                      <a:pt x="201" y="387"/>
                    </a:cubicBezTo>
                    <a:cubicBezTo>
                      <a:pt x="81" y="267"/>
                      <a:pt x="171" y="66"/>
                      <a:pt x="341" y="66"/>
                    </a:cubicBezTo>
                    <a:close/>
                    <a:moveTo>
                      <a:pt x="341" y="0"/>
                    </a:moveTo>
                    <a:cubicBezTo>
                      <a:pt x="278" y="0"/>
                      <a:pt x="213" y="24"/>
                      <a:pt x="161" y="76"/>
                    </a:cubicBezTo>
                    <a:cubicBezTo>
                      <a:pt x="0" y="227"/>
                      <a:pt x="111" y="498"/>
                      <a:pt x="341" y="498"/>
                    </a:cubicBezTo>
                    <a:cubicBezTo>
                      <a:pt x="472" y="498"/>
                      <a:pt x="592" y="387"/>
                      <a:pt x="592" y="247"/>
                    </a:cubicBezTo>
                    <a:cubicBezTo>
                      <a:pt x="592" y="99"/>
                      <a:pt x="470" y="0"/>
                      <a:pt x="3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54"/>
              <p:cNvSpPr/>
              <p:nvPr/>
            </p:nvSpPr>
            <p:spPr>
              <a:xfrm>
                <a:off x="6122997" y="2201841"/>
                <a:ext cx="94256" cy="25454"/>
              </a:xfrm>
              <a:custGeom>
                <a:avLst/>
                <a:gdLst/>
                <a:ahLst/>
                <a:cxnLst/>
                <a:rect l="l" t="t" r="r" b="b"/>
                <a:pathLst>
                  <a:path w="632" h="171" extrusionOk="0">
                    <a:moveTo>
                      <a:pt x="90" y="0"/>
                    </a:moveTo>
                    <a:lnTo>
                      <a:pt x="552" y="0"/>
                    </a:lnTo>
                    <a:cubicBezTo>
                      <a:pt x="592" y="0"/>
                      <a:pt x="632" y="40"/>
                      <a:pt x="632" y="91"/>
                    </a:cubicBezTo>
                    <a:lnTo>
                      <a:pt x="632" y="91"/>
                    </a:lnTo>
                    <a:cubicBezTo>
                      <a:pt x="632" y="131"/>
                      <a:pt x="592" y="171"/>
                      <a:pt x="552" y="171"/>
                    </a:cubicBezTo>
                    <a:lnTo>
                      <a:pt x="90" y="171"/>
                    </a:lnTo>
                    <a:cubicBezTo>
                      <a:pt x="40" y="171"/>
                      <a:pt x="0" y="131"/>
                      <a:pt x="0" y="91"/>
                    </a:cubicBezTo>
                    <a:lnTo>
                      <a:pt x="0" y="91"/>
                    </a:lnTo>
                    <a:cubicBezTo>
                      <a:pt x="0" y="40"/>
                      <a:pt x="40" y="0"/>
                      <a:pt x="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54"/>
              <p:cNvSpPr/>
              <p:nvPr/>
            </p:nvSpPr>
            <p:spPr>
              <a:xfrm>
                <a:off x="5167004" y="3105093"/>
                <a:ext cx="1603852" cy="113725"/>
              </a:xfrm>
              <a:custGeom>
                <a:avLst/>
                <a:gdLst/>
                <a:ahLst/>
                <a:cxnLst/>
                <a:rect l="l" t="t" r="r" b="b"/>
                <a:pathLst>
                  <a:path w="10754" h="764" extrusionOk="0">
                    <a:moveTo>
                      <a:pt x="1" y="292"/>
                    </a:moveTo>
                    <a:lnTo>
                      <a:pt x="10753" y="1"/>
                    </a:lnTo>
                    <a:lnTo>
                      <a:pt x="9921" y="532"/>
                    </a:lnTo>
                    <a:lnTo>
                      <a:pt x="733" y="7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54"/>
              <p:cNvSpPr/>
              <p:nvPr/>
            </p:nvSpPr>
            <p:spPr>
              <a:xfrm>
                <a:off x="3896921" y="3103604"/>
                <a:ext cx="776572" cy="109260"/>
              </a:xfrm>
              <a:custGeom>
                <a:avLst/>
                <a:gdLst/>
                <a:ahLst/>
                <a:cxnLst/>
                <a:rect l="l" t="t" r="r" b="b"/>
                <a:pathLst>
                  <a:path w="5207" h="734" extrusionOk="0">
                    <a:moveTo>
                      <a:pt x="1" y="1"/>
                    </a:moveTo>
                    <a:lnTo>
                      <a:pt x="5206" y="352"/>
                    </a:lnTo>
                    <a:lnTo>
                      <a:pt x="4605" y="733"/>
                    </a:lnTo>
                    <a:lnTo>
                      <a:pt x="723" y="4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54"/>
              <p:cNvSpPr/>
              <p:nvPr/>
            </p:nvSpPr>
            <p:spPr>
              <a:xfrm>
                <a:off x="5167004" y="3105093"/>
                <a:ext cx="1603852" cy="89760"/>
              </a:xfrm>
              <a:custGeom>
                <a:avLst/>
                <a:gdLst/>
                <a:ahLst/>
                <a:cxnLst/>
                <a:rect l="l" t="t" r="r" b="b"/>
                <a:pathLst>
                  <a:path w="10754" h="603" extrusionOk="0">
                    <a:moveTo>
                      <a:pt x="1" y="232"/>
                    </a:moveTo>
                    <a:lnTo>
                      <a:pt x="10753" y="1"/>
                    </a:lnTo>
                    <a:lnTo>
                      <a:pt x="9921" y="422"/>
                    </a:lnTo>
                    <a:lnTo>
                      <a:pt x="733" y="60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54"/>
              <p:cNvSpPr/>
              <p:nvPr/>
            </p:nvSpPr>
            <p:spPr>
              <a:xfrm>
                <a:off x="3896921" y="3103604"/>
                <a:ext cx="776572" cy="88271"/>
              </a:xfrm>
              <a:custGeom>
                <a:avLst/>
                <a:gdLst/>
                <a:ahLst/>
                <a:cxnLst/>
                <a:rect l="l" t="t" r="r" b="b"/>
                <a:pathLst>
                  <a:path w="5207" h="593" extrusionOk="0">
                    <a:moveTo>
                      <a:pt x="1" y="1"/>
                    </a:moveTo>
                    <a:lnTo>
                      <a:pt x="5206" y="282"/>
                    </a:lnTo>
                    <a:lnTo>
                      <a:pt x="4605" y="593"/>
                    </a:lnTo>
                    <a:lnTo>
                      <a:pt x="723" y="37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54"/>
              <p:cNvSpPr/>
              <p:nvPr/>
            </p:nvSpPr>
            <p:spPr>
              <a:xfrm>
                <a:off x="4757165" y="3126082"/>
                <a:ext cx="170616" cy="225515"/>
              </a:xfrm>
              <a:custGeom>
                <a:avLst/>
                <a:gdLst/>
                <a:ahLst/>
                <a:cxnLst/>
                <a:rect l="l" t="t" r="r" b="b"/>
                <a:pathLst>
                  <a:path w="1144" h="1515" extrusionOk="0">
                    <a:moveTo>
                      <a:pt x="1144" y="0"/>
                    </a:moveTo>
                    <a:lnTo>
                      <a:pt x="903" y="1515"/>
                    </a:lnTo>
                    <a:lnTo>
                      <a:pt x="121" y="1515"/>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54"/>
              <p:cNvSpPr/>
              <p:nvPr/>
            </p:nvSpPr>
            <p:spPr>
              <a:xfrm>
                <a:off x="1958240" y="3033494"/>
                <a:ext cx="166142" cy="137542"/>
              </a:xfrm>
              <a:custGeom>
                <a:avLst/>
                <a:gdLst/>
                <a:ahLst/>
                <a:cxnLst/>
                <a:rect l="l" t="t" r="r" b="b"/>
                <a:pathLst>
                  <a:path w="1114" h="924" extrusionOk="0">
                    <a:moveTo>
                      <a:pt x="341" y="0"/>
                    </a:moveTo>
                    <a:lnTo>
                      <a:pt x="0" y="923"/>
                    </a:lnTo>
                    <a:lnTo>
                      <a:pt x="492" y="873"/>
                    </a:lnTo>
                    <a:lnTo>
                      <a:pt x="11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54"/>
              <p:cNvSpPr/>
              <p:nvPr/>
            </p:nvSpPr>
            <p:spPr>
              <a:xfrm>
                <a:off x="1847428" y="3090208"/>
                <a:ext cx="1002519" cy="118042"/>
              </a:xfrm>
              <a:custGeom>
                <a:avLst/>
                <a:gdLst/>
                <a:ahLst/>
                <a:cxnLst/>
                <a:rect l="l" t="t" r="r" b="b"/>
                <a:pathLst>
                  <a:path w="6722" h="793" extrusionOk="0">
                    <a:moveTo>
                      <a:pt x="71" y="663"/>
                    </a:moveTo>
                    <a:lnTo>
                      <a:pt x="6641" y="11"/>
                    </a:lnTo>
                    <a:cubicBezTo>
                      <a:pt x="6681" y="1"/>
                      <a:pt x="6711" y="31"/>
                      <a:pt x="6721" y="71"/>
                    </a:cubicBezTo>
                    <a:lnTo>
                      <a:pt x="6721" y="71"/>
                    </a:lnTo>
                    <a:cubicBezTo>
                      <a:pt x="6721" y="111"/>
                      <a:pt x="6691" y="141"/>
                      <a:pt x="6651" y="141"/>
                    </a:cubicBezTo>
                    <a:lnTo>
                      <a:pt x="81" y="793"/>
                    </a:lnTo>
                    <a:cubicBezTo>
                      <a:pt x="41" y="793"/>
                      <a:pt x="11" y="773"/>
                      <a:pt x="11" y="733"/>
                    </a:cubicBezTo>
                    <a:lnTo>
                      <a:pt x="11" y="733"/>
                    </a:lnTo>
                    <a:cubicBezTo>
                      <a:pt x="1" y="693"/>
                      <a:pt x="31" y="663"/>
                      <a:pt x="71" y="65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54"/>
              <p:cNvSpPr/>
              <p:nvPr/>
            </p:nvSpPr>
            <p:spPr>
              <a:xfrm>
                <a:off x="1874423" y="3115662"/>
                <a:ext cx="48023" cy="83657"/>
              </a:xfrm>
              <a:custGeom>
                <a:avLst/>
                <a:gdLst/>
                <a:ahLst/>
                <a:cxnLst/>
                <a:rect l="l" t="t" r="r" b="b"/>
                <a:pathLst>
                  <a:path w="322" h="562" extrusionOk="0">
                    <a:moveTo>
                      <a:pt x="251" y="562"/>
                    </a:moveTo>
                    <a:lnTo>
                      <a:pt x="71" y="421"/>
                    </a:lnTo>
                    <a:lnTo>
                      <a:pt x="0" y="0"/>
                    </a:lnTo>
                    <a:cubicBezTo>
                      <a:pt x="211" y="100"/>
                      <a:pt x="321" y="331"/>
                      <a:pt x="251" y="56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54"/>
              <p:cNvSpPr/>
              <p:nvPr/>
            </p:nvSpPr>
            <p:spPr>
              <a:xfrm>
                <a:off x="1887845" y="3187261"/>
                <a:ext cx="37583" cy="88271"/>
              </a:xfrm>
              <a:custGeom>
                <a:avLst/>
                <a:gdLst/>
                <a:ahLst/>
                <a:cxnLst/>
                <a:rect l="l" t="t" r="r" b="b"/>
                <a:pathLst>
                  <a:path w="252" h="593" extrusionOk="0">
                    <a:moveTo>
                      <a:pt x="151" y="1"/>
                    </a:moveTo>
                    <a:lnTo>
                      <a:pt x="1" y="161"/>
                    </a:lnTo>
                    <a:cubicBezTo>
                      <a:pt x="1" y="301"/>
                      <a:pt x="11" y="452"/>
                      <a:pt x="21" y="592"/>
                    </a:cubicBezTo>
                    <a:cubicBezTo>
                      <a:pt x="201" y="452"/>
                      <a:pt x="251" y="201"/>
                      <a:pt x="1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785" name="Google Shape;3785;p54"/>
            <p:cNvGrpSpPr/>
            <p:nvPr/>
          </p:nvGrpSpPr>
          <p:grpSpPr>
            <a:xfrm>
              <a:off x="986308" y="906697"/>
              <a:ext cx="1782708" cy="591320"/>
              <a:chOff x="365928" y="1067750"/>
              <a:chExt cx="8529704" cy="2795841"/>
            </a:xfrm>
          </p:grpSpPr>
          <p:sp>
            <p:nvSpPr>
              <p:cNvPr id="3786" name="Google Shape;3786;p54"/>
              <p:cNvSpPr/>
              <p:nvPr/>
            </p:nvSpPr>
            <p:spPr>
              <a:xfrm>
                <a:off x="365928" y="3050264"/>
                <a:ext cx="432074" cy="102331"/>
              </a:xfrm>
              <a:custGeom>
                <a:avLst/>
                <a:gdLst/>
                <a:ahLst/>
                <a:cxnLst/>
                <a:rect l="l" t="t" r="r" b="b"/>
                <a:pathLst>
                  <a:path w="1786" h="423" extrusionOk="0">
                    <a:moveTo>
                      <a:pt x="0" y="1"/>
                    </a:moveTo>
                    <a:lnTo>
                      <a:pt x="1785" y="1"/>
                    </a:lnTo>
                    <a:lnTo>
                      <a:pt x="1785" y="422"/>
                    </a:lnTo>
                    <a:lnTo>
                      <a:pt x="0" y="42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54"/>
              <p:cNvSpPr/>
              <p:nvPr/>
            </p:nvSpPr>
            <p:spPr>
              <a:xfrm>
                <a:off x="365928" y="2705774"/>
                <a:ext cx="626095" cy="250143"/>
              </a:xfrm>
              <a:custGeom>
                <a:avLst/>
                <a:gdLst/>
                <a:ahLst/>
                <a:cxnLst/>
                <a:rect l="l" t="t" r="r" b="b"/>
                <a:pathLst>
                  <a:path w="2588" h="1034" extrusionOk="0">
                    <a:moveTo>
                      <a:pt x="0" y="833"/>
                    </a:moveTo>
                    <a:lnTo>
                      <a:pt x="2538" y="0"/>
                    </a:lnTo>
                    <a:lnTo>
                      <a:pt x="2588" y="181"/>
                    </a:lnTo>
                    <a:lnTo>
                      <a:pt x="0" y="103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54"/>
              <p:cNvSpPr/>
              <p:nvPr/>
            </p:nvSpPr>
            <p:spPr>
              <a:xfrm>
                <a:off x="5209216" y="1109118"/>
                <a:ext cx="24676" cy="1361512"/>
              </a:xfrm>
              <a:custGeom>
                <a:avLst/>
                <a:gdLst/>
                <a:ahLst/>
                <a:cxnLst/>
                <a:rect l="l" t="t" r="r" b="b"/>
                <a:pathLst>
                  <a:path w="102" h="5628" extrusionOk="0">
                    <a:moveTo>
                      <a:pt x="1" y="0"/>
                    </a:moveTo>
                    <a:lnTo>
                      <a:pt x="101" y="0"/>
                    </a:lnTo>
                    <a:lnTo>
                      <a:pt x="101" y="5628"/>
                    </a:lnTo>
                    <a:lnTo>
                      <a:pt x="1" y="562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54"/>
              <p:cNvSpPr/>
              <p:nvPr/>
            </p:nvSpPr>
            <p:spPr>
              <a:xfrm>
                <a:off x="5189862" y="2290885"/>
                <a:ext cx="194506" cy="97251"/>
              </a:xfrm>
              <a:custGeom>
                <a:avLst/>
                <a:gdLst/>
                <a:ahLst/>
                <a:cxnLst/>
                <a:rect l="l" t="t" r="r" b="b"/>
                <a:pathLst>
                  <a:path w="804" h="402" extrusionOk="0">
                    <a:moveTo>
                      <a:pt x="1" y="0"/>
                    </a:moveTo>
                    <a:lnTo>
                      <a:pt x="803" y="0"/>
                    </a:lnTo>
                    <a:lnTo>
                      <a:pt x="803" y="401"/>
                    </a:lnTo>
                    <a:lnTo>
                      <a:pt x="1" y="40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54"/>
              <p:cNvSpPr/>
              <p:nvPr/>
            </p:nvSpPr>
            <p:spPr>
              <a:xfrm>
                <a:off x="2013420" y="2455873"/>
                <a:ext cx="245309" cy="218693"/>
              </a:xfrm>
              <a:custGeom>
                <a:avLst/>
                <a:gdLst/>
                <a:ahLst/>
                <a:cxnLst/>
                <a:rect l="l" t="t" r="r" b="b"/>
                <a:pathLst>
                  <a:path w="1014" h="904" extrusionOk="0">
                    <a:moveTo>
                      <a:pt x="1" y="0"/>
                    </a:moveTo>
                    <a:lnTo>
                      <a:pt x="1014" y="0"/>
                    </a:lnTo>
                    <a:lnTo>
                      <a:pt x="1014" y="903"/>
                    </a:lnTo>
                    <a:lnTo>
                      <a:pt x="1" y="90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54"/>
              <p:cNvSpPr/>
              <p:nvPr/>
            </p:nvSpPr>
            <p:spPr>
              <a:xfrm>
                <a:off x="1756256" y="2664406"/>
                <a:ext cx="915193" cy="73059"/>
              </a:xfrm>
              <a:custGeom>
                <a:avLst/>
                <a:gdLst/>
                <a:ahLst/>
                <a:cxnLst/>
                <a:rect l="l" t="t" r="r" b="b"/>
                <a:pathLst>
                  <a:path w="3783" h="302" extrusionOk="0">
                    <a:moveTo>
                      <a:pt x="1" y="1"/>
                    </a:moveTo>
                    <a:lnTo>
                      <a:pt x="3782" y="1"/>
                    </a:lnTo>
                    <a:lnTo>
                      <a:pt x="3782" y="302"/>
                    </a:lnTo>
                    <a:lnTo>
                      <a:pt x="1" y="30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54"/>
              <p:cNvSpPr/>
              <p:nvPr/>
            </p:nvSpPr>
            <p:spPr>
              <a:xfrm>
                <a:off x="644864" y="3339114"/>
                <a:ext cx="405462" cy="364328"/>
              </a:xfrm>
              <a:custGeom>
                <a:avLst/>
                <a:gdLst/>
                <a:ahLst/>
                <a:cxnLst/>
                <a:rect l="l" t="t" r="r" b="b"/>
                <a:pathLst>
                  <a:path w="1676" h="1506" extrusionOk="0">
                    <a:moveTo>
                      <a:pt x="1" y="291"/>
                    </a:moveTo>
                    <a:cubicBezTo>
                      <a:pt x="592" y="362"/>
                      <a:pt x="1134" y="181"/>
                      <a:pt x="1676" y="0"/>
                    </a:cubicBezTo>
                    <a:lnTo>
                      <a:pt x="1595" y="1505"/>
                    </a:lnTo>
                    <a:cubicBezTo>
                      <a:pt x="1064" y="1304"/>
                      <a:pt x="532" y="1154"/>
                      <a:pt x="1" y="1234"/>
                    </a:cubicBezTo>
                    <a:lnTo>
                      <a:pt x="1" y="29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54"/>
              <p:cNvSpPr/>
              <p:nvPr/>
            </p:nvSpPr>
            <p:spPr>
              <a:xfrm>
                <a:off x="644864" y="3348790"/>
                <a:ext cx="381270" cy="259819"/>
              </a:xfrm>
              <a:custGeom>
                <a:avLst/>
                <a:gdLst/>
                <a:ahLst/>
                <a:cxnLst/>
                <a:rect l="l" t="t" r="r" b="b"/>
                <a:pathLst>
                  <a:path w="1576" h="1074" extrusionOk="0">
                    <a:moveTo>
                      <a:pt x="1" y="251"/>
                    </a:moveTo>
                    <a:cubicBezTo>
                      <a:pt x="552" y="312"/>
                      <a:pt x="1064" y="161"/>
                      <a:pt x="1575" y="1"/>
                    </a:cubicBezTo>
                    <a:lnTo>
                      <a:pt x="1515" y="1074"/>
                    </a:lnTo>
                    <a:cubicBezTo>
                      <a:pt x="1014" y="883"/>
                      <a:pt x="512" y="733"/>
                      <a:pt x="11" y="793"/>
                    </a:cubicBezTo>
                    <a:lnTo>
                      <a:pt x="11" y="25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54"/>
              <p:cNvSpPr/>
              <p:nvPr/>
            </p:nvSpPr>
            <p:spPr>
              <a:xfrm>
                <a:off x="499227" y="3382901"/>
                <a:ext cx="165233" cy="279173"/>
              </a:xfrm>
              <a:custGeom>
                <a:avLst/>
                <a:gdLst/>
                <a:ahLst/>
                <a:cxnLst/>
                <a:rect l="l" t="t" r="r" b="b"/>
                <a:pathLst>
                  <a:path w="683" h="1154" extrusionOk="0">
                    <a:moveTo>
                      <a:pt x="251" y="0"/>
                    </a:moveTo>
                    <a:lnTo>
                      <a:pt x="432" y="0"/>
                    </a:lnTo>
                    <a:cubicBezTo>
                      <a:pt x="562" y="0"/>
                      <a:pt x="673" y="100"/>
                      <a:pt x="683" y="221"/>
                    </a:cubicBezTo>
                    <a:lnTo>
                      <a:pt x="683" y="923"/>
                    </a:lnTo>
                    <a:cubicBezTo>
                      <a:pt x="673" y="1053"/>
                      <a:pt x="562" y="1154"/>
                      <a:pt x="432" y="1143"/>
                    </a:cubicBezTo>
                    <a:lnTo>
                      <a:pt x="251" y="1143"/>
                    </a:lnTo>
                    <a:cubicBezTo>
                      <a:pt x="121" y="1154"/>
                      <a:pt x="1" y="1053"/>
                      <a:pt x="1" y="923"/>
                    </a:cubicBezTo>
                    <a:lnTo>
                      <a:pt x="1" y="221"/>
                    </a:lnTo>
                    <a:cubicBezTo>
                      <a:pt x="1" y="90"/>
                      <a:pt x="121" y="0"/>
                      <a:pt x="2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54"/>
              <p:cNvSpPr/>
              <p:nvPr/>
            </p:nvSpPr>
            <p:spPr>
              <a:xfrm>
                <a:off x="499227" y="3382901"/>
                <a:ext cx="131364" cy="194260"/>
              </a:xfrm>
              <a:custGeom>
                <a:avLst/>
                <a:gdLst/>
                <a:ahLst/>
                <a:cxnLst/>
                <a:rect l="l" t="t" r="r" b="b"/>
                <a:pathLst>
                  <a:path w="543" h="803" extrusionOk="0">
                    <a:moveTo>
                      <a:pt x="251" y="0"/>
                    </a:moveTo>
                    <a:lnTo>
                      <a:pt x="432" y="0"/>
                    </a:lnTo>
                    <a:cubicBezTo>
                      <a:pt x="472" y="0"/>
                      <a:pt x="502" y="10"/>
                      <a:pt x="542" y="30"/>
                    </a:cubicBezTo>
                    <a:lnTo>
                      <a:pt x="542" y="572"/>
                    </a:lnTo>
                    <a:cubicBezTo>
                      <a:pt x="532" y="702"/>
                      <a:pt x="422" y="802"/>
                      <a:pt x="292" y="792"/>
                    </a:cubicBezTo>
                    <a:lnTo>
                      <a:pt x="111" y="792"/>
                    </a:lnTo>
                    <a:cubicBezTo>
                      <a:pt x="71" y="792"/>
                      <a:pt x="31" y="792"/>
                      <a:pt x="1" y="772"/>
                    </a:cubicBezTo>
                    <a:lnTo>
                      <a:pt x="1" y="221"/>
                    </a:lnTo>
                    <a:cubicBezTo>
                      <a:pt x="1" y="90"/>
                      <a:pt x="121" y="0"/>
                      <a:pt x="2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54"/>
              <p:cNvSpPr/>
              <p:nvPr/>
            </p:nvSpPr>
            <p:spPr>
              <a:xfrm>
                <a:off x="613414" y="2698516"/>
                <a:ext cx="8109968" cy="735429"/>
              </a:xfrm>
              <a:custGeom>
                <a:avLst/>
                <a:gdLst/>
                <a:ahLst/>
                <a:cxnLst/>
                <a:rect l="l" t="t" r="r" b="b"/>
                <a:pathLst>
                  <a:path w="33523" h="3040" extrusionOk="0">
                    <a:moveTo>
                      <a:pt x="1334" y="0"/>
                    </a:moveTo>
                    <a:lnTo>
                      <a:pt x="33522" y="81"/>
                    </a:lnTo>
                    <a:cubicBezTo>
                      <a:pt x="32228" y="1234"/>
                      <a:pt x="30794" y="2227"/>
                      <a:pt x="29259" y="3040"/>
                    </a:cubicBezTo>
                    <a:lnTo>
                      <a:pt x="873" y="3040"/>
                    </a:lnTo>
                    <a:lnTo>
                      <a:pt x="682" y="1876"/>
                    </a:lnTo>
                    <a:lnTo>
                      <a:pt x="0" y="187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54"/>
              <p:cNvSpPr/>
              <p:nvPr/>
            </p:nvSpPr>
            <p:spPr>
              <a:xfrm>
                <a:off x="613414" y="2698516"/>
                <a:ext cx="8109968" cy="495205"/>
              </a:xfrm>
              <a:custGeom>
                <a:avLst/>
                <a:gdLst/>
                <a:ahLst/>
                <a:cxnLst/>
                <a:rect l="l" t="t" r="r" b="b"/>
                <a:pathLst>
                  <a:path w="33523" h="2047" extrusionOk="0">
                    <a:moveTo>
                      <a:pt x="1334" y="0"/>
                    </a:moveTo>
                    <a:lnTo>
                      <a:pt x="33522" y="81"/>
                    </a:lnTo>
                    <a:cubicBezTo>
                      <a:pt x="33211" y="361"/>
                      <a:pt x="32910" y="622"/>
                      <a:pt x="32609" y="863"/>
                    </a:cubicBezTo>
                    <a:cubicBezTo>
                      <a:pt x="32419" y="933"/>
                      <a:pt x="32208" y="1003"/>
                      <a:pt x="31998" y="1074"/>
                    </a:cubicBezTo>
                    <a:cubicBezTo>
                      <a:pt x="30022" y="1746"/>
                      <a:pt x="25337" y="2047"/>
                      <a:pt x="18607" y="2047"/>
                    </a:cubicBezTo>
                    <a:lnTo>
                      <a:pt x="712" y="2047"/>
                    </a:lnTo>
                    <a:lnTo>
                      <a:pt x="682" y="1876"/>
                    </a:lnTo>
                    <a:lnTo>
                      <a:pt x="0" y="1876"/>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54"/>
              <p:cNvSpPr/>
              <p:nvPr/>
            </p:nvSpPr>
            <p:spPr>
              <a:xfrm>
                <a:off x="6582852" y="3040587"/>
                <a:ext cx="1742568" cy="393358"/>
              </a:xfrm>
              <a:custGeom>
                <a:avLst/>
                <a:gdLst/>
                <a:ahLst/>
                <a:cxnLst/>
                <a:rect l="l" t="t" r="r" b="b"/>
                <a:pathLst>
                  <a:path w="7203" h="1626" extrusionOk="0">
                    <a:moveTo>
                      <a:pt x="7202" y="1"/>
                    </a:moveTo>
                    <a:cubicBezTo>
                      <a:pt x="6370" y="603"/>
                      <a:pt x="5487" y="1144"/>
                      <a:pt x="4574" y="1626"/>
                    </a:cubicBezTo>
                    <a:lnTo>
                      <a:pt x="0" y="1626"/>
                    </a:lnTo>
                    <a:cubicBezTo>
                      <a:pt x="2548" y="1174"/>
                      <a:pt x="5226" y="522"/>
                      <a:pt x="7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54"/>
              <p:cNvSpPr/>
              <p:nvPr/>
            </p:nvSpPr>
            <p:spPr>
              <a:xfrm>
                <a:off x="824371" y="3433703"/>
                <a:ext cx="6865277" cy="429887"/>
              </a:xfrm>
              <a:custGeom>
                <a:avLst/>
                <a:gdLst/>
                <a:ahLst/>
                <a:cxnLst/>
                <a:rect l="l" t="t" r="r" b="b"/>
                <a:pathLst>
                  <a:path w="28378" h="1777" extrusionOk="0">
                    <a:moveTo>
                      <a:pt x="1" y="1"/>
                    </a:moveTo>
                    <a:cubicBezTo>
                      <a:pt x="41" y="181"/>
                      <a:pt x="392" y="1636"/>
                      <a:pt x="563" y="1646"/>
                    </a:cubicBezTo>
                    <a:lnTo>
                      <a:pt x="21376" y="1776"/>
                    </a:lnTo>
                    <a:cubicBezTo>
                      <a:pt x="22670" y="1776"/>
                      <a:pt x="24997" y="1686"/>
                      <a:pt x="26130" y="1144"/>
                    </a:cubicBezTo>
                    <a:cubicBezTo>
                      <a:pt x="27264" y="602"/>
                      <a:pt x="27635" y="382"/>
                      <a:pt x="283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54"/>
              <p:cNvSpPr/>
              <p:nvPr/>
            </p:nvSpPr>
            <p:spPr>
              <a:xfrm>
                <a:off x="860901" y="3433703"/>
                <a:ext cx="6828746" cy="429887"/>
              </a:xfrm>
              <a:custGeom>
                <a:avLst/>
                <a:gdLst/>
                <a:ahLst/>
                <a:cxnLst/>
                <a:rect l="l" t="t" r="r" b="b"/>
                <a:pathLst>
                  <a:path w="28227" h="1777" extrusionOk="0">
                    <a:moveTo>
                      <a:pt x="0" y="572"/>
                    </a:moveTo>
                    <a:cubicBezTo>
                      <a:pt x="121" y="1044"/>
                      <a:pt x="311" y="1636"/>
                      <a:pt x="412" y="1646"/>
                    </a:cubicBezTo>
                    <a:lnTo>
                      <a:pt x="21225" y="1776"/>
                    </a:lnTo>
                    <a:cubicBezTo>
                      <a:pt x="22519" y="1776"/>
                      <a:pt x="24846" y="1686"/>
                      <a:pt x="25979" y="1144"/>
                    </a:cubicBezTo>
                    <a:cubicBezTo>
                      <a:pt x="27113" y="602"/>
                      <a:pt x="27484" y="382"/>
                      <a:pt x="28226" y="1"/>
                    </a:cubicBezTo>
                    <a:lnTo>
                      <a:pt x="23652" y="1"/>
                    </a:lnTo>
                    <a:cubicBezTo>
                      <a:pt x="21777" y="332"/>
                      <a:pt x="19981" y="572"/>
                      <a:pt x="18597" y="572"/>
                    </a:cubicBezTo>
                    <a:close/>
                  </a:path>
                </a:pathLst>
              </a:custGeom>
              <a:solidFill>
                <a:srgbClr val="1D262D">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54"/>
              <p:cNvSpPr/>
              <p:nvPr/>
            </p:nvSpPr>
            <p:spPr>
              <a:xfrm>
                <a:off x="365928" y="3152353"/>
                <a:ext cx="432074" cy="43787"/>
              </a:xfrm>
              <a:custGeom>
                <a:avLst/>
                <a:gdLst/>
                <a:ahLst/>
                <a:cxnLst/>
                <a:rect l="l" t="t" r="r" b="b"/>
                <a:pathLst>
                  <a:path w="1786" h="181" extrusionOk="0">
                    <a:moveTo>
                      <a:pt x="0" y="0"/>
                    </a:moveTo>
                    <a:lnTo>
                      <a:pt x="1785" y="0"/>
                    </a:lnTo>
                    <a:lnTo>
                      <a:pt x="1785" y="181"/>
                    </a:lnTo>
                    <a:lnTo>
                      <a:pt x="0" y="18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54"/>
              <p:cNvSpPr/>
              <p:nvPr/>
            </p:nvSpPr>
            <p:spPr>
              <a:xfrm>
                <a:off x="5459364" y="2011712"/>
                <a:ext cx="1494839" cy="703980"/>
              </a:xfrm>
              <a:custGeom>
                <a:avLst/>
                <a:gdLst/>
                <a:ahLst/>
                <a:cxnLst/>
                <a:rect l="l" t="t" r="r" b="b"/>
                <a:pathLst>
                  <a:path w="6179" h="2910" extrusionOk="0">
                    <a:moveTo>
                      <a:pt x="6179" y="2910"/>
                    </a:moveTo>
                    <a:lnTo>
                      <a:pt x="4203" y="1"/>
                    </a:lnTo>
                    <a:lnTo>
                      <a:pt x="823" y="1"/>
                    </a:lnTo>
                    <a:lnTo>
                      <a:pt x="0" y="289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54"/>
              <p:cNvSpPr/>
              <p:nvPr/>
            </p:nvSpPr>
            <p:spPr>
              <a:xfrm>
                <a:off x="5459364" y="2048242"/>
                <a:ext cx="1356701" cy="665031"/>
              </a:xfrm>
              <a:custGeom>
                <a:avLst/>
                <a:gdLst/>
                <a:ahLst/>
                <a:cxnLst/>
                <a:rect l="l" t="t" r="r" b="b"/>
                <a:pathLst>
                  <a:path w="5608" h="2749" extrusionOk="0">
                    <a:moveTo>
                      <a:pt x="783" y="0"/>
                    </a:moveTo>
                    <a:lnTo>
                      <a:pt x="0" y="2739"/>
                    </a:lnTo>
                    <a:lnTo>
                      <a:pt x="5607" y="2749"/>
                    </a:lnTo>
                    <a:lnTo>
                      <a:pt x="37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54"/>
              <p:cNvSpPr/>
              <p:nvPr/>
            </p:nvSpPr>
            <p:spPr>
              <a:xfrm>
                <a:off x="5160832" y="2011712"/>
                <a:ext cx="497635" cy="699142"/>
              </a:xfrm>
              <a:custGeom>
                <a:avLst/>
                <a:gdLst/>
                <a:ahLst/>
                <a:cxnLst/>
                <a:rect l="l" t="t" r="r" b="b"/>
                <a:pathLst>
                  <a:path w="2057" h="2890" extrusionOk="0">
                    <a:moveTo>
                      <a:pt x="0" y="2890"/>
                    </a:moveTo>
                    <a:lnTo>
                      <a:pt x="1344" y="1"/>
                    </a:lnTo>
                    <a:lnTo>
                      <a:pt x="2057" y="1"/>
                    </a:lnTo>
                    <a:lnTo>
                      <a:pt x="1234" y="289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54"/>
              <p:cNvSpPr/>
              <p:nvPr/>
            </p:nvSpPr>
            <p:spPr>
              <a:xfrm>
                <a:off x="2836198" y="2470388"/>
                <a:ext cx="2436401" cy="240466"/>
              </a:xfrm>
              <a:custGeom>
                <a:avLst/>
                <a:gdLst/>
                <a:ahLst/>
                <a:cxnLst/>
                <a:rect l="l" t="t" r="r" b="b"/>
                <a:pathLst>
                  <a:path w="10071" h="994" extrusionOk="0">
                    <a:moveTo>
                      <a:pt x="682" y="1"/>
                    </a:moveTo>
                    <a:lnTo>
                      <a:pt x="10071" y="1"/>
                    </a:lnTo>
                    <a:lnTo>
                      <a:pt x="9609" y="994"/>
                    </a:lnTo>
                    <a:lnTo>
                      <a:pt x="0" y="9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54"/>
              <p:cNvSpPr/>
              <p:nvPr/>
            </p:nvSpPr>
            <p:spPr>
              <a:xfrm>
                <a:off x="5803862" y="2135574"/>
                <a:ext cx="218698" cy="162810"/>
              </a:xfrm>
              <a:custGeom>
                <a:avLst/>
                <a:gdLst/>
                <a:ahLst/>
                <a:cxnLst/>
                <a:rect l="l" t="t" r="r" b="b"/>
                <a:pathLst>
                  <a:path w="904" h="673" extrusionOk="0">
                    <a:moveTo>
                      <a:pt x="151" y="0"/>
                    </a:moveTo>
                    <a:lnTo>
                      <a:pt x="753" y="0"/>
                    </a:lnTo>
                    <a:cubicBezTo>
                      <a:pt x="833" y="0"/>
                      <a:pt x="903" y="61"/>
                      <a:pt x="903" y="141"/>
                    </a:cubicBezTo>
                    <a:lnTo>
                      <a:pt x="903" y="522"/>
                    </a:lnTo>
                    <a:cubicBezTo>
                      <a:pt x="903" y="602"/>
                      <a:pt x="833" y="672"/>
                      <a:pt x="753" y="672"/>
                    </a:cubicBezTo>
                    <a:lnTo>
                      <a:pt x="151" y="672"/>
                    </a:lnTo>
                    <a:cubicBezTo>
                      <a:pt x="61" y="672"/>
                      <a:pt x="0" y="602"/>
                      <a:pt x="0" y="522"/>
                    </a:cubicBezTo>
                    <a:lnTo>
                      <a:pt x="0" y="141"/>
                    </a:lnTo>
                    <a:cubicBezTo>
                      <a:pt x="0" y="61"/>
                      <a:pt x="61"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54"/>
              <p:cNvSpPr/>
              <p:nvPr/>
            </p:nvSpPr>
            <p:spPr>
              <a:xfrm>
                <a:off x="6175213" y="2135574"/>
                <a:ext cx="218456" cy="162810"/>
              </a:xfrm>
              <a:custGeom>
                <a:avLst/>
                <a:gdLst/>
                <a:ahLst/>
                <a:cxnLst/>
                <a:rect l="l" t="t" r="r" b="b"/>
                <a:pathLst>
                  <a:path w="903" h="673" extrusionOk="0">
                    <a:moveTo>
                      <a:pt x="151" y="0"/>
                    </a:moveTo>
                    <a:lnTo>
                      <a:pt x="752" y="0"/>
                    </a:lnTo>
                    <a:cubicBezTo>
                      <a:pt x="833" y="0"/>
                      <a:pt x="903" y="61"/>
                      <a:pt x="903" y="141"/>
                    </a:cubicBezTo>
                    <a:lnTo>
                      <a:pt x="903" y="522"/>
                    </a:lnTo>
                    <a:cubicBezTo>
                      <a:pt x="903" y="602"/>
                      <a:pt x="833" y="672"/>
                      <a:pt x="752" y="672"/>
                    </a:cubicBezTo>
                    <a:lnTo>
                      <a:pt x="151" y="672"/>
                    </a:lnTo>
                    <a:cubicBezTo>
                      <a:pt x="70" y="672"/>
                      <a:pt x="0" y="602"/>
                      <a:pt x="0" y="522"/>
                    </a:cubicBezTo>
                    <a:lnTo>
                      <a:pt x="0" y="141"/>
                    </a:lnTo>
                    <a:cubicBezTo>
                      <a:pt x="0" y="61"/>
                      <a:pt x="70"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54"/>
              <p:cNvSpPr/>
              <p:nvPr/>
            </p:nvSpPr>
            <p:spPr>
              <a:xfrm>
                <a:off x="5417995" y="2135574"/>
                <a:ext cx="179748" cy="162810"/>
              </a:xfrm>
              <a:custGeom>
                <a:avLst/>
                <a:gdLst/>
                <a:ahLst/>
                <a:cxnLst/>
                <a:rect l="l" t="t" r="r" b="b"/>
                <a:pathLst>
                  <a:path w="743" h="673" extrusionOk="0">
                    <a:moveTo>
                      <a:pt x="292" y="0"/>
                    </a:moveTo>
                    <a:lnTo>
                      <a:pt x="673" y="0"/>
                    </a:lnTo>
                    <a:cubicBezTo>
                      <a:pt x="723" y="0"/>
                      <a:pt x="743" y="61"/>
                      <a:pt x="713" y="141"/>
                    </a:cubicBezTo>
                    <a:lnTo>
                      <a:pt x="582" y="522"/>
                    </a:lnTo>
                    <a:cubicBezTo>
                      <a:pt x="562" y="602"/>
                      <a:pt x="492" y="672"/>
                      <a:pt x="442" y="672"/>
                    </a:cubicBezTo>
                    <a:lnTo>
                      <a:pt x="71" y="672"/>
                    </a:lnTo>
                    <a:cubicBezTo>
                      <a:pt x="21" y="672"/>
                      <a:pt x="1" y="602"/>
                      <a:pt x="31" y="522"/>
                    </a:cubicBezTo>
                    <a:lnTo>
                      <a:pt x="151" y="141"/>
                    </a:lnTo>
                    <a:cubicBezTo>
                      <a:pt x="181" y="61"/>
                      <a:pt x="241" y="0"/>
                      <a:pt x="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54"/>
              <p:cNvSpPr/>
              <p:nvPr/>
            </p:nvSpPr>
            <p:spPr>
              <a:xfrm>
                <a:off x="1841171" y="2290885"/>
                <a:ext cx="558357" cy="327798"/>
              </a:xfrm>
              <a:custGeom>
                <a:avLst/>
                <a:gdLst/>
                <a:ahLst/>
                <a:cxnLst/>
                <a:rect l="l" t="t" r="r" b="b"/>
                <a:pathLst>
                  <a:path w="2308" h="1355" extrusionOk="0">
                    <a:moveTo>
                      <a:pt x="1" y="602"/>
                    </a:moveTo>
                    <a:lnTo>
                      <a:pt x="2087" y="0"/>
                    </a:lnTo>
                    <a:lnTo>
                      <a:pt x="2308" y="753"/>
                    </a:lnTo>
                    <a:lnTo>
                      <a:pt x="221" y="13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54"/>
              <p:cNvSpPr/>
              <p:nvPr/>
            </p:nvSpPr>
            <p:spPr>
              <a:xfrm>
                <a:off x="1843590" y="2310239"/>
                <a:ext cx="536584" cy="308445"/>
              </a:xfrm>
              <a:custGeom>
                <a:avLst/>
                <a:gdLst/>
                <a:ahLst/>
                <a:cxnLst/>
                <a:rect l="l" t="t" r="r" b="b"/>
                <a:pathLst>
                  <a:path w="2218" h="1275" extrusionOk="0">
                    <a:moveTo>
                      <a:pt x="2217" y="693"/>
                    </a:moveTo>
                    <a:lnTo>
                      <a:pt x="211" y="1274"/>
                    </a:lnTo>
                    <a:lnTo>
                      <a:pt x="1" y="572"/>
                    </a:lnTo>
                    <a:lnTo>
                      <a:pt x="20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54"/>
              <p:cNvSpPr/>
              <p:nvPr/>
            </p:nvSpPr>
            <p:spPr>
              <a:xfrm>
                <a:off x="2350902" y="2276370"/>
                <a:ext cx="152895" cy="179745"/>
              </a:xfrm>
              <a:custGeom>
                <a:avLst/>
                <a:gdLst/>
                <a:ahLst/>
                <a:cxnLst/>
                <a:rect l="l" t="t" r="r" b="b"/>
                <a:pathLst>
                  <a:path w="632" h="743" extrusionOk="0">
                    <a:moveTo>
                      <a:pt x="0" y="141"/>
                    </a:moveTo>
                    <a:lnTo>
                      <a:pt x="461" y="0"/>
                    </a:lnTo>
                    <a:lnTo>
                      <a:pt x="632" y="612"/>
                    </a:lnTo>
                    <a:lnTo>
                      <a:pt x="181" y="74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54"/>
              <p:cNvSpPr/>
              <p:nvPr/>
            </p:nvSpPr>
            <p:spPr>
              <a:xfrm>
                <a:off x="2302275" y="2567397"/>
                <a:ext cx="191845" cy="97251"/>
              </a:xfrm>
              <a:custGeom>
                <a:avLst/>
                <a:gdLst/>
                <a:ahLst/>
                <a:cxnLst/>
                <a:rect l="l" t="t" r="r" b="b"/>
                <a:pathLst>
                  <a:path w="793" h="402" extrusionOk="0">
                    <a:moveTo>
                      <a:pt x="0" y="1"/>
                    </a:moveTo>
                    <a:lnTo>
                      <a:pt x="793" y="1"/>
                    </a:lnTo>
                    <a:lnTo>
                      <a:pt x="793" y="402"/>
                    </a:lnTo>
                    <a:lnTo>
                      <a:pt x="0" y="40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54"/>
              <p:cNvSpPr/>
              <p:nvPr/>
            </p:nvSpPr>
            <p:spPr>
              <a:xfrm>
                <a:off x="4910926" y="2543205"/>
                <a:ext cx="123864" cy="126523"/>
              </a:xfrm>
              <a:custGeom>
                <a:avLst/>
                <a:gdLst/>
                <a:ahLst/>
                <a:cxnLst/>
                <a:rect l="l" t="t" r="r" b="b"/>
                <a:pathLst>
                  <a:path w="512" h="523" extrusionOk="0">
                    <a:moveTo>
                      <a:pt x="221" y="0"/>
                    </a:moveTo>
                    <a:cubicBezTo>
                      <a:pt x="411" y="0"/>
                      <a:pt x="512" y="241"/>
                      <a:pt x="371" y="382"/>
                    </a:cubicBezTo>
                    <a:cubicBezTo>
                      <a:pt x="231" y="522"/>
                      <a:pt x="0" y="422"/>
                      <a:pt x="0" y="221"/>
                    </a:cubicBezTo>
                    <a:cubicBezTo>
                      <a:pt x="0" y="101"/>
                      <a:pt x="101"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54"/>
              <p:cNvSpPr/>
              <p:nvPr/>
            </p:nvSpPr>
            <p:spPr>
              <a:xfrm>
                <a:off x="4209592" y="2543205"/>
                <a:ext cx="123864" cy="126523"/>
              </a:xfrm>
              <a:custGeom>
                <a:avLst/>
                <a:gdLst/>
                <a:ahLst/>
                <a:cxnLst/>
                <a:rect l="l" t="t" r="r" b="b"/>
                <a:pathLst>
                  <a:path w="512" h="523" extrusionOk="0">
                    <a:moveTo>
                      <a:pt x="221" y="0"/>
                    </a:moveTo>
                    <a:cubicBezTo>
                      <a:pt x="412" y="0"/>
                      <a:pt x="512" y="241"/>
                      <a:pt x="372" y="382"/>
                    </a:cubicBezTo>
                    <a:cubicBezTo>
                      <a:pt x="231" y="522"/>
                      <a:pt x="0" y="422"/>
                      <a:pt x="0" y="221"/>
                    </a:cubicBezTo>
                    <a:cubicBezTo>
                      <a:pt x="0" y="101"/>
                      <a:pt x="91"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54"/>
              <p:cNvSpPr/>
              <p:nvPr/>
            </p:nvSpPr>
            <p:spPr>
              <a:xfrm>
                <a:off x="3505840" y="2543205"/>
                <a:ext cx="124106" cy="126523"/>
              </a:xfrm>
              <a:custGeom>
                <a:avLst/>
                <a:gdLst/>
                <a:ahLst/>
                <a:cxnLst/>
                <a:rect l="l" t="t" r="r" b="b"/>
                <a:pathLst>
                  <a:path w="513" h="523" extrusionOk="0">
                    <a:moveTo>
                      <a:pt x="221" y="0"/>
                    </a:moveTo>
                    <a:cubicBezTo>
                      <a:pt x="422" y="0"/>
                      <a:pt x="512" y="241"/>
                      <a:pt x="382" y="382"/>
                    </a:cubicBezTo>
                    <a:cubicBezTo>
                      <a:pt x="241" y="522"/>
                      <a:pt x="1" y="422"/>
                      <a:pt x="1" y="221"/>
                    </a:cubicBezTo>
                    <a:cubicBezTo>
                      <a:pt x="1" y="101"/>
                      <a:pt x="101"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54"/>
              <p:cNvSpPr/>
              <p:nvPr/>
            </p:nvSpPr>
            <p:spPr>
              <a:xfrm>
                <a:off x="6383750" y="2943579"/>
                <a:ext cx="124106" cy="124104"/>
              </a:xfrm>
              <a:custGeom>
                <a:avLst/>
                <a:gdLst/>
                <a:ahLst/>
                <a:cxnLst/>
                <a:rect l="l" t="t" r="r" b="b"/>
                <a:pathLst>
                  <a:path w="513" h="513" extrusionOk="0">
                    <a:moveTo>
                      <a:pt x="221" y="0"/>
                    </a:moveTo>
                    <a:cubicBezTo>
                      <a:pt x="422" y="0"/>
                      <a:pt x="512" y="241"/>
                      <a:pt x="382" y="372"/>
                    </a:cubicBezTo>
                    <a:cubicBezTo>
                      <a:pt x="242" y="512"/>
                      <a:pt x="1" y="412"/>
                      <a:pt x="1" y="221"/>
                    </a:cubicBezTo>
                    <a:cubicBezTo>
                      <a:pt x="1" y="101"/>
                      <a:pt x="101"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54"/>
              <p:cNvSpPr/>
              <p:nvPr/>
            </p:nvSpPr>
            <p:spPr>
              <a:xfrm>
                <a:off x="5682417" y="2943579"/>
                <a:ext cx="124106" cy="124104"/>
              </a:xfrm>
              <a:custGeom>
                <a:avLst/>
                <a:gdLst/>
                <a:ahLst/>
                <a:cxnLst/>
                <a:rect l="l" t="t" r="r" b="b"/>
                <a:pathLst>
                  <a:path w="513" h="513" extrusionOk="0">
                    <a:moveTo>
                      <a:pt x="222" y="0"/>
                    </a:moveTo>
                    <a:cubicBezTo>
                      <a:pt x="412" y="0"/>
                      <a:pt x="513" y="241"/>
                      <a:pt x="372" y="372"/>
                    </a:cubicBezTo>
                    <a:cubicBezTo>
                      <a:pt x="232" y="512"/>
                      <a:pt x="1" y="412"/>
                      <a:pt x="1" y="221"/>
                    </a:cubicBezTo>
                    <a:cubicBezTo>
                      <a:pt x="1" y="101"/>
                      <a:pt x="101"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54"/>
              <p:cNvSpPr/>
              <p:nvPr/>
            </p:nvSpPr>
            <p:spPr>
              <a:xfrm>
                <a:off x="5801442" y="1812856"/>
                <a:ext cx="320547" cy="196679"/>
              </a:xfrm>
              <a:custGeom>
                <a:avLst/>
                <a:gdLst/>
                <a:ahLst/>
                <a:cxnLst/>
                <a:rect l="l" t="t" r="r" b="b"/>
                <a:pathLst>
                  <a:path w="1325" h="813" extrusionOk="0">
                    <a:moveTo>
                      <a:pt x="0" y="0"/>
                    </a:moveTo>
                    <a:lnTo>
                      <a:pt x="612" y="0"/>
                    </a:lnTo>
                    <a:lnTo>
                      <a:pt x="612" y="241"/>
                    </a:lnTo>
                    <a:cubicBezTo>
                      <a:pt x="833" y="0"/>
                      <a:pt x="1104" y="10"/>
                      <a:pt x="1174" y="141"/>
                    </a:cubicBezTo>
                    <a:cubicBezTo>
                      <a:pt x="1324" y="412"/>
                      <a:pt x="1114" y="592"/>
                      <a:pt x="1054" y="813"/>
                    </a:cubicBezTo>
                    <a:lnTo>
                      <a:pt x="101" y="813"/>
                    </a:lnTo>
                    <a:cubicBezTo>
                      <a:pt x="41" y="652"/>
                      <a:pt x="81" y="482"/>
                      <a:pt x="211" y="371"/>
                    </a:cubicBezTo>
                    <a:lnTo>
                      <a:pt x="0" y="37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54"/>
              <p:cNvSpPr/>
              <p:nvPr/>
            </p:nvSpPr>
            <p:spPr>
              <a:xfrm>
                <a:off x="5823216" y="1688994"/>
                <a:ext cx="128945" cy="182164"/>
              </a:xfrm>
              <a:custGeom>
                <a:avLst/>
                <a:gdLst/>
                <a:ahLst/>
                <a:cxnLst/>
                <a:rect l="l" t="t" r="r" b="b"/>
                <a:pathLst>
                  <a:path w="533" h="753" extrusionOk="0">
                    <a:moveTo>
                      <a:pt x="1" y="1"/>
                    </a:moveTo>
                    <a:lnTo>
                      <a:pt x="532" y="1"/>
                    </a:lnTo>
                    <a:lnTo>
                      <a:pt x="532" y="753"/>
                    </a:lnTo>
                    <a:lnTo>
                      <a:pt x="1" y="75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54"/>
              <p:cNvSpPr/>
              <p:nvPr/>
            </p:nvSpPr>
            <p:spPr>
              <a:xfrm>
                <a:off x="5706851" y="1732781"/>
                <a:ext cx="116607" cy="80317"/>
              </a:xfrm>
              <a:custGeom>
                <a:avLst/>
                <a:gdLst/>
                <a:ahLst/>
                <a:cxnLst/>
                <a:rect l="l" t="t" r="r" b="b"/>
                <a:pathLst>
                  <a:path w="482" h="332" extrusionOk="0">
                    <a:moveTo>
                      <a:pt x="0" y="0"/>
                    </a:moveTo>
                    <a:lnTo>
                      <a:pt x="482" y="0"/>
                    </a:lnTo>
                    <a:lnTo>
                      <a:pt x="482" y="331"/>
                    </a:lnTo>
                    <a:lnTo>
                      <a:pt x="0" y="33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54"/>
              <p:cNvSpPr/>
              <p:nvPr/>
            </p:nvSpPr>
            <p:spPr>
              <a:xfrm>
                <a:off x="5951918" y="1735201"/>
                <a:ext cx="405462" cy="19595"/>
              </a:xfrm>
              <a:custGeom>
                <a:avLst/>
                <a:gdLst/>
                <a:ahLst/>
                <a:cxnLst/>
                <a:rect l="l" t="t" r="r" b="b"/>
                <a:pathLst>
                  <a:path w="1676" h="81" extrusionOk="0">
                    <a:moveTo>
                      <a:pt x="0" y="0"/>
                    </a:moveTo>
                    <a:lnTo>
                      <a:pt x="1675" y="0"/>
                    </a:lnTo>
                    <a:lnTo>
                      <a:pt x="1675" y="81"/>
                    </a:lnTo>
                    <a:lnTo>
                      <a:pt x="0" y="8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54"/>
              <p:cNvSpPr/>
              <p:nvPr/>
            </p:nvSpPr>
            <p:spPr>
              <a:xfrm>
                <a:off x="5951918" y="1761812"/>
                <a:ext cx="148298" cy="24434"/>
              </a:xfrm>
              <a:custGeom>
                <a:avLst/>
                <a:gdLst/>
                <a:ahLst/>
                <a:cxnLst/>
                <a:rect l="l" t="t" r="r" b="b"/>
                <a:pathLst>
                  <a:path w="613" h="101" extrusionOk="0">
                    <a:moveTo>
                      <a:pt x="0" y="1"/>
                    </a:moveTo>
                    <a:lnTo>
                      <a:pt x="612" y="1"/>
                    </a:lnTo>
                    <a:lnTo>
                      <a:pt x="612" y="101"/>
                    </a:lnTo>
                    <a:lnTo>
                      <a:pt x="0" y="10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54"/>
              <p:cNvSpPr/>
              <p:nvPr/>
            </p:nvSpPr>
            <p:spPr>
              <a:xfrm>
                <a:off x="897190" y="2700935"/>
                <a:ext cx="7823774" cy="51287"/>
              </a:xfrm>
              <a:custGeom>
                <a:avLst/>
                <a:gdLst/>
                <a:ahLst/>
                <a:cxnLst/>
                <a:rect l="l" t="t" r="r" b="b"/>
                <a:pathLst>
                  <a:path w="32340" h="212" extrusionOk="0">
                    <a:moveTo>
                      <a:pt x="151" y="0"/>
                    </a:moveTo>
                    <a:lnTo>
                      <a:pt x="3110" y="0"/>
                    </a:lnTo>
                    <a:lnTo>
                      <a:pt x="32339" y="81"/>
                    </a:lnTo>
                    <a:lnTo>
                      <a:pt x="32189" y="211"/>
                    </a:lnTo>
                    <a:lnTo>
                      <a:pt x="1" y="21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54"/>
              <p:cNvSpPr/>
              <p:nvPr/>
            </p:nvSpPr>
            <p:spPr>
              <a:xfrm>
                <a:off x="5466622" y="2011712"/>
                <a:ext cx="1038815" cy="41610"/>
              </a:xfrm>
              <a:custGeom>
                <a:avLst/>
                <a:gdLst/>
                <a:ahLst/>
                <a:cxnLst/>
                <a:rect l="l" t="t" r="r" b="b"/>
                <a:pathLst>
                  <a:path w="4294" h="172" extrusionOk="0">
                    <a:moveTo>
                      <a:pt x="2488" y="1"/>
                    </a:moveTo>
                    <a:lnTo>
                      <a:pt x="4173" y="1"/>
                    </a:lnTo>
                    <a:lnTo>
                      <a:pt x="4293" y="171"/>
                    </a:lnTo>
                    <a:lnTo>
                      <a:pt x="0" y="171"/>
                    </a:lnTo>
                    <a:lnTo>
                      <a:pt x="80" y="1"/>
                    </a:lnTo>
                    <a:lnTo>
                      <a:pt x="7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54"/>
              <p:cNvSpPr/>
              <p:nvPr/>
            </p:nvSpPr>
            <p:spPr>
              <a:xfrm>
                <a:off x="2979175" y="2470388"/>
                <a:ext cx="2293425" cy="31691"/>
              </a:xfrm>
              <a:custGeom>
                <a:avLst/>
                <a:gdLst/>
                <a:ahLst/>
                <a:cxnLst/>
                <a:rect l="l" t="t" r="r" b="b"/>
                <a:pathLst>
                  <a:path w="9480" h="131" extrusionOk="0">
                    <a:moveTo>
                      <a:pt x="9420" y="131"/>
                    </a:moveTo>
                    <a:lnTo>
                      <a:pt x="1" y="131"/>
                    </a:lnTo>
                    <a:lnTo>
                      <a:pt x="91" y="1"/>
                    </a:lnTo>
                    <a:lnTo>
                      <a:pt x="948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54"/>
              <p:cNvSpPr/>
              <p:nvPr/>
            </p:nvSpPr>
            <p:spPr>
              <a:xfrm>
                <a:off x="3508259" y="2268871"/>
                <a:ext cx="322967" cy="196921"/>
              </a:xfrm>
              <a:custGeom>
                <a:avLst/>
                <a:gdLst/>
                <a:ahLst/>
                <a:cxnLst/>
                <a:rect l="l" t="t" r="r" b="b"/>
                <a:pathLst>
                  <a:path w="1335" h="814" extrusionOk="0">
                    <a:moveTo>
                      <a:pt x="1335" y="1"/>
                    </a:moveTo>
                    <a:lnTo>
                      <a:pt x="713" y="1"/>
                    </a:lnTo>
                    <a:lnTo>
                      <a:pt x="713" y="242"/>
                    </a:lnTo>
                    <a:cubicBezTo>
                      <a:pt x="502" y="11"/>
                      <a:pt x="231" y="11"/>
                      <a:pt x="151" y="151"/>
                    </a:cubicBezTo>
                    <a:cubicBezTo>
                      <a:pt x="1" y="422"/>
                      <a:pt x="221" y="603"/>
                      <a:pt x="281" y="813"/>
                    </a:cubicBezTo>
                    <a:lnTo>
                      <a:pt x="1234" y="813"/>
                    </a:lnTo>
                    <a:cubicBezTo>
                      <a:pt x="1295" y="663"/>
                      <a:pt x="1254" y="482"/>
                      <a:pt x="1124" y="382"/>
                    </a:cubicBezTo>
                    <a:lnTo>
                      <a:pt x="1335" y="382"/>
                    </a:lnTo>
                    <a:lnTo>
                      <a:pt x="13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54"/>
              <p:cNvSpPr/>
              <p:nvPr/>
            </p:nvSpPr>
            <p:spPr>
              <a:xfrm>
                <a:off x="3680508" y="2147670"/>
                <a:ext cx="128945" cy="179745"/>
              </a:xfrm>
              <a:custGeom>
                <a:avLst/>
                <a:gdLst/>
                <a:ahLst/>
                <a:cxnLst/>
                <a:rect l="l" t="t" r="r" b="b"/>
                <a:pathLst>
                  <a:path w="533" h="743" extrusionOk="0">
                    <a:moveTo>
                      <a:pt x="532" y="0"/>
                    </a:moveTo>
                    <a:lnTo>
                      <a:pt x="1" y="0"/>
                    </a:lnTo>
                    <a:lnTo>
                      <a:pt x="1" y="743"/>
                    </a:lnTo>
                    <a:lnTo>
                      <a:pt x="532" y="74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54"/>
              <p:cNvSpPr/>
              <p:nvPr/>
            </p:nvSpPr>
            <p:spPr>
              <a:xfrm>
                <a:off x="3809211" y="2191457"/>
                <a:ext cx="116607" cy="80317"/>
              </a:xfrm>
              <a:custGeom>
                <a:avLst/>
                <a:gdLst/>
                <a:ahLst/>
                <a:cxnLst/>
                <a:rect l="l" t="t" r="r" b="b"/>
                <a:pathLst>
                  <a:path w="482" h="332" extrusionOk="0">
                    <a:moveTo>
                      <a:pt x="482" y="0"/>
                    </a:moveTo>
                    <a:lnTo>
                      <a:pt x="0" y="0"/>
                    </a:lnTo>
                    <a:lnTo>
                      <a:pt x="0" y="331"/>
                    </a:lnTo>
                    <a:lnTo>
                      <a:pt x="482" y="33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54"/>
              <p:cNvSpPr/>
              <p:nvPr/>
            </p:nvSpPr>
            <p:spPr>
              <a:xfrm>
                <a:off x="3275288" y="2193876"/>
                <a:ext cx="405462" cy="17176"/>
              </a:xfrm>
              <a:custGeom>
                <a:avLst/>
                <a:gdLst/>
                <a:ahLst/>
                <a:cxnLst/>
                <a:rect l="l" t="t" r="r" b="b"/>
                <a:pathLst>
                  <a:path w="1676" h="71" extrusionOk="0">
                    <a:moveTo>
                      <a:pt x="1676" y="0"/>
                    </a:moveTo>
                    <a:lnTo>
                      <a:pt x="1" y="0"/>
                    </a:lnTo>
                    <a:lnTo>
                      <a:pt x="1" y="70"/>
                    </a:lnTo>
                    <a:lnTo>
                      <a:pt x="1676" y="7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54"/>
              <p:cNvSpPr/>
              <p:nvPr/>
            </p:nvSpPr>
            <p:spPr>
              <a:xfrm>
                <a:off x="3532451" y="2220487"/>
                <a:ext cx="148298" cy="24434"/>
              </a:xfrm>
              <a:custGeom>
                <a:avLst/>
                <a:gdLst/>
                <a:ahLst/>
                <a:cxnLst/>
                <a:rect l="l" t="t" r="r" b="b"/>
                <a:pathLst>
                  <a:path w="613" h="101" extrusionOk="0">
                    <a:moveTo>
                      <a:pt x="613" y="0"/>
                    </a:moveTo>
                    <a:lnTo>
                      <a:pt x="1" y="0"/>
                    </a:lnTo>
                    <a:lnTo>
                      <a:pt x="1" y="101"/>
                    </a:lnTo>
                    <a:lnTo>
                      <a:pt x="613" y="10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54"/>
              <p:cNvSpPr/>
              <p:nvPr/>
            </p:nvSpPr>
            <p:spPr>
              <a:xfrm>
                <a:off x="3061670" y="2431681"/>
                <a:ext cx="393366" cy="38949"/>
              </a:xfrm>
              <a:custGeom>
                <a:avLst/>
                <a:gdLst/>
                <a:ahLst/>
                <a:cxnLst/>
                <a:rect l="l" t="t" r="r" b="b"/>
                <a:pathLst>
                  <a:path w="1626" h="161" extrusionOk="0">
                    <a:moveTo>
                      <a:pt x="1" y="0"/>
                    </a:moveTo>
                    <a:lnTo>
                      <a:pt x="1626" y="0"/>
                    </a:lnTo>
                    <a:lnTo>
                      <a:pt x="1626" y="161"/>
                    </a:lnTo>
                    <a:lnTo>
                      <a:pt x="1" y="16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54"/>
              <p:cNvSpPr/>
              <p:nvPr/>
            </p:nvSpPr>
            <p:spPr>
              <a:xfrm>
                <a:off x="3940333" y="2431681"/>
                <a:ext cx="698914" cy="38949"/>
              </a:xfrm>
              <a:custGeom>
                <a:avLst/>
                <a:gdLst/>
                <a:ahLst/>
                <a:cxnLst/>
                <a:rect l="l" t="t" r="r" b="b"/>
                <a:pathLst>
                  <a:path w="2889" h="161" extrusionOk="0">
                    <a:moveTo>
                      <a:pt x="0" y="0"/>
                    </a:moveTo>
                    <a:lnTo>
                      <a:pt x="2889" y="0"/>
                    </a:lnTo>
                    <a:lnTo>
                      <a:pt x="2889" y="161"/>
                    </a:lnTo>
                    <a:lnTo>
                      <a:pt x="0" y="16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54"/>
              <p:cNvSpPr/>
              <p:nvPr/>
            </p:nvSpPr>
            <p:spPr>
              <a:xfrm>
                <a:off x="4119839" y="2354026"/>
                <a:ext cx="339901" cy="77897"/>
              </a:xfrm>
              <a:custGeom>
                <a:avLst/>
                <a:gdLst/>
                <a:ahLst/>
                <a:cxnLst/>
                <a:rect l="l" t="t" r="r" b="b"/>
                <a:pathLst>
                  <a:path w="1405" h="322" extrusionOk="0">
                    <a:moveTo>
                      <a:pt x="0" y="0"/>
                    </a:moveTo>
                    <a:lnTo>
                      <a:pt x="1405" y="0"/>
                    </a:lnTo>
                    <a:lnTo>
                      <a:pt x="1405" y="321"/>
                    </a:lnTo>
                    <a:lnTo>
                      <a:pt x="0" y="3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54"/>
              <p:cNvSpPr/>
              <p:nvPr/>
            </p:nvSpPr>
            <p:spPr>
              <a:xfrm>
                <a:off x="746714" y="3193479"/>
                <a:ext cx="4302592" cy="60963"/>
              </a:xfrm>
              <a:custGeom>
                <a:avLst/>
                <a:gdLst/>
                <a:ahLst/>
                <a:cxnLst/>
                <a:rect l="l" t="t" r="r" b="b"/>
                <a:pathLst>
                  <a:path w="17785" h="252" extrusionOk="0">
                    <a:moveTo>
                      <a:pt x="1" y="41"/>
                    </a:moveTo>
                    <a:lnTo>
                      <a:pt x="17785" y="1"/>
                    </a:lnTo>
                    <a:cubicBezTo>
                      <a:pt x="17755" y="51"/>
                      <a:pt x="17534" y="211"/>
                      <a:pt x="17504" y="251"/>
                    </a:cubicBezTo>
                    <a:lnTo>
                      <a:pt x="161" y="251"/>
                    </a:lnTo>
                    <a:lnTo>
                      <a:pt x="131" y="41"/>
                    </a:lnTo>
                    <a:lnTo>
                      <a:pt x="1" y="41"/>
                    </a:lnTo>
                    <a:lnTo>
                      <a:pt x="1" y="4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54"/>
              <p:cNvSpPr/>
              <p:nvPr/>
            </p:nvSpPr>
            <p:spPr>
              <a:xfrm>
                <a:off x="6662929" y="2523852"/>
                <a:ext cx="1444035" cy="189421"/>
              </a:xfrm>
              <a:custGeom>
                <a:avLst/>
                <a:gdLst/>
                <a:ahLst/>
                <a:cxnLst/>
                <a:rect l="l" t="t" r="r" b="b"/>
                <a:pathLst>
                  <a:path w="5969" h="783" extrusionOk="0">
                    <a:moveTo>
                      <a:pt x="0" y="783"/>
                    </a:moveTo>
                    <a:close/>
                    <a:moveTo>
                      <a:pt x="50" y="783"/>
                    </a:moveTo>
                    <a:close/>
                    <a:moveTo>
                      <a:pt x="91" y="20"/>
                    </a:moveTo>
                    <a:close/>
                    <a:moveTo>
                      <a:pt x="1535" y="20"/>
                    </a:moveTo>
                    <a:close/>
                    <a:moveTo>
                      <a:pt x="3009" y="20"/>
                    </a:moveTo>
                    <a:close/>
                    <a:moveTo>
                      <a:pt x="4484" y="20"/>
                    </a:moveTo>
                    <a:close/>
                    <a:moveTo>
                      <a:pt x="5968" y="20"/>
                    </a:moveTo>
                    <a:close/>
                    <a:moveTo>
                      <a:pt x="91" y="291"/>
                    </a:moveTo>
                    <a:close/>
                    <a:moveTo>
                      <a:pt x="1535" y="291"/>
                    </a:moveTo>
                    <a:close/>
                    <a:moveTo>
                      <a:pt x="3009" y="291"/>
                    </a:moveTo>
                    <a:close/>
                    <a:moveTo>
                      <a:pt x="4484" y="291"/>
                    </a:moveTo>
                    <a:close/>
                    <a:moveTo>
                      <a:pt x="5968" y="291"/>
                    </a:moveTo>
                    <a:close/>
                    <a:moveTo>
                      <a:pt x="91" y="572"/>
                    </a:moveTo>
                    <a:close/>
                    <a:moveTo>
                      <a:pt x="1535" y="572"/>
                    </a:moveTo>
                    <a:close/>
                    <a:moveTo>
                      <a:pt x="3009" y="572"/>
                    </a:moveTo>
                    <a:close/>
                    <a:moveTo>
                      <a:pt x="4484" y="572"/>
                    </a:moveTo>
                    <a:close/>
                    <a:moveTo>
                      <a:pt x="5968" y="572"/>
                    </a:moveTo>
                    <a:close/>
                    <a:moveTo>
                      <a:pt x="1475" y="0"/>
                    </a:moveTo>
                    <a:lnTo>
                      <a:pt x="1535" y="0"/>
                    </a:lnTo>
                    <a:lnTo>
                      <a:pt x="1535" y="783"/>
                    </a:lnTo>
                    <a:lnTo>
                      <a:pt x="1475" y="783"/>
                    </a:lnTo>
                    <a:close/>
                    <a:moveTo>
                      <a:pt x="0" y="0"/>
                    </a:moveTo>
                    <a:lnTo>
                      <a:pt x="50" y="0"/>
                    </a:lnTo>
                    <a:lnTo>
                      <a:pt x="50" y="783"/>
                    </a:lnTo>
                    <a:lnTo>
                      <a:pt x="0" y="783"/>
                    </a:lnTo>
                    <a:close/>
                    <a:moveTo>
                      <a:pt x="2959" y="0"/>
                    </a:moveTo>
                    <a:lnTo>
                      <a:pt x="3009" y="0"/>
                    </a:lnTo>
                    <a:lnTo>
                      <a:pt x="3009" y="783"/>
                    </a:lnTo>
                    <a:lnTo>
                      <a:pt x="2959" y="783"/>
                    </a:lnTo>
                    <a:close/>
                    <a:moveTo>
                      <a:pt x="4434" y="0"/>
                    </a:moveTo>
                    <a:lnTo>
                      <a:pt x="4484" y="0"/>
                    </a:lnTo>
                    <a:lnTo>
                      <a:pt x="4484" y="783"/>
                    </a:lnTo>
                    <a:lnTo>
                      <a:pt x="4434" y="783"/>
                    </a:lnTo>
                    <a:close/>
                    <a:moveTo>
                      <a:pt x="5908" y="0"/>
                    </a:moveTo>
                    <a:lnTo>
                      <a:pt x="5968" y="0"/>
                    </a:lnTo>
                    <a:lnTo>
                      <a:pt x="5968" y="783"/>
                    </a:lnTo>
                    <a:lnTo>
                      <a:pt x="5908" y="78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54"/>
              <p:cNvSpPr/>
              <p:nvPr/>
            </p:nvSpPr>
            <p:spPr>
              <a:xfrm>
                <a:off x="6658090" y="2516594"/>
                <a:ext cx="1456132" cy="203936"/>
              </a:xfrm>
              <a:custGeom>
                <a:avLst/>
                <a:gdLst/>
                <a:ahLst/>
                <a:cxnLst/>
                <a:rect l="l" t="t" r="r" b="b"/>
                <a:pathLst>
                  <a:path w="6019" h="843" extrusionOk="0">
                    <a:moveTo>
                      <a:pt x="2949" y="70"/>
                    </a:moveTo>
                    <a:lnTo>
                      <a:pt x="2949" y="291"/>
                    </a:lnTo>
                    <a:lnTo>
                      <a:pt x="1585" y="291"/>
                    </a:lnTo>
                    <a:lnTo>
                      <a:pt x="1585" y="70"/>
                    </a:lnTo>
                    <a:close/>
                    <a:moveTo>
                      <a:pt x="4424" y="70"/>
                    </a:moveTo>
                    <a:lnTo>
                      <a:pt x="4424" y="291"/>
                    </a:lnTo>
                    <a:lnTo>
                      <a:pt x="3060" y="291"/>
                    </a:lnTo>
                    <a:lnTo>
                      <a:pt x="3050" y="70"/>
                    </a:lnTo>
                    <a:close/>
                    <a:moveTo>
                      <a:pt x="5908" y="70"/>
                    </a:moveTo>
                    <a:lnTo>
                      <a:pt x="5908" y="291"/>
                    </a:lnTo>
                    <a:lnTo>
                      <a:pt x="4534" y="291"/>
                    </a:lnTo>
                    <a:lnTo>
                      <a:pt x="4534" y="70"/>
                    </a:lnTo>
                    <a:close/>
                    <a:moveTo>
                      <a:pt x="2949" y="351"/>
                    </a:moveTo>
                    <a:lnTo>
                      <a:pt x="2949" y="572"/>
                    </a:lnTo>
                    <a:lnTo>
                      <a:pt x="1585" y="572"/>
                    </a:lnTo>
                    <a:lnTo>
                      <a:pt x="1585" y="351"/>
                    </a:lnTo>
                    <a:close/>
                    <a:moveTo>
                      <a:pt x="4424" y="351"/>
                    </a:moveTo>
                    <a:lnTo>
                      <a:pt x="4424" y="572"/>
                    </a:lnTo>
                    <a:lnTo>
                      <a:pt x="3060" y="572"/>
                    </a:lnTo>
                    <a:lnTo>
                      <a:pt x="3050" y="351"/>
                    </a:lnTo>
                    <a:close/>
                    <a:moveTo>
                      <a:pt x="5908" y="351"/>
                    </a:moveTo>
                    <a:lnTo>
                      <a:pt x="5908" y="572"/>
                    </a:lnTo>
                    <a:lnTo>
                      <a:pt x="4534" y="572"/>
                    </a:lnTo>
                    <a:lnTo>
                      <a:pt x="4534" y="351"/>
                    </a:lnTo>
                    <a:close/>
                    <a:moveTo>
                      <a:pt x="2949" y="642"/>
                    </a:moveTo>
                    <a:lnTo>
                      <a:pt x="2949" y="782"/>
                    </a:lnTo>
                    <a:lnTo>
                      <a:pt x="1585" y="782"/>
                    </a:lnTo>
                    <a:lnTo>
                      <a:pt x="1585" y="642"/>
                    </a:lnTo>
                    <a:close/>
                    <a:moveTo>
                      <a:pt x="4424" y="642"/>
                    </a:moveTo>
                    <a:lnTo>
                      <a:pt x="4424" y="782"/>
                    </a:lnTo>
                    <a:lnTo>
                      <a:pt x="3060" y="782"/>
                    </a:lnTo>
                    <a:lnTo>
                      <a:pt x="3050" y="642"/>
                    </a:lnTo>
                    <a:close/>
                    <a:moveTo>
                      <a:pt x="5908" y="642"/>
                    </a:moveTo>
                    <a:lnTo>
                      <a:pt x="5908" y="782"/>
                    </a:lnTo>
                    <a:lnTo>
                      <a:pt x="4534" y="782"/>
                    </a:lnTo>
                    <a:lnTo>
                      <a:pt x="4534" y="642"/>
                    </a:lnTo>
                    <a:close/>
                    <a:moveTo>
                      <a:pt x="0" y="0"/>
                    </a:moveTo>
                    <a:lnTo>
                      <a:pt x="0" y="843"/>
                    </a:lnTo>
                    <a:lnTo>
                      <a:pt x="6019" y="843"/>
                    </a:lnTo>
                    <a:lnTo>
                      <a:pt x="6009" y="0"/>
                    </a:lnTo>
                    <a:lnTo>
                      <a:pt x="5898" y="0"/>
                    </a:lnTo>
                    <a:lnTo>
                      <a:pt x="5898" y="20"/>
                    </a:lnTo>
                    <a:lnTo>
                      <a:pt x="4534" y="20"/>
                    </a:lnTo>
                    <a:lnTo>
                      <a:pt x="4534" y="0"/>
                    </a:lnTo>
                    <a:lnTo>
                      <a:pt x="4424" y="0"/>
                    </a:lnTo>
                    <a:lnTo>
                      <a:pt x="4424" y="20"/>
                    </a:lnTo>
                    <a:lnTo>
                      <a:pt x="3060" y="20"/>
                    </a:lnTo>
                    <a:lnTo>
                      <a:pt x="3060" y="0"/>
                    </a:lnTo>
                    <a:lnTo>
                      <a:pt x="2949" y="0"/>
                    </a:lnTo>
                    <a:lnTo>
                      <a:pt x="2949" y="20"/>
                    </a:lnTo>
                    <a:lnTo>
                      <a:pt x="1585" y="20"/>
                    </a:lnTo>
                    <a:lnTo>
                      <a:pt x="1585" y="0"/>
                    </a:lnTo>
                    <a:lnTo>
                      <a:pt x="1475" y="0"/>
                    </a:lnTo>
                    <a:lnTo>
                      <a:pt x="1475" y="20"/>
                    </a:lnTo>
                    <a:lnTo>
                      <a:pt x="121" y="20"/>
                    </a:lnTo>
                    <a:lnTo>
                      <a:pt x="121" y="70"/>
                    </a:lnTo>
                    <a:lnTo>
                      <a:pt x="1475" y="70"/>
                    </a:lnTo>
                    <a:lnTo>
                      <a:pt x="1475" y="291"/>
                    </a:lnTo>
                    <a:lnTo>
                      <a:pt x="121" y="291"/>
                    </a:lnTo>
                    <a:lnTo>
                      <a:pt x="121" y="351"/>
                    </a:lnTo>
                    <a:lnTo>
                      <a:pt x="1475" y="351"/>
                    </a:lnTo>
                    <a:lnTo>
                      <a:pt x="1475" y="582"/>
                    </a:lnTo>
                    <a:lnTo>
                      <a:pt x="121" y="582"/>
                    </a:lnTo>
                    <a:lnTo>
                      <a:pt x="121" y="642"/>
                    </a:lnTo>
                    <a:lnTo>
                      <a:pt x="1475" y="642"/>
                    </a:lnTo>
                    <a:lnTo>
                      <a:pt x="1475" y="782"/>
                    </a:lnTo>
                    <a:lnTo>
                      <a:pt x="101" y="782"/>
                    </a:lnTo>
                    <a:lnTo>
                      <a:pt x="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54"/>
              <p:cNvSpPr/>
              <p:nvPr/>
            </p:nvSpPr>
            <p:spPr>
              <a:xfrm>
                <a:off x="8354209" y="2747142"/>
                <a:ext cx="495215" cy="211194"/>
              </a:xfrm>
              <a:custGeom>
                <a:avLst/>
                <a:gdLst/>
                <a:ahLst/>
                <a:cxnLst/>
                <a:rect l="l" t="t" r="r" b="b"/>
                <a:pathLst>
                  <a:path w="2047" h="873" extrusionOk="0">
                    <a:moveTo>
                      <a:pt x="1054" y="0"/>
                    </a:moveTo>
                    <a:lnTo>
                      <a:pt x="2047" y="0"/>
                    </a:lnTo>
                    <a:lnTo>
                      <a:pt x="2047" y="873"/>
                    </a:lnTo>
                    <a:lnTo>
                      <a:pt x="1" y="873"/>
                    </a:lnTo>
                    <a:cubicBezTo>
                      <a:pt x="352" y="602"/>
                      <a:pt x="703" y="321"/>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54"/>
              <p:cNvSpPr/>
              <p:nvPr/>
            </p:nvSpPr>
            <p:spPr>
              <a:xfrm>
                <a:off x="8846763" y="2725127"/>
                <a:ext cx="48868" cy="264900"/>
              </a:xfrm>
              <a:custGeom>
                <a:avLst/>
                <a:gdLst/>
                <a:ahLst/>
                <a:cxnLst/>
                <a:rect l="l" t="t" r="r" b="b"/>
                <a:pathLst>
                  <a:path w="202" h="1095" extrusionOk="0">
                    <a:moveTo>
                      <a:pt x="161" y="1"/>
                    </a:moveTo>
                    <a:lnTo>
                      <a:pt x="41" y="1"/>
                    </a:lnTo>
                    <a:cubicBezTo>
                      <a:pt x="21" y="11"/>
                      <a:pt x="1" y="21"/>
                      <a:pt x="1" y="51"/>
                    </a:cubicBezTo>
                    <a:lnTo>
                      <a:pt x="1" y="1054"/>
                    </a:lnTo>
                    <a:cubicBezTo>
                      <a:pt x="1" y="1074"/>
                      <a:pt x="21" y="1094"/>
                      <a:pt x="41" y="1094"/>
                    </a:cubicBezTo>
                    <a:lnTo>
                      <a:pt x="161" y="1094"/>
                    </a:lnTo>
                    <a:cubicBezTo>
                      <a:pt x="181" y="1094"/>
                      <a:pt x="201" y="1074"/>
                      <a:pt x="201" y="1054"/>
                    </a:cubicBezTo>
                    <a:lnTo>
                      <a:pt x="201" y="51"/>
                    </a:lnTo>
                    <a:cubicBezTo>
                      <a:pt x="201" y="21"/>
                      <a:pt x="181" y="11"/>
                      <a:pt x="1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54"/>
              <p:cNvSpPr/>
              <p:nvPr/>
            </p:nvSpPr>
            <p:spPr>
              <a:xfrm>
                <a:off x="3724296" y="2523852"/>
                <a:ext cx="1388151" cy="189421"/>
              </a:xfrm>
              <a:custGeom>
                <a:avLst/>
                <a:gdLst/>
                <a:ahLst/>
                <a:cxnLst/>
                <a:rect l="l" t="t" r="r" b="b"/>
                <a:pathLst>
                  <a:path w="5738" h="783" extrusionOk="0">
                    <a:moveTo>
                      <a:pt x="10" y="783"/>
                    </a:moveTo>
                    <a:close/>
                    <a:moveTo>
                      <a:pt x="60" y="783"/>
                    </a:moveTo>
                    <a:close/>
                    <a:moveTo>
                      <a:pt x="101" y="20"/>
                    </a:moveTo>
                    <a:close/>
                    <a:moveTo>
                      <a:pt x="1475" y="20"/>
                    </a:moveTo>
                    <a:close/>
                    <a:moveTo>
                      <a:pt x="2899" y="20"/>
                    </a:moveTo>
                    <a:close/>
                    <a:moveTo>
                      <a:pt x="4313" y="20"/>
                    </a:moveTo>
                    <a:close/>
                    <a:moveTo>
                      <a:pt x="5738" y="20"/>
                    </a:moveTo>
                    <a:close/>
                    <a:moveTo>
                      <a:pt x="91" y="291"/>
                    </a:moveTo>
                    <a:close/>
                    <a:moveTo>
                      <a:pt x="1475" y="291"/>
                    </a:moveTo>
                    <a:close/>
                    <a:moveTo>
                      <a:pt x="2889" y="291"/>
                    </a:moveTo>
                    <a:close/>
                    <a:moveTo>
                      <a:pt x="4313" y="291"/>
                    </a:moveTo>
                    <a:close/>
                    <a:moveTo>
                      <a:pt x="5728" y="291"/>
                    </a:moveTo>
                    <a:close/>
                    <a:moveTo>
                      <a:pt x="91" y="572"/>
                    </a:moveTo>
                    <a:close/>
                    <a:moveTo>
                      <a:pt x="1465" y="572"/>
                    </a:moveTo>
                    <a:close/>
                    <a:moveTo>
                      <a:pt x="2889" y="572"/>
                    </a:moveTo>
                    <a:close/>
                    <a:moveTo>
                      <a:pt x="4303" y="572"/>
                    </a:moveTo>
                    <a:close/>
                    <a:moveTo>
                      <a:pt x="5728" y="572"/>
                    </a:moveTo>
                    <a:close/>
                    <a:moveTo>
                      <a:pt x="1415" y="0"/>
                    </a:moveTo>
                    <a:lnTo>
                      <a:pt x="1465" y="0"/>
                    </a:lnTo>
                    <a:lnTo>
                      <a:pt x="1465" y="783"/>
                    </a:lnTo>
                    <a:lnTo>
                      <a:pt x="1415" y="783"/>
                    </a:lnTo>
                    <a:close/>
                    <a:moveTo>
                      <a:pt x="0" y="0"/>
                    </a:moveTo>
                    <a:lnTo>
                      <a:pt x="50" y="0"/>
                    </a:lnTo>
                    <a:lnTo>
                      <a:pt x="50" y="783"/>
                    </a:lnTo>
                    <a:lnTo>
                      <a:pt x="0" y="783"/>
                    </a:lnTo>
                    <a:close/>
                    <a:moveTo>
                      <a:pt x="2839" y="0"/>
                    </a:moveTo>
                    <a:lnTo>
                      <a:pt x="2889" y="0"/>
                    </a:lnTo>
                    <a:lnTo>
                      <a:pt x="2889" y="783"/>
                    </a:lnTo>
                    <a:lnTo>
                      <a:pt x="2839" y="783"/>
                    </a:lnTo>
                    <a:close/>
                    <a:moveTo>
                      <a:pt x="4253" y="0"/>
                    </a:moveTo>
                    <a:lnTo>
                      <a:pt x="4303" y="0"/>
                    </a:lnTo>
                    <a:lnTo>
                      <a:pt x="4303" y="783"/>
                    </a:lnTo>
                    <a:lnTo>
                      <a:pt x="4253" y="783"/>
                    </a:lnTo>
                    <a:close/>
                    <a:moveTo>
                      <a:pt x="5678" y="0"/>
                    </a:moveTo>
                    <a:lnTo>
                      <a:pt x="5728" y="0"/>
                    </a:lnTo>
                    <a:lnTo>
                      <a:pt x="5728" y="783"/>
                    </a:lnTo>
                    <a:lnTo>
                      <a:pt x="5678" y="78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54"/>
              <p:cNvSpPr/>
              <p:nvPr/>
            </p:nvSpPr>
            <p:spPr>
              <a:xfrm>
                <a:off x="2345822" y="2523852"/>
                <a:ext cx="1388393" cy="189421"/>
              </a:xfrm>
              <a:custGeom>
                <a:avLst/>
                <a:gdLst/>
                <a:ahLst/>
                <a:cxnLst/>
                <a:rect l="l" t="t" r="r" b="b"/>
                <a:pathLst>
                  <a:path w="5739" h="783" extrusionOk="0">
                    <a:moveTo>
                      <a:pt x="11" y="783"/>
                    </a:moveTo>
                    <a:close/>
                    <a:moveTo>
                      <a:pt x="61" y="783"/>
                    </a:moveTo>
                    <a:close/>
                    <a:moveTo>
                      <a:pt x="101" y="20"/>
                    </a:moveTo>
                    <a:close/>
                    <a:moveTo>
                      <a:pt x="1485" y="20"/>
                    </a:moveTo>
                    <a:close/>
                    <a:moveTo>
                      <a:pt x="2900" y="20"/>
                    </a:moveTo>
                    <a:close/>
                    <a:moveTo>
                      <a:pt x="4324" y="20"/>
                    </a:moveTo>
                    <a:close/>
                    <a:moveTo>
                      <a:pt x="5738" y="20"/>
                    </a:moveTo>
                    <a:close/>
                    <a:moveTo>
                      <a:pt x="101" y="291"/>
                    </a:moveTo>
                    <a:close/>
                    <a:moveTo>
                      <a:pt x="1475" y="291"/>
                    </a:moveTo>
                    <a:close/>
                    <a:moveTo>
                      <a:pt x="2900" y="291"/>
                    </a:moveTo>
                    <a:close/>
                    <a:moveTo>
                      <a:pt x="4314" y="291"/>
                    </a:moveTo>
                    <a:close/>
                    <a:moveTo>
                      <a:pt x="5738" y="291"/>
                    </a:moveTo>
                    <a:close/>
                    <a:moveTo>
                      <a:pt x="101" y="572"/>
                    </a:moveTo>
                    <a:close/>
                    <a:moveTo>
                      <a:pt x="1475" y="572"/>
                    </a:moveTo>
                    <a:close/>
                    <a:moveTo>
                      <a:pt x="2900" y="572"/>
                    </a:moveTo>
                    <a:close/>
                    <a:moveTo>
                      <a:pt x="4314" y="572"/>
                    </a:moveTo>
                    <a:close/>
                    <a:moveTo>
                      <a:pt x="5738" y="572"/>
                    </a:moveTo>
                    <a:close/>
                    <a:moveTo>
                      <a:pt x="1425" y="0"/>
                    </a:moveTo>
                    <a:lnTo>
                      <a:pt x="1475" y="0"/>
                    </a:lnTo>
                    <a:lnTo>
                      <a:pt x="1475" y="783"/>
                    </a:lnTo>
                    <a:lnTo>
                      <a:pt x="1435" y="783"/>
                    </a:lnTo>
                    <a:lnTo>
                      <a:pt x="1435" y="0"/>
                    </a:lnTo>
                    <a:close/>
                    <a:moveTo>
                      <a:pt x="1" y="0"/>
                    </a:moveTo>
                    <a:lnTo>
                      <a:pt x="51" y="0"/>
                    </a:lnTo>
                    <a:lnTo>
                      <a:pt x="51" y="783"/>
                    </a:lnTo>
                    <a:lnTo>
                      <a:pt x="1" y="783"/>
                    </a:lnTo>
                    <a:close/>
                    <a:moveTo>
                      <a:pt x="2850" y="0"/>
                    </a:moveTo>
                    <a:lnTo>
                      <a:pt x="2900" y="0"/>
                    </a:lnTo>
                    <a:lnTo>
                      <a:pt x="2900" y="783"/>
                    </a:lnTo>
                    <a:lnTo>
                      <a:pt x="2850" y="783"/>
                    </a:lnTo>
                    <a:close/>
                    <a:moveTo>
                      <a:pt x="4264" y="0"/>
                    </a:moveTo>
                    <a:lnTo>
                      <a:pt x="4314" y="0"/>
                    </a:lnTo>
                    <a:lnTo>
                      <a:pt x="4314" y="783"/>
                    </a:lnTo>
                    <a:lnTo>
                      <a:pt x="4264" y="783"/>
                    </a:lnTo>
                    <a:close/>
                    <a:moveTo>
                      <a:pt x="5688" y="0"/>
                    </a:moveTo>
                    <a:lnTo>
                      <a:pt x="5738" y="0"/>
                    </a:lnTo>
                    <a:lnTo>
                      <a:pt x="5738" y="783"/>
                    </a:lnTo>
                    <a:lnTo>
                      <a:pt x="5688" y="78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54"/>
              <p:cNvSpPr/>
              <p:nvPr/>
            </p:nvSpPr>
            <p:spPr>
              <a:xfrm>
                <a:off x="957912" y="2523852"/>
                <a:ext cx="1388151" cy="189421"/>
              </a:xfrm>
              <a:custGeom>
                <a:avLst/>
                <a:gdLst/>
                <a:ahLst/>
                <a:cxnLst/>
                <a:rect l="l" t="t" r="r" b="b"/>
                <a:pathLst>
                  <a:path w="5738" h="783" extrusionOk="0">
                    <a:moveTo>
                      <a:pt x="11" y="783"/>
                    </a:moveTo>
                    <a:close/>
                    <a:moveTo>
                      <a:pt x="61" y="783"/>
                    </a:moveTo>
                    <a:close/>
                    <a:moveTo>
                      <a:pt x="101" y="20"/>
                    </a:moveTo>
                    <a:close/>
                    <a:moveTo>
                      <a:pt x="1475" y="20"/>
                    </a:moveTo>
                    <a:close/>
                    <a:moveTo>
                      <a:pt x="2899" y="20"/>
                    </a:moveTo>
                    <a:close/>
                    <a:moveTo>
                      <a:pt x="4324" y="20"/>
                    </a:moveTo>
                    <a:close/>
                    <a:moveTo>
                      <a:pt x="5738" y="20"/>
                    </a:moveTo>
                    <a:close/>
                    <a:moveTo>
                      <a:pt x="101" y="291"/>
                    </a:moveTo>
                    <a:close/>
                    <a:moveTo>
                      <a:pt x="1475" y="291"/>
                    </a:moveTo>
                    <a:close/>
                    <a:moveTo>
                      <a:pt x="2899" y="291"/>
                    </a:moveTo>
                    <a:close/>
                    <a:moveTo>
                      <a:pt x="4314" y="291"/>
                    </a:moveTo>
                    <a:close/>
                    <a:moveTo>
                      <a:pt x="5738" y="291"/>
                    </a:moveTo>
                    <a:close/>
                    <a:moveTo>
                      <a:pt x="91" y="572"/>
                    </a:moveTo>
                    <a:close/>
                    <a:moveTo>
                      <a:pt x="1475" y="572"/>
                    </a:moveTo>
                    <a:close/>
                    <a:moveTo>
                      <a:pt x="2889" y="572"/>
                    </a:moveTo>
                    <a:close/>
                    <a:moveTo>
                      <a:pt x="4314" y="572"/>
                    </a:moveTo>
                    <a:close/>
                    <a:moveTo>
                      <a:pt x="5728" y="572"/>
                    </a:moveTo>
                    <a:close/>
                    <a:moveTo>
                      <a:pt x="1425" y="0"/>
                    </a:moveTo>
                    <a:lnTo>
                      <a:pt x="1475" y="0"/>
                    </a:lnTo>
                    <a:lnTo>
                      <a:pt x="1475" y="783"/>
                    </a:lnTo>
                    <a:lnTo>
                      <a:pt x="1425" y="783"/>
                    </a:lnTo>
                    <a:close/>
                    <a:moveTo>
                      <a:pt x="0" y="0"/>
                    </a:moveTo>
                    <a:lnTo>
                      <a:pt x="51" y="0"/>
                    </a:lnTo>
                    <a:lnTo>
                      <a:pt x="51" y="783"/>
                    </a:lnTo>
                    <a:lnTo>
                      <a:pt x="0" y="783"/>
                    </a:lnTo>
                    <a:close/>
                    <a:moveTo>
                      <a:pt x="2839" y="0"/>
                    </a:moveTo>
                    <a:lnTo>
                      <a:pt x="2889" y="0"/>
                    </a:lnTo>
                    <a:lnTo>
                      <a:pt x="2889" y="783"/>
                    </a:lnTo>
                    <a:lnTo>
                      <a:pt x="2839" y="783"/>
                    </a:lnTo>
                    <a:close/>
                    <a:moveTo>
                      <a:pt x="4263" y="0"/>
                    </a:moveTo>
                    <a:lnTo>
                      <a:pt x="4314" y="0"/>
                    </a:lnTo>
                    <a:lnTo>
                      <a:pt x="4314" y="783"/>
                    </a:lnTo>
                    <a:lnTo>
                      <a:pt x="4263" y="783"/>
                    </a:lnTo>
                    <a:close/>
                    <a:moveTo>
                      <a:pt x="5678" y="0"/>
                    </a:moveTo>
                    <a:lnTo>
                      <a:pt x="5728" y="0"/>
                    </a:lnTo>
                    <a:lnTo>
                      <a:pt x="5728" y="783"/>
                    </a:lnTo>
                    <a:lnTo>
                      <a:pt x="5678" y="78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54"/>
              <p:cNvSpPr/>
              <p:nvPr/>
            </p:nvSpPr>
            <p:spPr>
              <a:xfrm>
                <a:off x="953074" y="2516594"/>
                <a:ext cx="1402909" cy="203936"/>
              </a:xfrm>
              <a:custGeom>
                <a:avLst/>
                <a:gdLst/>
                <a:ahLst/>
                <a:cxnLst/>
                <a:rect l="l" t="t" r="r" b="b"/>
                <a:pathLst>
                  <a:path w="5799" h="843" extrusionOk="0">
                    <a:moveTo>
                      <a:pt x="2839" y="70"/>
                    </a:moveTo>
                    <a:lnTo>
                      <a:pt x="2839" y="291"/>
                    </a:lnTo>
                    <a:lnTo>
                      <a:pt x="1525" y="291"/>
                    </a:lnTo>
                    <a:lnTo>
                      <a:pt x="1525" y="70"/>
                    </a:lnTo>
                    <a:close/>
                    <a:moveTo>
                      <a:pt x="4263" y="70"/>
                    </a:moveTo>
                    <a:lnTo>
                      <a:pt x="4263" y="291"/>
                    </a:lnTo>
                    <a:lnTo>
                      <a:pt x="2949" y="291"/>
                    </a:lnTo>
                    <a:lnTo>
                      <a:pt x="2949" y="70"/>
                    </a:lnTo>
                    <a:close/>
                    <a:moveTo>
                      <a:pt x="5688" y="70"/>
                    </a:moveTo>
                    <a:lnTo>
                      <a:pt x="5688" y="291"/>
                    </a:lnTo>
                    <a:lnTo>
                      <a:pt x="4364" y="291"/>
                    </a:lnTo>
                    <a:lnTo>
                      <a:pt x="4364" y="70"/>
                    </a:lnTo>
                    <a:close/>
                    <a:moveTo>
                      <a:pt x="2839" y="351"/>
                    </a:moveTo>
                    <a:lnTo>
                      <a:pt x="2839" y="572"/>
                    </a:lnTo>
                    <a:lnTo>
                      <a:pt x="1525" y="572"/>
                    </a:lnTo>
                    <a:lnTo>
                      <a:pt x="1525" y="351"/>
                    </a:lnTo>
                    <a:close/>
                    <a:moveTo>
                      <a:pt x="4263" y="351"/>
                    </a:moveTo>
                    <a:lnTo>
                      <a:pt x="4263" y="572"/>
                    </a:lnTo>
                    <a:lnTo>
                      <a:pt x="2949" y="572"/>
                    </a:lnTo>
                    <a:lnTo>
                      <a:pt x="2949" y="351"/>
                    </a:lnTo>
                    <a:close/>
                    <a:moveTo>
                      <a:pt x="5688" y="351"/>
                    </a:moveTo>
                    <a:lnTo>
                      <a:pt x="5688" y="572"/>
                    </a:lnTo>
                    <a:lnTo>
                      <a:pt x="4364" y="572"/>
                    </a:lnTo>
                    <a:lnTo>
                      <a:pt x="4364" y="351"/>
                    </a:lnTo>
                    <a:close/>
                    <a:moveTo>
                      <a:pt x="2839" y="642"/>
                    </a:moveTo>
                    <a:lnTo>
                      <a:pt x="2839" y="782"/>
                    </a:lnTo>
                    <a:lnTo>
                      <a:pt x="1525" y="782"/>
                    </a:lnTo>
                    <a:lnTo>
                      <a:pt x="1525" y="642"/>
                    </a:lnTo>
                    <a:close/>
                    <a:moveTo>
                      <a:pt x="4263" y="642"/>
                    </a:moveTo>
                    <a:lnTo>
                      <a:pt x="4263" y="782"/>
                    </a:lnTo>
                    <a:lnTo>
                      <a:pt x="2949" y="782"/>
                    </a:lnTo>
                    <a:lnTo>
                      <a:pt x="2949" y="642"/>
                    </a:lnTo>
                    <a:close/>
                    <a:moveTo>
                      <a:pt x="5688" y="642"/>
                    </a:moveTo>
                    <a:lnTo>
                      <a:pt x="5688" y="782"/>
                    </a:lnTo>
                    <a:lnTo>
                      <a:pt x="4364" y="782"/>
                    </a:lnTo>
                    <a:lnTo>
                      <a:pt x="4364" y="642"/>
                    </a:lnTo>
                    <a:close/>
                    <a:moveTo>
                      <a:pt x="0" y="0"/>
                    </a:moveTo>
                    <a:lnTo>
                      <a:pt x="0" y="843"/>
                    </a:lnTo>
                    <a:lnTo>
                      <a:pt x="5788" y="843"/>
                    </a:lnTo>
                    <a:lnTo>
                      <a:pt x="5798" y="0"/>
                    </a:lnTo>
                    <a:lnTo>
                      <a:pt x="5688" y="0"/>
                    </a:lnTo>
                    <a:lnTo>
                      <a:pt x="5688" y="20"/>
                    </a:lnTo>
                    <a:lnTo>
                      <a:pt x="4374" y="20"/>
                    </a:lnTo>
                    <a:lnTo>
                      <a:pt x="4374" y="0"/>
                    </a:lnTo>
                    <a:lnTo>
                      <a:pt x="4263" y="0"/>
                    </a:lnTo>
                    <a:lnTo>
                      <a:pt x="4263" y="20"/>
                    </a:lnTo>
                    <a:lnTo>
                      <a:pt x="2949" y="20"/>
                    </a:lnTo>
                    <a:lnTo>
                      <a:pt x="2949" y="0"/>
                    </a:lnTo>
                    <a:lnTo>
                      <a:pt x="2839" y="0"/>
                    </a:lnTo>
                    <a:lnTo>
                      <a:pt x="2839" y="20"/>
                    </a:lnTo>
                    <a:lnTo>
                      <a:pt x="1525" y="20"/>
                    </a:lnTo>
                    <a:lnTo>
                      <a:pt x="1525" y="0"/>
                    </a:lnTo>
                    <a:lnTo>
                      <a:pt x="1425" y="0"/>
                    </a:lnTo>
                    <a:lnTo>
                      <a:pt x="1425" y="20"/>
                    </a:lnTo>
                    <a:lnTo>
                      <a:pt x="121" y="20"/>
                    </a:lnTo>
                    <a:lnTo>
                      <a:pt x="121" y="70"/>
                    </a:lnTo>
                    <a:lnTo>
                      <a:pt x="1425" y="70"/>
                    </a:lnTo>
                    <a:lnTo>
                      <a:pt x="1425" y="291"/>
                    </a:lnTo>
                    <a:lnTo>
                      <a:pt x="121" y="291"/>
                    </a:lnTo>
                    <a:lnTo>
                      <a:pt x="121" y="351"/>
                    </a:lnTo>
                    <a:lnTo>
                      <a:pt x="1425" y="351"/>
                    </a:lnTo>
                    <a:lnTo>
                      <a:pt x="1425" y="582"/>
                    </a:lnTo>
                    <a:lnTo>
                      <a:pt x="121" y="582"/>
                    </a:lnTo>
                    <a:lnTo>
                      <a:pt x="121" y="642"/>
                    </a:lnTo>
                    <a:lnTo>
                      <a:pt x="1425" y="642"/>
                    </a:lnTo>
                    <a:lnTo>
                      <a:pt x="1425" y="782"/>
                    </a:lnTo>
                    <a:lnTo>
                      <a:pt x="111" y="782"/>
                    </a:lnTo>
                    <a:lnTo>
                      <a:pt x="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54"/>
              <p:cNvSpPr/>
              <p:nvPr/>
            </p:nvSpPr>
            <p:spPr>
              <a:xfrm>
                <a:off x="2367836" y="2305400"/>
                <a:ext cx="92414" cy="48867"/>
              </a:xfrm>
              <a:custGeom>
                <a:avLst/>
                <a:gdLst/>
                <a:ahLst/>
                <a:cxnLst/>
                <a:rect l="l" t="t" r="r" b="b"/>
                <a:pathLst>
                  <a:path w="382" h="202" extrusionOk="0">
                    <a:moveTo>
                      <a:pt x="0" y="111"/>
                    </a:moveTo>
                    <a:lnTo>
                      <a:pt x="351" y="0"/>
                    </a:lnTo>
                    <a:lnTo>
                      <a:pt x="381" y="101"/>
                    </a:lnTo>
                    <a:lnTo>
                      <a:pt x="30" y="20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54"/>
              <p:cNvSpPr/>
              <p:nvPr/>
            </p:nvSpPr>
            <p:spPr>
              <a:xfrm>
                <a:off x="2377513" y="2344107"/>
                <a:ext cx="92414" cy="46448"/>
              </a:xfrm>
              <a:custGeom>
                <a:avLst/>
                <a:gdLst/>
                <a:ahLst/>
                <a:cxnLst/>
                <a:rect l="l" t="t" r="r" b="b"/>
                <a:pathLst>
                  <a:path w="382" h="192" extrusionOk="0">
                    <a:moveTo>
                      <a:pt x="0" y="101"/>
                    </a:moveTo>
                    <a:lnTo>
                      <a:pt x="351" y="1"/>
                    </a:lnTo>
                    <a:lnTo>
                      <a:pt x="382" y="91"/>
                    </a:lnTo>
                    <a:lnTo>
                      <a:pt x="30" y="1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54"/>
              <p:cNvSpPr/>
              <p:nvPr/>
            </p:nvSpPr>
            <p:spPr>
              <a:xfrm>
                <a:off x="2389609" y="2380637"/>
                <a:ext cx="89995" cy="46206"/>
              </a:xfrm>
              <a:custGeom>
                <a:avLst/>
                <a:gdLst/>
                <a:ahLst/>
                <a:cxnLst/>
                <a:rect l="l" t="t" r="r" b="b"/>
                <a:pathLst>
                  <a:path w="372" h="191" extrusionOk="0">
                    <a:moveTo>
                      <a:pt x="1" y="101"/>
                    </a:moveTo>
                    <a:lnTo>
                      <a:pt x="352" y="0"/>
                    </a:lnTo>
                    <a:lnTo>
                      <a:pt x="372" y="91"/>
                    </a:lnTo>
                    <a:lnTo>
                      <a:pt x="21" y="19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54"/>
              <p:cNvSpPr/>
              <p:nvPr/>
            </p:nvSpPr>
            <p:spPr>
              <a:xfrm>
                <a:off x="5039387" y="1067750"/>
                <a:ext cx="366755" cy="34352"/>
              </a:xfrm>
              <a:custGeom>
                <a:avLst/>
                <a:gdLst/>
                <a:ahLst/>
                <a:cxnLst/>
                <a:rect l="l" t="t" r="r" b="b"/>
                <a:pathLst>
                  <a:path w="1516" h="142" extrusionOk="0">
                    <a:moveTo>
                      <a:pt x="1" y="1"/>
                    </a:moveTo>
                    <a:lnTo>
                      <a:pt x="1515" y="1"/>
                    </a:lnTo>
                    <a:lnTo>
                      <a:pt x="1515" y="141"/>
                    </a:lnTo>
                    <a:lnTo>
                      <a:pt x="1" y="1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54"/>
              <p:cNvSpPr/>
              <p:nvPr/>
            </p:nvSpPr>
            <p:spPr>
              <a:xfrm>
                <a:off x="5209216" y="1307974"/>
                <a:ext cx="196925" cy="34352"/>
              </a:xfrm>
              <a:custGeom>
                <a:avLst/>
                <a:gdLst/>
                <a:ahLst/>
                <a:cxnLst/>
                <a:rect l="l" t="t" r="r" b="b"/>
                <a:pathLst>
                  <a:path w="814" h="142" extrusionOk="0">
                    <a:moveTo>
                      <a:pt x="1" y="1"/>
                    </a:moveTo>
                    <a:lnTo>
                      <a:pt x="813" y="1"/>
                    </a:lnTo>
                    <a:lnTo>
                      <a:pt x="813" y="141"/>
                    </a:lnTo>
                    <a:lnTo>
                      <a:pt x="1" y="1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54"/>
              <p:cNvSpPr/>
              <p:nvPr/>
            </p:nvSpPr>
            <p:spPr>
              <a:xfrm>
                <a:off x="5024871" y="1417321"/>
                <a:ext cx="194506" cy="36530"/>
              </a:xfrm>
              <a:custGeom>
                <a:avLst/>
                <a:gdLst/>
                <a:ahLst/>
                <a:cxnLst/>
                <a:rect l="l" t="t" r="r" b="b"/>
                <a:pathLst>
                  <a:path w="804" h="151" extrusionOk="0">
                    <a:moveTo>
                      <a:pt x="1" y="0"/>
                    </a:moveTo>
                    <a:lnTo>
                      <a:pt x="803" y="0"/>
                    </a:lnTo>
                    <a:lnTo>
                      <a:pt x="803" y="151"/>
                    </a:lnTo>
                    <a:lnTo>
                      <a:pt x="1" y="15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54"/>
              <p:cNvSpPr/>
              <p:nvPr/>
            </p:nvSpPr>
            <p:spPr>
              <a:xfrm>
                <a:off x="4949633" y="1232738"/>
                <a:ext cx="201763" cy="201759"/>
              </a:xfrm>
              <a:custGeom>
                <a:avLst/>
                <a:gdLst/>
                <a:ahLst/>
                <a:cxnLst/>
                <a:rect l="l" t="t" r="r" b="b"/>
                <a:pathLst>
                  <a:path w="834" h="834" extrusionOk="0">
                    <a:moveTo>
                      <a:pt x="352" y="1"/>
                    </a:moveTo>
                    <a:cubicBezTo>
                      <a:pt x="673" y="1"/>
                      <a:pt x="833" y="382"/>
                      <a:pt x="613" y="613"/>
                    </a:cubicBezTo>
                    <a:cubicBezTo>
                      <a:pt x="382" y="833"/>
                      <a:pt x="1" y="673"/>
                      <a:pt x="1" y="362"/>
                    </a:cubicBezTo>
                    <a:cubicBezTo>
                      <a:pt x="1" y="161"/>
                      <a:pt x="161"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54"/>
              <p:cNvSpPr/>
              <p:nvPr/>
            </p:nvSpPr>
            <p:spPr>
              <a:xfrm>
                <a:off x="5333081" y="1179516"/>
                <a:ext cx="114187" cy="114185"/>
              </a:xfrm>
              <a:custGeom>
                <a:avLst/>
                <a:gdLst/>
                <a:ahLst/>
                <a:cxnLst/>
                <a:rect l="l" t="t" r="r" b="b"/>
                <a:pathLst>
                  <a:path w="472" h="472" extrusionOk="0">
                    <a:moveTo>
                      <a:pt x="201" y="0"/>
                    </a:moveTo>
                    <a:cubicBezTo>
                      <a:pt x="382" y="0"/>
                      <a:pt x="472" y="221"/>
                      <a:pt x="342" y="341"/>
                    </a:cubicBezTo>
                    <a:cubicBezTo>
                      <a:pt x="221" y="472"/>
                      <a:pt x="1" y="381"/>
                      <a:pt x="1" y="201"/>
                    </a:cubicBezTo>
                    <a:cubicBezTo>
                      <a:pt x="1" y="91"/>
                      <a:pt x="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54"/>
              <p:cNvSpPr/>
              <p:nvPr/>
            </p:nvSpPr>
            <p:spPr>
              <a:xfrm>
                <a:off x="4692470" y="2832055"/>
                <a:ext cx="356836" cy="51045"/>
              </a:xfrm>
              <a:custGeom>
                <a:avLst/>
                <a:gdLst/>
                <a:ahLst/>
                <a:cxnLst/>
                <a:rect l="l" t="t" r="r" b="b"/>
                <a:pathLst>
                  <a:path w="1475" h="211" extrusionOk="0">
                    <a:moveTo>
                      <a:pt x="101" y="0"/>
                    </a:moveTo>
                    <a:lnTo>
                      <a:pt x="1365" y="0"/>
                    </a:lnTo>
                    <a:cubicBezTo>
                      <a:pt x="1425" y="0"/>
                      <a:pt x="1475" y="50"/>
                      <a:pt x="1475" y="110"/>
                    </a:cubicBezTo>
                    <a:lnTo>
                      <a:pt x="1475" y="110"/>
                    </a:lnTo>
                    <a:cubicBezTo>
                      <a:pt x="1475" y="161"/>
                      <a:pt x="1425" y="211"/>
                      <a:pt x="1365" y="211"/>
                    </a:cubicBezTo>
                    <a:lnTo>
                      <a:pt x="101" y="211"/>
                    </a:lnTo>
                    <a:cubicBezTo>
                      <a:pt x="41" y="211"/>
                      <a:pt x="0" y="161"/>
                      <a:pt x="0" y="110"/>
                    </a:cubicBezTo>
                    <a:lnTo>
                      <a:pt x="0" y="110"/>
                    </a:lnTo>
                    <a:cubicBezTo>
                      <a:pt x="0" y="50"/>
                      <a:pt x="41" y="0"/>
                      <a:pt x="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54"/>
              <p:cNvSpPr/>
              <p:nvPr/>
            </p:nvSpPr>
            <p:spPr>
              <a:xfrm>
                <a:off x="3702523" y="2832055"/>
                <a:ext cx="359255" cy="51045"/>
              </a:xfrm>
              <a:custGeom>
                <a:avLst/>
                <a:gdLst/>
                <a:ahLst/>
                <a:cxnLst/>
                <a:rect l="l" t="t" r="r" b="b"/>
                <a:pathLst>
                  <a:path w="1485" h="211" extrusionOk="0">
                    <a:moveTo>
                      <a:pt x="110" y="0"/>
                    </a:moveTo>
                    <a:lnTo>
                      <a:pt x="1374" y="0"/>
                    </a:lnTo>
                    <a:cubicBezTo>
                      <a:pt x="1434" y="0"/>
                      <a:pt x="1485" y="50"/>
                      <a:pt x="1485" y="110"/>
                    </a:cubicBezTo>
                    <a:lnTo>
                      <a:pt x="1485" y="110"/>
                    </a:lnTo>
                    <a:cubicBezTo>
                      <a:pt x="1485" y="161"/>
                      <a:pt x="1434" y="211"/>
                      <a:pt x="1374" y="211"/>
                    </a:cubicBezTo>
                    <a:lnTo>
                      <a:pt x="110" y="211"/>
                    </a:lnTo>
                    <a:cubicBezTo>
                      <a:pt x="50" y="211"/>
                      <a:pt x="0" y="161"/>
                      <a:pt x="10" y="110"/>
                    </a:cubicBezTo>
                    <a:lnTo>
                      <a:pt x="10" y="110"/>
                    </a:lnTo>
                    <a:cubicBezTo>
                      <a:pt x="10" y="50"/>
                      <a:pt x="50" y="0"/>
                      <a:pt x="1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54"/>
              <p:cNvSpPr/>
              <p:nvPr/>
            </p:nvSpPr>
            <p:spPr>
              <a:xfrm>
                <a:off x="2714753" y="2832055"/>
                <a:ext cx="359497" cy="51045"/>
              </a:xfrm>
              <a:custGeom>
                <a:avLst/>
                <a:gdLst/>
                <a:ahLst/>
                <a:cxnLst/>
                <a:rect l="l" t="t" r="r" b="b"/>
                <a:pathLst>
                  <a:path w="1486" h="211" extrusionOk="0">
                    <a:moveTo>
                      <a:pt x="111" y="0"/>
                    </a:moveTo>
                    <a:lnTo>
                      <a:pt x="1375" y="0"/>
                    </a:lnTo>
                    <a:cubicBezTo>
                      <a:pt x="1435" y="0"/>
                      <a:pt x="1485" y="50"/>
                      <a:pt x="1485" y="110"/>
                    </a:cubicBezTo>
                    <a:lnTo>
                      <a:pt x="1485" y="110"/>
                    </a:lnTo>
                    <a:cubicBezTo>
                      <a:pt x="1485" y="161"/>
                      <a:pt x="1435" y="211"/>
                      <a:pt x="1375" y="211"/>
                    </a:cubicBezTo>
                    <a:lnTo>
                      <a:pt x="111" y="211"/>
                    </a:lnTo>
                    <a:cubicBezTo>
                      <a:pt x="51" y="211"/>
                      <a:pt x="1" y="161"/>
                      <a:pt x="1" y="110"/>
                    </a:cubicBezTo>
                    <a:lnTo>
                      <a:pt x="1" y="110"/>
                    </a:lnTo>
                    <a:cubicBezTo>
                      <a:pt x="1" y="50"/>
                      <a:pt x="51" y="0"/>
                      <a:pt x="1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54"/>
              <p:cNvSpPr/>
              <p:nvPr/>
            </p:nvSpPr>
            <p:spPr>
              <a:xfrm>
                <a:off x="365928" y="2941159"/>
                <a:ext cx="41369" cy="254981"/>
              </a:xfrm>
              <a:custGeom>
                <a:avLst/>
                <a:gdLst/>
                <a:ahLst/>
                <a:cxnLst/>
                <a:rect l="l" t="t" r="r" b="b"/>
                <a:pathLst>
                  <a:path w="171" h="1054" extrusionOk="0">
                    <a:moveTo>
                      <a:pt x="0" y="1054"/>
                    </a:moveTo>
                    <a:lnTo>
                      <a:pt x="0" y="61"/>
                    </a:lnTo>
                    <a:lnTo>
                      <a:pt x="171" y="0"/>
                    </a:lnTo>
                    <a:lnTo>
                      <a:pt x="171" y="10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54"/>
              <p:cNvSpPr/>
              <p:nvPr/>
            </p:nvSpPr>
            <p:spPr>
              <a:xfrm>
                <a:off x="5233650" y="2397571"/>
                <a:ext cx="271921" cy="322960"/>
              </a:xfrm>
              <a:custGeom>
                <a:avLst/>
                <a:gdLst/>
                <a:ahLst/>
                <a:cxnLst/>
                <a:rect l="l" t="t" r="r" b="b"/>
                <a:pathLst>
                  <a:path w="1124" h="1335" extrusionOk="0">
                    <a:moveTo>
                      <a:pt x="722" y="61"/>
                    </a:moveTo>
                    <a:cubicBezTo>
                      <a:pt x="983" y="131"/>
                      <a:pt x="1124" y="452"/>
                      <a:pt x="1033" y="783"/>
                    </a:cubicBezTo>
                    <a:cubicBezTo>
                      <a:pt x="953" y="1114"/>
                      <a:pt x="662" y="1335"/>
                      <a:pt x="402" y="1264"/>
                    </a:cubicBezTo>
                    <a:cubicBezTo>
                      <a:pt x="141" y="1204"/>
                      <a:pt x="0" y="883"/>
                      <a:pt x="91" y="552"/>
                    </a:cubicBezTo>
                    <a:cubicBezTo>
                      <a:pt x="181" y="221"/>
                      <a:pt x="462" y="1"/>
                      <a:pt x="722" y="61"/>
                    </a:cubicBezTo>
                    <a:close/>
                    <a:moveTo>
                      <a:pt x="652" y="322"/>
                    </a:moveTo>
                    <a:cubicBezTo>
                      <a:pt x="803" y="362"/>
                      <a:pt x="883" y="542"/>
                      <a:pt x="833" y="733"/>
                    </a:cubicBezTo>
                    <a:cubicBezTo>
                      <a:pt x="803" y="903"/>
                      <a:pt x="652" y="1024"/>
                      <a:pt x="472" y="1014"/>
                    </a:cubicBezTo>
                    <a:cubicBezTo>
                      <a:pt x="321" y="974"/>
                      <a:pt x="241" y="793"/>
                      <a:pt x="291" y="602"/>
                    </a:cubicBezTo>
                    <a:cubicBezTo>
                      <a:pt x="321" y="432"/>
                      <a:pt x="482" y="312"/>
                      <a:pt x="652" y="32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54"/>
              <p:cNvSpPr/>
              <p:nvPr/>
            </p:nvSpPr>
            <p:spPr>
              <a:xfrm>
                <a:off x="5216716" y="2368541"/>
                <a:ext cx="274340" cy="320541"/>
              </a:xfrm>
              <a:custGeom>
                <a:avLst/>
                <a:gdLst/>
                <a:ahLst/>
                <a:cxnLst/>
                <a:rect l="l" t="t" r="r" b="b"/>
                <a:pathLst>
                  <a:path w="1134" h="1325" extrusionOk="0">
                    <a:moveTo>
                      <a:pt x="722" y="60"/>
                    </a:moveTo>
                    <a:cubicBezTo>
                      <a:pt x="983" y="131"/>
                      <a:pt x="1134" y="442"/>
                      <a:pt x="1043" y="773"/>
                    </a:cubicBezTo>
                    <a:cubicBezTo>
                      <a:pt x="953" y="1114"/>
                      <a:pt x="662" y="1324"/>
                      <a:pt x="401" y="1264"/>
                    </a:cubicBezTo>
                    <a:cubicBezTo>
                      <a:pt x="141" y="1204"/>
                      <a:pt x="0" y="883"/>
                      <a:pt x="90" y="552"/>
                    </a:cubicBezTo>
                    <a:cubicBezTo>
                      <a:pt x="181" y="221"/>
                      <a:pt x="461" y="0"/>
                      <a:pt x="722" y="60"/>
                    </a:cubicBezTo>
                    <a:close/>
                    <a:moveTo>
                      <a:pt x="652" y="321"/>
                    </a:moveTo>
                    <a:cubicBezTo>
                      <a:pt x="803" y="361"/>
                      <a:pt x="883" y="542"/>
                      <a:pt x="833" y="732"/>
                    </a:cubicBezTo>
                    <a:cubicBezTo>
                      <a:pt x="803" y="903"/>
                      <a:pt x="652" y="1023"/>
                      <a:pt x="472" y="1003"/>
                    </a:cubicBezTo>
                    <a:cubicBezTo>
                      <a:pt x="321" y="973"/>
                      <a:pt x="241" y="793"/>
                      <a:pt x="291" y="602"/>
                    </a:cubicBezTo>
                    <a:cubicBezTo>
                      <a:pt x="341" y="412"/>
                      <a:pt x="502" y="291"/>
                      <a:pt x="652" y="32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54"/>
              <p:cNvSpPr/>
              <p:nvPr/>
            </p:nvSpPr>
            <p:spPr>
              <a:xfrm>
                <a:off x="5362111" y="2373379"/>
                <a:ext cx="46449" cy="87574"/>
              </a:xfrm>
              <a:custGeom>
                <a:avLst/>
                <a:gdLst/>
                <a:ahLst/>
                <a:cxnLst/>
                <a:rect l="l" t="t" r="r" b="b"/>
                <a:pathLst>
                  <a:path w="192" h="362" extrusionOk="0">
                    <a:moveTo>
                      <a:pt x="91" y="0"/>
                    </a:moveTo>
                    <a:lnTo>
                      <a:pt x="191" y="20"/>
                    </a:lnTo>
                    <a:lnTo>
                      <a:pt x="101" y="361"/>
                    </a:lnTo>
                    <a:lnTo>
                      <a:pt x="1" y="33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54"/>
              <p:cNvSpPr/>
              <p:nvPr/>
            </p:nvSpPr>
            <p:spPr>
              <a:xfrm>
                <a:off x="5301631" y="2596669"/>
                <a:ext cx="48626" cy="85155"/>
              </a:xfrm>
              <a:custGeom>
                <a:avLst/>
                <a:gdLst/>
                <a:ahLst/>
                <a:cxnLst/>
                <a:rect l="l" t="t" r="r" b="b"/>
                <a:pathLst>
                  <a:path w="201" h="352" extrusionOk="0">
                    <a:moveTo>
                      <a:pt x="90" y="0"/>
                    </a:moveTo>
                    <a:lnTo>
                      <a:pt x="201" y="20"/>
                    </a:lnTo>
                    <a:lnTo>
                      <a:pt x="110" y="351"/>
                    </a:lnTo>
                    <a:lnTo>
                      <a:pt x="0" y="33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54"/>
              <p:cNvSpPr/>
              <p:nvPr/>
            </p:nvSpPr>
            <p:spPr>
              <a:xfrm>
                <a:off x="5947080" y="2373379"/>
                <a:ext cx="82737" cy="298768"/>
              </a:xfrm>
              <a:custGeom>
                <a:avLst/>
                <a:gdLst/>
                <a:ahLst/>
                <a:cxnLst/>
                <a:rect l="l" t="t" r="r" b="b"/>
                <a:pathLst>
                  <a:path w="342" h="1235" extrusionOk="0">
                    <a:moveTo>
                      <a:pt x="201" y="0"/>
                    </a:moveTo>
                    <a:cubicBezTo>
                      <a:pt x="181" y="40"/>
                      <a:pt x="151" y="81"/>
                      <a:pt x="121" y="101"/>
                    </a:cubicBezTo>
                    <a:cubicBezTo>
                      <a:pt x="81" y="131"/>
                      <a:pt x="40" y="151"/>
                      <a:pt x="0" y="151"/>
                    </a:cubicBezTo>
                    <a:lnTo>
                      <a:pt x="0" y="291"/>
                    </a:lnTo>
                    <a:cubicBezTo>
                      <a:pt x="30" y="291"/>
                      <a:pt x="60" y="281"/>
                      <a:pt x="91" y="281"/>
                    </a:cubicBezTo>
                    <a:cubicBezTo>
                      <a:pt x="111" y="271"/>
                      <a:pt x="141" y="251"/>
                      <a:pt x="161" y="231"/>
                    </a:cubicBezTo>
                    <a:lnTo>
                      <a:pt x="161" y="1234"/>
                    </a:lnTo>
                    <a:lnTo>
                      <a:pt x="341" y="1234"/>
                    </a:lnTo>
                    <a:lnTo>
                      <a:pt x="34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54"/>
              <p:cNvSpPr/>
              <p:nvPr/>
            </p:nvSpPr>
            <p:spPr>
              <a:xfrm>
                <a:off x="6073121" y="2375798"/>
                <a:ext cx="124106" cy="301671"/>
              </a:xfrm>
              <a:custGeom>
                <a:avLst/>
                <a:gdLst/>
                <a:ahLst/>
                <a:cxnLst/>
                <a:rect l="l" t="t" r="r" b="b"/>
                <a:pathLst>
                  <a:path w="513" h="1247" extrusionOk="0">
                    <a:moveTo>
                      <a:pt x="11" y="0"/>
                    </a:moveTo>
                    <a:lnTo>
                      <a:pt x="11" y="622"/>
                    </a:lnTo>
                    <a:lnTo>
                      <a:pt x="171" y="632"/>
                    </a:lnTo>
                    <a:cubicBezTo>
                      <a:pt x="171" y="552"/>
                      <a:pt x="201" y="512"/>
                      <a:pt x="252" y="512"/>
                    </a:cubicBezTo>
                    <a:cubicBezTo>
                      <a:pt x="255" y="510"/>
                      <a:pt x="259" y="509"/>
                      <a:pt x="263" y="509"/>
                    </a:cubicBezTo>
                    <a:cubicBezTo>
                      <a:pt x="279" y="509"/>
                      <a:pt x="294" y="526"/>
                      <a:pt x="302" y="542"/>
                    </a:cubicBezTo>
                    <a:cubicBezTo>
                      <a:pt x="312" y="572"/>
                      <a:pt x="322" y="612"/>
                      <a:pt x="312" y="642"/>
                    </a:cubicBezTo>
                    <a:lnTo>
                      <a:pt x="312" y="953"/>
                    </a:lnTo>
                    <a:cubicBezTo>
                      <a:pt x="312" y="1044"/>
                      <a:pt x="292" y="1084"/>
                      <a:pt x="252" y="1084"/>
                    </a:cubicBezTo>
                    <a:cubicBezTo>
                      <a:pt x="242" y="1084"/>
                      <a:pt x="232" y="1084"/>
                      <a:pt x="212" y="1074"/>
                    </a:cubicBezTo>
                    <a:cubicBezTo>
                      <a:pt x="191" y="1064"/>
                      <a:pt x="181" y="1023"/>
                      <a:pt x="181" y="973"/>
                    </a:cubicBezTo>
                    <a:lnTo>
                      <a:pt x="181" y="833"/>
                    </a:lnTo>
                    <a:lnTo>
                      <a:pt x="1" y="833"/>
                    </a:lnTo>
                    <a:lnTo>
                      <a:pt x="1" y="983"/>
                    </a:lnTo>
                    <a:cubicBezTo>
                      <a:pt x="1" y="1154"/>
                      <a:pt x="91" y="1234"/>
                      <a:pt x="252" y="1234"/>
                    </a:cubicBezTo>
                    <a:lnTo>
                      <a:pt x="262" y="1244"/>
                    </a:lnTo>
                    <a:cubicBezTo>
                      <a:pt x="271" y="1245"/>
                      <a:pt x="279" y="1246"/>
                      <a:pt x="288" y="1246"/>
                    </a:cubicBezTo>
                    <a:cubicBezTo>
                      <a:pt x="349" y="1246"/>
                      <a:pt x="408" y="1216"/>
                      <a:pt x="452" y="1164"/>
                    </a:cubicBezTo>
                    <a:cubicBezTo>
                      <a:pt x="472" y="1124"/>
                      <a:pt x="492" y="1084"/>
                      <a:pt x="492" y="1044"/>
                    </a:cubicBezTo>
                    <a:cubicBezTo>
                      <a:pt x="512" y="943"/>
                      <a:pt x="512" y="853"/>
                      <a:pt x="512" y="753"/>
                    </a:cubicBezTo>
                    <a:cubicBezTo>
                      <a:pt x="512" y="652"/>
                      <a:pt x="502" y="552"/>
                      <a:pt x="472" y="452"/>
                    </a:cubicBezTo>
                    <a:cubicBezTo>
                      <a:pt x="445" y="398"/>
                      <a:pt x="394" y="360"/>
                      <a:pt x="340" y="360"/>
                    </a:cubicBezTo>
                    <a:cubicBezTo>
                      <a:pt x="334" y="360"/>
                      <a:pt x="328" y="360"/>
                      <a:pt x="322" y="361"/>
                    </a:cubicBezTo>
                    <a:cubicBezTo>
                      <a:pt x="292" y="361"/>
                      <a:pt x="262" y="361"/>
                      <a:pt x="242" y="371"/>
                    </a:cubicBezTo>
                    <a:cubicBezTo>
                      <a:pt x="222" y="382"/>
                      <a:pt x="201" y="402"/>
                      <a:pt x="191" y="412"/>
                    </a:cubicBezTo>
                    <a:lnTo>
                      <a:pt x="191" y="161"/>
                    </a:lnTo>
                    <a:lnTo>
                      <a:pt x="462" y="161"/>
                    </a:lnTo>
                    <a:lnTo>
                      <a:pt x="4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54"/>
              <p:cNvSpPr/>
              <p:nvPr/>
            </p:nvSpPr>
            <p:spPr>
              <a:xfrm>
                <a:off x="5592663" y="2327173"/>
                <a:ext cx="29515" cy="36771"/>
              </a:xfrm>
              <a:custGeom>
                <a:avLst/>
                <a:gdLst/>
                <a:ahLst/>
                <a:cxnLst/>
                <a:rect l="l" t="t" r="r" b="b"/>
                <a:pathLst>
                  <a:path w="122" h="152" extrusionOk="0">
                    <a:moveTo>
                      <a:pt x="61" y="1"/>
                    </a:moveTo>
                    <a:cubicBezTo>
                      <a:pt x="101" y="1"/>
                      <a:pt x="121" y="31"/>
                      <a:pt x="121" y="61"/>
                    </a:cubicBezTo>
                    <a:cubicBezTo>
                      <a:pt x="121" y="151"/>
                      <a:pt x="1" y="151"/>
                      <a:pt x="1" y="61"/>
                    </a:cubicBezTo>
                    <a:cubicBezTo>
                      <a:pt x="1" y="31"/>
                      <a:pt x="31" y="1"/>
                      <a:pt x="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54"/>
              <p:cNvSpPr/>
              <p:nvPr/>
            </p:nvSpPr>
            <p:spPr>
              <a:xfrm>
                <a:off x="5862165" y="2327173"/>
                <a:ext cx="29273" cy="36771"/>
              </a:xfrm>
              <a:custGeom>
                <a:avLst/>
                <a:gdLst/>
                <a:ahLst/>
                <a:cxnLst/>
                <a:rect l="l" t="t" r="r" b="b"/>
                <a:pathLst>
                  <a:path w="121" h="152" extrusionOk="0">
                    <a:moveTo>
                      <a:pt x="60" y="1"/>
                    </a:moveTo>
                    <a:cubicBezTo>
                      <a:pt x="101" y="1"/>
                      <a:pt x="121" y="31"/>
                      <a:pt x="121" y="61"/>
                    </a:cubicBezTo>
                    <a:cubicBezTo>
                      <a:pt x="121" y="151"/>
                      <a:pt x="0" y="151"/>
                      <a:pt x="0" y="61"/>
                    </a:cubicBezTo>
                    <a:cubicBezTo>
                      <a:pt x="0" y="31"/>
                      <a:pt x="30" y="1"/>
                      <a:pt x="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54"/>
              <p:cNvSpPr/>
              <p:nvPr/>
            </p:nvSpPr>
            <p:spPr>
              <a:xfrm>
                <a:off x="6131425" y="2327173"/>
                <a:ext cx="29273" cy="36771"/>
              </a:xfrm>
              <a:custGeom>
                <a:avLst/>
                <a:gdLst/>
                <a:ahLst/>
                <a:cxnLst/>
                <a:rect l="l" t="t" r="r" b="b"/>
                <a:pathLst>
                  <a:path w="121" h="152" extrusionOk="0">
                    <a:moveTo>
                      <a:pt x="61" y="1"/>
                    </a:moveTo>
                    <a:cubicBezTo>
                      <a:pt x="91" y="1"/>
                      <a:pt x="121" y="31"/>
                      <a:pt x="121" y="61"/>
                    </a:cubicBezTo>
                    <a:cubicBezTo>
                      <a:pt x="121" y="151"/>
                      <a:pt x="1" y="151"/>
                      <a:pt x="1" y="61"/>
                    </a:cubicBezTo>
                    <a:cubicBezTo>
                      <a:pt x="1" y="31"/>
                      <a:pt x="21" y="1"/>
                      <a:pt x="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54"/>
              <p:cNvSpPr/>
              <p:nvPr/>
            </p:nvSpPr>
            <p:spPr>
              <a:xfrm>
                <a:off x="6400685" y="2327173"/>
                <a:ext cx="29515" cy="36771"/>
              </a:xfrm>
              <a:custGeom>
                <a:avLst/>
                <a:gdLst/>
                <a:ahLst/>
                <a:cxnLst/>
                <a:rect l="l" t="t" r="r" b="b"/>
                <a:pathLst>
                  <a:path w="122" h="152" extrusionOk="0">
                    <a:moveTo>
                      <a:pt x="61" y="1"/>
                    </a:moveTo>
                    <a:cubicBezTo>
                      <a:pt x="91" y="1"/>
                      <a:pt x="121" y="31"/>
                      <a:pt x="121" y="61"/>
                    </a:cubicBezTo>
                    <a:cubicBezTo>
                      <a:pt x="121" y="151"/>
                      <a:pt x="1" y="151"/>
                      <a:pt x="1" y="61"/>
                    </a:cubicBezTo>
                    <a:cubicBezTo>
                      <a:pt x="1" y="31"/>
                      <a:pt x="21" y="1"/>
                      <a:pt x="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54"/>
              <p:cNvSpPr/>
              <p:nvPr/>
            </p:nvSpPr>
            <p:spPr>
              <a:xfrm>
                <a:off x="5604760" y="2327173"/>
                <a:ext cx="1157841" cy="14757"/>
              </a:xfrm>
              <a:custGeom>
                <a:avLst/>
                <a:gdLst/>
                <a:ahLst/>
                <a:cxnLst/>
                <a:rect l="l" t="t" r="r" b="b"/>
                <a:pathLst>
                  <a:path w="4786" h="61" extrusionOk="0">
                    <a:moveTo>
                      <a:pt x="31" y="1"/>
                    </a:moveTo>
                    <a:lnTo>
                      <a:pt x="4755" y="1"/>
                    </a:lnTo>
                    <a:cubicBezTo>
                      <a:pt x="4776" y="1"/>
                      <a:pt x="4786" y="21"/>
                      <a:pt x="4786" y="31"/>
                    </a:cubicBezTo>
                    <a:lnTo>
                      <a:pt x="4786" y="31"/>
                    </a:lnTo>
                    <a:cubicBezTo>
                      <a:pt x="4786" y="51"/>
                      <a:pt x="4776" y="61"/>
                      <a:pt x="4755" y="61"/>
                    </a:cubicBezTo>
                    <a:lnTo>
                      <a:pt x="31" y="61"/>
                    </a:lnTo>
                    <a:cubicBezTo>
                      <a:pt x="11" y="61"/>
                      <a:pt x="1" y="51"/>
                      <a:pt x="1" y="31"/>
                    </a:cubicBezTo>
                    <a:lnTo>
                      <a:pt x="1" y="31"/>
                    </a:lnTo>
                    <a:cubicBezTo>
                      <a:pt x="1" y="11"/>
                      <a:pt x="11" y="1"/>
                      <a:pt x="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54"/>
              <p:cNvSpPr/>
              <p:nvPr/>
            </p:nvSpPr>
            <p:spPr>
              <a:xfrm>
                <a:off x="1261283" y="2807621"/>
                <a:ext cx="230794" cy="160391"/>
              </a:xfrm>
              <a:custGeom>
                <a:avLst/>
                <a:gdLst/>
                <a:ahLst/>
                <a:cxnLst/>
                <a:rect l="l" t="t" r="r" b="b"/>
                <a:pathLst>
                  <a:path w="954" h="663" extrusionOk="0">
                    <a:moveTo>
                      <a:pt x="161" y="1"/>
                    </a:moveTo>
                    <a:lnTo>
                      <a:pt x="803" y="1"/>
                    </a:lnTo>
                    <a:cubicBezTo>
                      <a:pt x="883" y="1"/>
                      <a:pt x="953" y="71"/>
                      <a:pt x="953" y="151"/>
                    </a:cubicBezTo>
                    <a:lnTo>
                      <a:pt x="953" y="512"/>
                    </a:lnTo>
                    <a:cubicBezTo>
                      <a:pt x="953" y="593"/>
                      <a:pt x="883" y="663"/>
                      <a:pt x="803" y="663"/>
                    </a:cubicBezTo>
                    <a:lnTo>
                      <a:pt x="161" y="663"/>
                    </a:lnTo>
                    <a:cubicBezTo>
                      <a:pt x="71" y="663"/>
                      <a:pt x="0" y="593"/>
                      <a:pt x="0" y="512"/>
                    </a:cubicBezTo>
                    <a:lnTo>
                      <a:pt x="0" y="151"/>
                    </a:lnTo>
                    <a:cubicBezTo>
                      <a:pt x="0" y="71"/>
                      <a:pt x="7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54"/>
              <p:cNvSpPr/>
              <p:nvPr/>
            </p:nvSpPr>
            <p:spPr>
              <a:xfrm>
                <a:off x="746714" y="3152353"/>
                <a:ext cx="4317349" cy="51045"/>
              </a:xfrm>
              <a:custGeom>
                <a:avLst/>
                <a:gdLst/>
                <a:ahLst/>
                <a:cxnLst/>
                <a:rect l="l" t="t" r="r" b="b"/>
                <a:pathLst>
                  <a:path w="17846" h="211" extrusionOk="0">
                    <a:moveTo>
                      <a:pt x="1" y="0"/>
                    </a:moveTo>
                    <a:lnTo>
                      <a:pt x="17845" y="80"/>
                    </a:lnTo>
                    <a:lnTo>
                      <a:pt x="17755" y="211"/>
                    </a:lnTo>
                    <a:lnTo>
                      <a:pt x="161" y="211"/>
                    </a:lnTo>
                    <a:lnTo>
                      <a:pt x="131" y="0"/>
                    </a:lnTo>
                    <a:lnTo>
                      <a:pt x="1" y="0"/>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868" name="Google Shape;3868;p54"/>
              <p:cNvGrpSpPr/>
              <p:nvPr/>
            </p:nvGrpSpPr>
            <p:grpSpPr>
              <a:xfrm>
                <a:off x="2343402" y="2516594"/>
                <a:ext cx="2776303" cy="203936"/>
                <a:chOff x="2343402" y="2516594"/>
                <a:chExt cx="2776303" cy="203936"/>
              </a:xfrm>
            </p:grpSpPr>
            <p:sp>
              <p:nvSpPr>
                <p:cNvPr id="3869" name="Google Shape;3869;p54"/>
                <p:cNvSpPr/>
                <p:nvPr/>
              </p:nvSpPr>
              <p:spPr>
                <a:xfrm>
                  <a:off x="3719457" y="2516594"/>
                  <a:ext cx="1400247" cy="203936"/>
                </a:xfrm>
                <a:custGeom>
                  <a:avLst/>
                  <a:gdLst/>
                  <a:ahLst/>
                  <a:cxnLst/>
                  <a:rect l="l" t="t" r="r" b="b"/>
                  <a:pathLst>
                    <a:path w="5788" h="843" extrusionOk="0">
                      <a:moveTo>
                        <a:pt x="2839" y="70"/>
                      </a:moveTo>
                      <a:lnTo>
                        <a:pt x="2839" y="291"/>
                      </a:lnTo>
                      <a:lnTo>
                        <a:pt x="1525" y="291"/>
                      </a:lnTo>
                      <a:lnTo>
                        <a:pt x="1525" y="70"/>
                      </a:lnTo>
                      <a:close/>
                      <a:moveTo>
                        <a:pt x="4263" y="70"/>
                      </a:moveTo>
                      <a:lnTo>
                        <a:pt x="4263" y="291"/>
                      </a:lnTo>
                      <a:lnTo>
                        <a:pt x="2949" y="291"/>
                      </a:lnTo>
                      <a:lnTo>
                        <a:pt x="2949" y="70"/>
                      </a:lnTo>
                      <a:close/>
                      <a:moveTo>
                        <a:pt x="5678" y="70"/>
                      </a:moveTo>
                      <a:lnTo>
                        <a:pt x="5678" y="291"/>
                      </a:lnTo>
                      <a:lnTo>
                        <a:pt x="4364" y="291"/>
                      </a:lnTo>
                      <a:lnTo>
                        <a:pt x="4364" y="70"/>
                      </a:lnTo>
                      <a:close/>
                      <a:moveTo>
                        <a:pt x="2839" y="351"/>
                      </a:moveTo>
                      <a:lnTo>
                        <a:pt x="2839" y="572"/>
                      </a:lnTo>
                      <a:lnTo>
                        <a:pt x="1525" y="572"/>
                      </a:lnTo>
                      <a:lnTo>
                        <a:pt x="1525" y="351"/>
                      </a:lnTo>
                      <a:close/>
                      <a:moveTo>
                        <a:pt x="4263" y="351"/>
                      </a:moveTo>
                      <a:lnTo>
                        <a:pt x="4263" y="572"/>
                      </a:lnTo>
                      <a:lnTo>
                        <a:pt x="2949" y="572"/>
                      </a:lnTo>
                      <a:lnTo>
                        <a:pt x="2949" y="351"/>
                      </a:lnTo>
                      <a:close/>
                      <a:moveTo>
                        <a:pt x="5678" y="351"/>
                      </a:moveTo>
                      <a:lnTo>
                        <a:pt x="5678" y="572"/>
                      </a:lnTo>
                      <a:lnTo>
                        <a:pt x="4364" y="572"/>
                      </a:lnTo>
                      <a:lnTo>
                        <a:pt x="4364" y="351"/>
                      </a:lnTo>
                      <a:close/>
                      <a:moveTo>
                        <a:pt x="2839" y="642"/>
                      </a:moveTo>
                      <a:lnTo>
                        <a:pt x="2839" y="782"/>
                      </a:lnTo>
                      <a:lnTo>
                        <a:pt x="1525" y="782"/>
                      </a:lnTo>
                      <a:lnTo>
                        <a:pt x="1525" y="642"/>
                      </a:lnTo>
                      <a:close/>
                      <a:moveTo>
                        <a:pt x="4263" y="642"/>
                      </a:moveTo>
                      <a:lnTo>
                        <a:pt x="4263" y="782"/>
                      </a:lnTo>
                      <a:lnTo>
                        <a:pt x="2949" y="782"/>
                      </a:lnTo>
                      <a:lnTo>
                        <a:pt x="2949" y="642"/>
                      </a:lnTo>
                      <a:close/>
                      <a:moveTo>
                        <a:pt x="5678" y="642"/>
                      </a:moveTo>
                      <a:lnTo>
                        <a:pt x="5678" y="782"/>
                      </a:lnTo>
                      <a:lnTo>
                        <a:pt x="4364" y="782"/>
                      </a:lnTo>
                      <a:lnTo>
                        <a:pt x="4364" y="642"/>
                      </a:lnTo>
                      <a:close/>
                      <a:moveTo>
                        <a:pt x="0" y="0"/>
                      </a:moveTo>
                      <a:lnTo>
                        <a:pt x="0" y="843"/>
                      </a:lnTo>
                      <a:lnTo>
                        <a:pt x="5788" y="843"/>
                      </a:lnTo>
                      <a:lnTo>
                        <a:pt x="5788" y="0"/>
                      </a:lnTo>
                      <a:lnTo>
                        <a:pt x="5678" y="0"/>
                      </a:lnTo>
                      <a:lnTo>
                        <a:pt x="5678" y="20"/>
                      </a:lnTo>
                      <a:lnTo>
                        <a:pt x="4364" y="20"/>
                      </a:lnTo>
                      <a:lnTo>
                        <a:pt x="4364" y="0"/>
                      </a:lnTo>
                      <a:lnTo>
                        <a:pt x="4253" y="0"/>
                      </a:lnTo>
                      <a:lnTo>
                        <a:pt x="4253" y="20"/>
                      </a:lnTo>
                      <a:lnTo>
                        <a:pt x="2949" y="20"/>
                      </a:lnTo>
                      <a:lnTo>
                        <a:pt x="2949" y="0"/>
                      </a:lnTo>
                      <a:lnTo>
                        <a:pt x="2839" y="0"/>
                      </a:lnTo>
                      <a:lnTo>
                        <a:pt x="2839" y="20"/>
                      </a:lnTo>
                      <a:lnTo>
                        <a:pt x="1525" y="20"/>
                      </a:lnTo>
                      <a:lnTo>
                        <a:pt x="1525" y="0"/>
                      </a:lnTo>
                      <a:lnTo>
                        <a:pt x="1415" y="0"/>
                      </a:lnTo>
                      <a:lnTo>
                        <a:pt x="1415" y="20"/>
                      </a:lnTo>
                      <a:lnTo>
                        <a:pt x="121" y="20"/>
                      </a:lnTo>
                      <a:lnTo>
                        <a:pt x="121" y="70"/>
                      </a:lnTo>
                      <a:lnTo>
                        <a:pt x="1415" y="70"/>
                      </a:lnTo>
                      <a:lnTo>
                        <a:pt x="1415" y="291"/>
                      </a:lnTo>
                      <a:lnTo>
                        <a:pt x="121" y="291"/>
                      </a:lnTo>
                      <a:lnTo>
                        <a:pt x="121" y="351"/>
                      </a:lnTo>
                      <a:lnTo>
                        <a:pt x="1415" y="351"/>
                      </a:lnTo>
                      <a:lnTo>
                        <a:pt x="1415" y="582"/>
                      </a:lnTo>
                      <a:lnTo>
                        <a:pt x="121" y="582"/>
                      </a:lnTo>
                      <a:lnTo>
                        <a:pt x="121" y="642"/>
                      </a:lnTo>
                      <a:lnTo>
                        <a:pt x="1415" y="642"/>
                      </a:lnTo>
                      <a:lnTo>
                        <a:pt x="1415" y="782"/>
                      </a:lnTo>
                      <a:lnTo>
                        <a:pt x="111" y="782"/>
                      </a:lnTo>
                      <a:lnTo>
                        <a:pt x="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54"/>
                <p:cNvSpPr/>
                <p:nvPr/>
              </p:nvSpPr>
              <p:spPr>
                <a:xfrm>
                  <a:off x="2343402" y="2516594"/>
                  <a:ext cx="1398070" cy="203936"/>
                </a:xfrm>
                <a:custGeom>
                  <a:avLst/>
                  <a:gdLst/>
                  <a:ahLst/>
                  <a:cxnLst/>
                  <a:rect l="l" t="t" r="r" b="b"/>
                  <a:pathLst>
                    <a:path w="5779" h="843" extrusionOk="0">
                      <a:moveTo>
                        <a:pt x="2840" y="70"/>
                      </a:moveTo>
                      <a:lnTo>
                        <a:pt x="2840" y="291"/>
                      </a:lnTo>
                      <a:lnTo>
                        <a:pt x="1526" y="291"/>
                      </a:lnTo>
                      <a:lnTo>
                        <a:pt x="1526" y="70"/>
                      </a:lnTo>
                      <a:close/>
                      <a:moveTo>
                        <a:pt x="4254" y="70"/>
                      </a:moveTo>
                      <a:lnTo>
                        <a:pt x="4254" y="291"/>
                      </a:lnTo>
                      <a:lnTo>
                        <a:pt x="2940" y="291"/>
                      </a:lnTo>
                      <a:lnTo>
                        <a:pt x="2950" y="70"/>
                      </a:lnTo>
                      <a:close/>
                      <a:moveTo>
                        <a:pt x="5678" y="70"/>
                      </a:moveTo>
                      <a:lnTo>
                        <a:pt x="5678" y="291"/>
                      </a:lnTo>
                      <a:lnTo>
                        <a:pt x="4364" y="291"/>
                      </a:lnTo>
                      <a:lnTo>
                        <a:pt x="4364" y="70"/>
                      </a:lnTo>
                      <a:close/>
                      <a:moveTo>
                        <a:pt x="2840" y="351"/>
                      </a:moveTo>
                      <a:lnTo>
                        <a:pt x="2840" y="572"/>
                      </a:lnTo>
                      <a:lnTo>
                        <a:pt x="1526" y="572"/>
                      </a:lnTo>
                      <a:lnTo>
                        <a:pt x="1526" y="351"/>
                      </a:lnTo>
                      <a:close/>
                      <a:moveTo>
                        <a:pt x="4254" y="351"/>
                      </a:moveTo>
                      <a:lnTo>
                        <a:pt x="4254" y="572"/>
                      </a:lnTo>
                      <a:lnTo>
                        <a:pt x="2940" y="572"/>
                      </a:lnTo>
                      <a:lnTo>
                        <a:pt x="2950" y="351"/>
                      </a:lnTo>
                      <a:close/>
                      <a:moveTo>
                        <a:pt x="5678" y="351"/>
                      </a:moveTo>
                      <a:lnTo>
                        <a:pt x="5678" y="572"/>
                      </a:lnTo>
                      <a:lnTo>
                        <a:pt x="4364" y="572"/>
                      </a:lnTo>
                      <a:lnTo>
                        <a:pt x="4364" y="351"/>
                      </a:lnTo>
                      <a:close/>
                      <a:moveTo>
                        <a:pt x="2840" y="642"/>
                      </a:moveTo>
                      <a:lnTo>
                        <a:pt x="2840" y="782"/>
                      </a:lnTo>
                      <a:lnTo>
                        <a:pt x="1526" y="782"/>
                      </a:lnTo>
                      <a:lnTo>
                        <a:pt x="1526" y="642"/>
                      </a:lnTo>
                      <a:close/>
                      <a:moveTo>
                        <a:pt x="4254" y="642"/>
                      </a:moveTo>
                      <a:lnTo>
                        <a:pt x="4254" y="782"/>
                      </a:lnTo>
                      <a:lnTo>
                        <a:pt x="2940" y="782"/>
                      </a:lnTo>
                      <a:lnTo>
                        <a:pt x="2950" y="642"/>
                      </a:lnTo>
                      <a:close/>
                      <a:moveTo>
                        <a:pt x="5678" y="642"/>
                      </a:moveTo>
                      <a:lnTo>
                        <a:pt x="5678" y="782"/>
                      </a:lnTo>
                      <a:lnTo>
                        <a:pt x="4364" y="782"/>
                      </a:lnTo>
                      <a:lnTo>
                        <a:pt x="4364" y="642"/>
                      </a:lnTo>
                      <a:close/>
                      <a:moveTo>
                        <a:pt x="1" y="0"/>
                      </a:moveTo>
                      <a:lnTo>
                        <a:pt x="1" y="843"/>
                      </a:lnTo>
                      <a:lnTo>
                        <a:pt x="5779" y="843"/>
                      </a:lnTo>
                      <a:lnTo>
                        <a:pt x="5779" y="0"/>
                      </a:lnTo>
                      <a:lnTo>
                        <a:pt x="5678" y="0"/>
                      </a:lnTo>
                      <a:lnTo>
                        <a:pt x="5678" y="20"/>
                      </a:lnTo>
                      <a:lnTo>
                        <a:pt x="4364" y="20"/>
                      </a:lnTo>
                      <a:lnTo>
                        <a:pt x="4364" y="0"/>
                      </a:lnTo>
                      <a:lnTo>
                        <a:pt x="4254" y="0"/>
                      </a:lnTo>
                      <a:lnTo>
                        <a:pt x="4254" y="20"/>
                      </a:lnTo>
                      <a:lnTo>
                        <a:pt x="2940" y="20"/>
                      </a:lnTo>
                      <a:lnTo>
                        <a:pt x="2940" y="0"/>
                      </a:lnTo>
                      <a:lnTo>
                        <a:pt x="2840" y="0"/>
                      </a:lnTo>
                      <a:lnTo>
                        <a:pt x="2840" y="20"/>
                      </a:lnTo>
                      <a:lnTo>
                        <a:pt x="1526" y="20"/>
                      </a:lnTo>
                      <a:lnTo>
                        <a:pt x="1526" y="0"/>
                      </a:lnTo>
                      <a:lnTo>
                        <a:pt x="1415" y="0"/>
                      </a:lnTo>
                      <a:lnTo>
                        <a:pt x="1415" y="20"/>
                      </a:lnTo>
                      <a:lnTo>
                        <a:pt x="111" y="20"/>
                      </a:lnTo>
                      <a:lnTo>
                        <a:pt x="111" y="70"/>
                      </a:lnTo>
                      <a:lnTo>
                        <a:pt x="1415" y="70"/>
                      </a:lnTo>
                      <a:lnTo>
                        <a:pt x="1415" y="291"/>
                      </a:lnTo>
                      <a:lnTo>
                        <a:pt x="111" y="291"/>
                      </a:lnTo>
                      <a:lnTo>
                        <a:pt x="111" y="351"/>
                      </a:lnTo>
                      <a:lnTo>
                        <a:pt x="1415" y="351"/>
                      </a:lnTo>
                      <a:lnTo>
                        <a:pt x="1415" y="582"/>
                      </a:lnTo>
                      <a:lnTo>
                        <a:pt x="111" y="582"/>
                      </a:lnTo>
                      <a:lnTo>
                        <a:pt x="111" y="642"/>
                      </a:lnTo>
                      <a:lnTo>
                        <a:pt x="1415" y="642"/>
                      </a:lnTo>
                      <a:lnTo>
                        <a:pt x="1415" y="782"/>
                      </a:lnTo>
                      <a:lnTo>
                        <a:pt x="101" y="782"/>
                      </a:lnTo>
                      <a:lnTo>
                        <a:pt x="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71" name="Google Shape;3871;p54"/>
            <p:cNvGrpSpPr/>
            <p:nvPr/>
          </p:nvGrpSpPr>
          <p:grpSpPr>
            <a:xfrm>
              <a:off x="986150" y="3255264"/>
              <a:ext cx="1783024" cy="337850"/>
              <a:chOff x="986147" y="3255264"/>
              <a:chExt cx="1783024" cy="337850"/>
            </a:xfrm>
          </p:grpSpPr>
          <p:sp>
            <p:nvSpPr>
              <p:cNvPr id="3872" name="Google Shape;3872;p54"/>
              <p:cNvSpPr/>
              <p:nvPr/>
            </p:nvSpPr>
            <p:spPr>
              <a:xfrm>
                <a:off x="1023783" y="3501054"/>
                <a:ext cx="141637" cy="87041"/>
              </a:xfrm>
              <a:custGeom>
                <a:avLst/>
                <a:gdLst/>
                <a:ahLst/>
                <a:cxnLst/>
                <a:rect l="l" t="t" r="r" b="b"/>
                <a:pathLst>
                  <a:path w="4945" h="3122" extrusionOk="0">
                    <a:moveTo>
                      <a:pt x="4837" y="1"/>
                    </a:moveTo>
                    <a:cubicBezTo>
                      <a:pt x="4833" y="1"/>
                      <a:pt x="4829" y="1"/>
                      <a:pt x="4825" y="2"/>
                    </a:cubicBezTo>
                    <a:lnTo>
                      <a:pt x="131" y="2"/>
                    </a:lnTo>
                    <a:cubicBezTo>
                      <a:pt x="61" y="2"/>
                      <a:pt x="1" y="62"/>
                      <a:pt x="1" y="132"/>
                    </a:cubicBezTo>
                    <a:lnTo>
                      <a:pt x="1" y="3051"/>
                    </a:lnTo>
                    <a:cubicBezTo>
                      <a:pt x="1" y="3091"/>
                      <a:pt x="41" y="3121"/>
                      <a:pt x="101" y="3121"/>
                    </a:cubicBezTo>
                    <a:lnTo>
                      <a:pt x="3632" y="3121"/>
                    </a:lnTo>
                    <a:cubicBezTo>
                      <a:pt x="3682" y="3121"/>
                      <a:pt x="3742" y="3091"/>
                      <a:pt x="3762" y="3051"/>
                    </a:cubicBezTo>
                    <a:lnTo>
                      <a:pt x="4916" y="132"/>
                    </a:lnTo>
                    <a:cubicBezTo>
                      <a:pt x="4944" y="75"/>
                      <a:pt x="4901" y="1"/>
                      <a:pt x="483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54"/>
              <p:cNvSpPr/>
              <p:nvPr/>
            </p:nvSpPr>
            <p:spPr>
              <a:xfrm>
                <a:off x="1078089" y="3360706"/>
                <a:ext cx="125454" cy="147179"/>
              </a:xfrm>
              <a:custGeom>
                <a:avLst/>
                <a:gdLst/>
                <a:ahLst/>
                <a:cxnLst/>
                <a:rect l="l" t="t" r="r" b="b"/>
                <a:pathLst>
                  <a:path w="4380" h="5279" extrusionOk="0">
                    <a:moveTo>
                      <a:pt x="663" y="0"/>
                    </a:moveTo>
                    <a:cubicBezTo>
                      <a:pt x="301" y="0"/>
                      <a:pt x="1" y="221"/>
                      <a:pt x="1" y="502"/>
                    </a:cubicBezTo>
                    <a:lnTo>
                      <a:pt x="1" y="5106"/>
                    </a:lnTo>
                    <a:cubicBezTo>
                      <a:pt x="1" y="5232"/>
                      <a:pt x="31" y="5278"/>
                      <a:pt x="84" y="5278"/>
                    </a:cubicBezTo>
                    <a:cubicBezTo>
                      <a:pt x="227" y="5278"/>
                      <a:pt x="536" y="4956"/>
                      <a:pt x="893" y="4956"/>
                    </a:cubicBezTo>
                    <a:lnTo>
                      <a:pt x="3571" y="4956"/>
                    </a:lnTo>
                    <a:cubicBezTo>
                      <a:pt x="3587" y="4957"/>
                      <a:pt x="3602" y="4957"/>
                      <a:pt x="3617" y="4957"/>
                    </a:cubicBezTo>
                    <a:cubicBezTo>
                      <a:pt x="4056" y="4957"/>
                      <a:pt x="4380" y="4540"/>
                      <a:pt x="4253" y="4113"/>
                    </a:cubicBezTo>
                    <a:lnTo>
                      <a:pt x="3411" y="502"/>
                    </a:lnTo>
                    <a:cubicBezTo>
                      <a:pt x="3341" y="221"/>
                      <a:pt x="3000" y="0"/>
                      <a:pt x="262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54"/>
              <p:cNvSpPr/>
              <p:nvPr/>
            </p:nvSpPr>
            <p:spPr>
              <a:xfrm>
                <a:off x="1078375" y="3360706"/>
                <a:ext cx="123277" cy="132291"/>
              </a:xfrm>
              <a:custGeom>
                <a:avLst/>
                <a:gdLst/>
                <a:ahLst/>
                <a:cxnLst/>
                <a:rect l="l" t="t" r="r" b="b"/>
                <a:pathLst>
                  <a:path w="4304" h="4745" extrusionOk="0">
                    <a:moveTo>
                      <a:pt x="653" y="0"/>
                    </a:moveTo>
                    <a:cubicBezTo>
                      <a:pt x="291" y="0"/>
                      <a:pt x="1" y="211"/>
                      <a:pt x="1" y="502"/>
                    </a:cubicBezTo>
                    <a:cubicBezTo>
                      <a:pt x="131" y="382"/>
                      <a:pt x="312" y="321"/>
                      <a:pt x="492" y="321"/>
                    </a:cubicBezTo>
                    <a:lnTo>
                      <a:pt x="2458" y="321"/>
                    </a:lnTo>
                    <a:cubicBezTo>
                      <a:pt x="2819" y="321"/>
                      <a:pt x="3170" y="542"/>
                      <a:pt x="3230" y="823"/>
                    </a:cubicBezTo>
                    <a:lnTo>
                      <a:pt x="4083" y="4434"/>
                    </a:lnTo>
                    <a:cubicBezTo>
                      <a:pt x="4103" y="4534"/>
                      <a:pt x="4113" y="4645"/>
                      <a:pt x="4093" y="4745"/>
                    </a:cubicBezTo>
                    <a:cubicBezTo>
                      <a:pt x="4254" y="4574"/>
                      <a:pt x="4304" y="4334"/>
                      <a:pt x="4243" y="4103"/>
                    </a:cubicBezTo>
                    <a:lnTo>
                      <a:pt x="3401" y="502"/>
                    </a:lnTo>
                    <a:cubicBezTo>
                      <a:pt x="3331" y="221"/>
                      <a:pt x="2990" y="0"/>
                      <a:pt x="261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54"/>
              <p:cNvSpPr/>
              <p:nvPr/>
            </p:nvSpPr>
            <p:spPr>
              <a:xfrm>
                <a:off x="1698944" y="3259753"/>
                <a:ext cx="12660" cy="63232"/>
              </a:xfrm>
              <a:custGeom>
                <a:avLst/>
                <a:gdLst/>
                <a:ahLst/>
                <a:cxnLst/>
                <a:rect l="l" t="t" r="r" b="b"/>
                <a:pathLst>
                  <a:path w="442" h="2268" extrusionOk="0">
                    <a:moveTo>
                      <a:pt x="221" y="0"/>
                    </a:moveTo>
                    <a:cubicBezTo>
                      <a:pt x="101" y="0"/>
                      <a:pt x="1" y="101"/>
                      <a:pt x="1" y="221"/>
                    </a:cubicBezTo>
                    <a:lnTo>
                      <a:pt x="1" y="2047"/>
                    </a:lnTo>
                    <a:cubicBezTo>
                      <a:pt x="1" y="2167"/>
                      <a:pt x="101" y="2267"/>
                      <a:pt x="221" y="2267"/>
                    </a:cubicBezTo>
                    <a:cubicBezTo>
                      <a:pt x="342" y="2267"/>
                      <a:pt x="432" y="2167"/>
                      <a:pt x="432" y="2047"/>
                    </a:cubicBezTo>
                    <a:lnTo>
                      <a:pt x="442" y="221"/>
                    </a:lnTo>
                    <a:cubicBezTo>
                      <a:pt x="442" y="101"/>
                      <a:pt x="342"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54"/>
              <p:cNvSpPr/>
              <p:nvPr/>
            </p:nvSpPr>
            <p:spPr>
              <a:xfrm>
                <a:off x="1730536" y="3275142"/>
                <a:ext cx="12689" cy="62925"/>
              </a:xfrm>
              <a:custGeom>
                <a:avLst/>
                <a:gdLst/>
                <a:ahLst/>
                <a:cxnLst/>
                <a:rect l="l" t="t" r="r" b="b"/>
                <a:pathLst>
                  <a:path w="443" h="2257" extrusionOk="0">
                    <a:moveTo>
                      <a:pt x="222" y="0"/>
                    </a:moveTo>
                    <a:cubicBezTo>
                      <a:pt x="101" y="0"/>
                      <a:pt x="1" y="100"/>
                      <a:pt x="1" y="221"/>
                    </a:cubicBezTo>
                    <a:lnTo>
                      <a:pt x="1" y="2046"/>
                    </a:lnTo>
                    <a:cubicBezTo>
                      <a:pt x="1" y="2167"/>
                      <a:pt x="101" y="2257"/>
                      <a:pt x="222" y="2257"/>
                    </a:cubicBezTo>
                    <a:cubicBezTo>
                      <a:pt x="342" y="2257"/>
                      <a:pt x="432" y="2167"/>
                      <a:pt x="442" y="2046"/>
                    </a:cubicBezTo>
                    <a:lnTo>
                      <a:pt x="442" y="221"/>
                    </a:lnTo>
                    <a:cubicBezTo>
                      <a:pt x="432" y="100"/>
                      <a:pt x="342"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54"/>
              <p:cNvSpPr/>
              <p:nvPr/>
            </p:nvSpPr>
            <p:spPr>
              <a:xfrm>
                <a:off x="1753536" y="3270096"/>
                <a:ext cx="12660" cy="62953"/>
              </a:xfrm>
              <a:custGeom>
                <a:avLst/>
                <a:gdLst/>
                <a:ahLst/>
                <a:cxnLst/>
                <a:rect l="l" t="t" r="r" b="b"/>
                <a:pathLst>
                  <a:path w="442" h="2258" extrusionOk="0">
                    <a:moveTo>
                      <a:pt x="221" y="1"/>
                    </a:moveTo>
                    <a:cubicBezTo>
                      <a:pt x="101" y="1"/>
                      <a:pt x="0" y="91"/>
                      <a:pt x="0" y="221"/>
                    </a:cubicBezTo>
                    <a:lnTo>
                      <a:pt x="0" y="2037"/>
                    </a:lnTo>
                    <a:cubicBezTo>
                      <a:pt x="0" y="2157"/>
                      <a:pt x="101" y="2257"/>
                      <a:pt x="221" y="2257"/>
                    </a:cubicBezTo>
                    <a:cubicBezTo>
                      <a:pt x="341" y="2257"/>
                      <a:pt x="442" y="2157"/>
                      <a:pt x="442" y="2037"/>
                    </a:cubicBezTo>
                    <a:lnTo>
                      <a:pt x="442" y="221"/>
                    </a:lnTo>
                    <a:cubicBezTo>
                      <a:pt x="442" y="91"/>
                      <a:pt x="341" y="1"/>
                      <a:pt x="22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54"/>
              <p:cNvSpPr/>
              <p:nvPr/>
            </p:nvSpPr>
            <p:spPr>
              <a:xfrm>
                <a:off x="1865586" y="3257522"/>
                <a:ext cx="5471" cy="55955"/>
              </a:xfrm>
              <a:custGeom>
                <a:avLst/>
                <a:gdLst/>
                <a:ahLst/>
                <a:cxnLst/>
                <a:rect l="l" t="t" r="r" b="b"/>
                <a:pathLst>
                  <a:path w="191" h="2007" extrusionOk="0">
                    <a:moveTo>
                      <a:pt x="91" y="0"/>
                    </a:moveTo>
                    <a:cubicBezTo>
                      <a:pt x="40" y="0"/>
                      <a:pt x="0" y="40"/>
                      <a:pt x="0" y="101"/>
                    </a:cubicBezTo>
                    <a:lnTo>
                      <a:pt x="0" y="1916"/>
                    </a:lnTo>
                    <a:cubicBezTo>
                      <a:pt x="0" y="1966"/>
                      <a:pt x="40" y="2006"/>
                      <a:pt x="91" y="2006"/>
                    </a:cubicBezTo>
                    <a:cubicBezTo>
                      <a:pt x="141" y="2006"/>
                      <a:pt x="191" y="1966"/>
                      <a:pt x="191" y="1916"/>
                    </a:cubicBezTo>
                    <a:lnTo>
                      <a:pt x="191" y="101"/>
                    </a:lnTo>
                    <a:cubicBezTo>
                      <a:pt x="191" y="40"/>
                      <a:pt x="141"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54"/>
              <p:cNvSpPr/>
              <p:nvPr/>
            </p:nvSpPr>
            <p:spPr>
              <a:xfrm>
                <a:off x="1881081" y="3255264"/>
                <a:ext cx="5499" cy="55983"/>
              </a:xfrm>
              <a:custGeom>
                <a:avLst/>
                <a:gdLst/>
                <a:ahLst/>
                <a:cxnLst/>
                <a:rect l="l" t="t" r="r" b="b"/>
                <a:pathLst>
                  <a:path w="192" h="2008" extrusionOk="0">
                    <a:moveTo>
                      <a:pt x="101" y="1"/>
                    </a:moveTo>
                    <a:cubicBezTo>
                      <a:pt x="51" y="1"/>
                      <a:pt x="1" y="41"/>
                      <a:pt x="1" y="91"/>
                    </a:cubicBezTo>
                    <a:lnTo>
                      <a:pt x="1" y="1917"/>
                    </a:lnTo>
                    <a:cubicBezTo>
                      <a:pt x="1" y="1967"/>
                      <a:pt x="51" y="2007"/>
                      <a:pt x="101" y="2007"/>
                    </a:cubicBezTo>
                    <a:cubicBezTo>
                      <a:pt x="151" y="2007"/>
                      <a:pt x="191" y="1967"/>
                      <a:pt x="191" y="1917"/>
                    </a:cubicBezTo>
                    <a:lnTo>
                      <a:pt x="191" y="91"/>
                    </a:lnTo>
                    <a:cubicBezTo>
                      <a:pt x="191" y="41"/>
                      <a:pt x="151" y="1"/>
                      <a:pt x="10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54"/>
              <p:cNvSpPr/>
              <p:nvPr/>
            </p:nvSpPr>
            <p:spPr>
              <a:xfrm>
                <a:off x="1630861" y="3296331"/>
                <a:ext cx="289919" cy="113332"/>
              </a:xfrm>
              <a:custGeom>
                <a:avLst/>
                <a:gdLst/>
                <a:ahLst/>
                <a:cxnLst/>
                <a:rect l="l" t="t" r="r" b="b"/>
                <a:pathLst>
                  <a:path w="10122" h="4065" extrusionOk="0">
                    <a:moveTo>
                      <a:pt x="9511" y="0"/>
                    </a:moveTo>
                    <a:cubicBezTo>
                      <a:pt x="9494" y="0"/>
                      <a:pt x="9476" y="1"/>
                      <a:pt x="9459" y="2"/>
                    </a:cubicBezTo>
                    <a:lnTo>
                      <a:pt x="1134" y="253"/>
                    </a:lnTo>
                    <a:cubicBezTo>
                      <a:pt x="803" y="273"/>
                      <a:pt x="532" y="514"/>
                      <a:pt x="472" y="845"/>
                    </a:cubicBezTo>
                    <a:lnTo>
                      <a:pt x="71" y="3423"/>
                    </a:lnTo>
                    <a:cubicBezTo>
                      <a:pt x="0" y="3744"/>
                      <a:pt x="251" y="4065"/>
                      <a:pt x="582" y="4065"/>
                    </a:cubicBezTo>
                    <a:lnTo>
                      <a:pt x="9419" y="4065"/>
                    </a:lnTo>
                    <a:cubicBezTo>
                      <a:pt x="9800" y="4065"/>
                      <a:pt x="10121" y="3754"/>
                      <a:pt x="10121" y="3373"/>
                    </a:cubicBezTo>
                    <a:lnTo>
                      <a:pt x="10121" y="604"/>
                    </a:lnTo>
                    <a:cubicBezTo>
                      <a:pt x="10112" y="271"/>
                      <a:pt x="9839" y="0"/>
                      <a:pt x="951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54"/>
              <p:cNvSpPr/>
              <p:nvPr/>
            </p:nvSpPr>
            <p:spPr>
              <a:xfrm>
                <a:off x="1083560" y="3411894"/>
                <a:ext cx="1685611" cy="181220"/>
              </a:xfrm>
              <a:custGeom>
                <a:avLst/>
                <a:gdLst/>
                <a:ahLst/>
                <a:cxnLst/>
                <a:rect l="l" t="t" r="r" b="b"/>
                <a:pathLst>
                  <a:path w="58850" h="6500" extrusionOk="0">
                    <a:moveTo>
                      <a:pt x="15427" y="0"/>
                    </a:moveTo>
                    <a:cubicBezTo>
                      <a:pt x="13632" y="0"/>
                      <a:pt x="0" y="1454"/>
                      <a:pt x="0" y="3250"/>
                    </a:cubicBezTo>
                    <a:cubicBezTo>
                      <a:pt x="0" y="5045"/>
                      <a:pt x="13632" y="6500"/>
                      <a:pt x="15427" y="6500"/>
                    </a:cubicBezTo>
                    <a:lnTo>
                      <a:pt x="55609" y="6500"/>
                    </a:lnTo>
                    <a:cubicBezTo>
                      <a:pt x="57405" y="6490"/>
                      <a:pt x="58849" y="5035"/>
                      <a:pt x="58849" y="3250"/>
                    </a:cubicBezTo>
                    <a:cubicBezTo>
                      <a:pt x="58849" y="1454"/>
                      <a:pt x="57405" y="0"/>
                      <a:pt x="5560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54"/>
              <p:cNvSpPr/>
              <p:nvPr/>
            </p:nvSpPr>
            <p:spPr>
              <a:xfrm>
                <a:off x="1560171" y="3411894"/>
                <a:ext cx="394207" cy="42517"/>
              </a:xfrm>
              <a:custGeom>
                <a:avLst/>
                <a:gdLst/>
                <a:ahLst/>
                <a:cxnLst/>
                <a:rect l="l" t="t" r="r" b="b"/>
                <a:pathLst>
                  <a:path w="13763" h="1525" extrusionOk="0">
                    <a:moveTo>
                      <a:pt x="1" y="0"/>
                    </a:moveTo>
                    <a:cubicBezTo>
                      <a:pt x="763" y="893"/>
                      <a:pt x="2649" y="1525"/>
                      <a:pt x="4856" y="1525"/>
                    </a:cubicBezTo>
                    <a:lnTo>
                      <a:pt x="8908" y="1525"/>
                    </a:lnTo>
                    <a:cubicBezTo>
                      <a:pt x="11115" y="1525"/>
                      <a:pt x="13000" y="893"/>
                      <a:pt x="137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54"/>
              <p:cNvSpPr/>
              <p:nvPr/>
            </p:nvSpPr>
            <p:spPr>
              <a:xfrm>
                <a:off x="1088429" y="3474791"/>
                <a:ext cx="1680455" cy="17648"/>
              </a:xfrm>
              <a:custGeom>
                <a:avLst/>
                <a:gdLst/>
                <a:ahLst/>
                <a:cxnLst/>
                <a:rect l="l" t="t" r="r" b="b"/>
                <a:pathLst>
                  <a:path w="58670" h="633" extrusionOk="0">
                    <a:moveTo>
                      <a:pt x="1174" y="1"/>
                    </a:moveTo>
                    <a:cubicBezTo>
                      <a:pt x="633" y="202"/>
                      <a:pt x="221" y="412"/>
                      <a:pt x="1" y="633"/>
                    </a:cubicBezTo>
                    <a:lnTo>
                      <a:pt x="58669" y="633"/>
                    </a:lnTo>
                    <a:cubicBezTo>
                      <a:pt x="58639" y="422"/>
                      <a:pt x="58599" y="202"/>
                      <a:pt x="58529"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54"/>
              <p:cNvSpPr/>
              <p:nvPr/>
            </p:nvSpPr>
            <p:spPr>
              <a:xfrm>
                <a:off x="1570511" y="3376932"/>
                <a:ext cx="376105" cy="34989"/>
              </a:xfrm>
              <a:custGeom>
                <a:avLst/>
                <a:gdLst/>
                <a:ahLst/>
                <a:cxnLst/>
                <a:rect l="l" t="t" r="r" b="b"/>
                <a:pathLst>
                  <a:path w="13131" h="1255" extrusionOk="0">
                    <a:moveTo>
                      <a:pt x="5929" y="0"/>
                    </a:moveTo>
                    <a:cubicBezTo>
                      <a:pt x="3883" y="30"/>
                      <a:pt x="1877" y="452"/>
                      <a:pt x="1" y="1254"/>
                    </a:cubicBezTo>
                    <a:lnTo>
                      <a:pt x="13131" y="1254"/>
                    </a:lnTo>
                    <a:cubicBezTo>
                      <a:pt x="13071" y="512"/>
                      <a:pt x="11907" y="0"/>
                      <a:pt x="994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54"/>
              <p:cNvSpPr/>
              <p:nvPr/>
            </p:nvSpPr>
            <p:spPr>
              <a:xfrm>
                <a:off x="1083560" y="3487393"/>
                <a:ext cx="1685611" cy="105721"/>
              </a:xfrm>
              <a:custGeom>
                <a:avLst/>
                <a:gdLst/>
                <a:ahLst/>
                <a:cxnLst/>
                <a:rect l="l" t="t" r="r" b="b"/>
                <a:pathLst>
                  <a:path w="58850" h="3792" extrusionOk="0">
                    <a:moveTo>
                      <a:pt x="401" y="0"/>
                    </a:moveTo>
                    <a:cubicBezTo>
                      <a:pt x="141" y="171"/>
                      <a:pt x="0" y="351"/>
                      <a:pt x="0" y="542"/>
                    </a:cubicBezTo>
                    <a:cubicBezTo>
                      <a:pt x="0" y="2337"/>
                      <a:pt x="13632" y="3792"/>
                      <a:pt x="15427" y="3792"/>
                    </a:cubicBezTo>
                    <a:lnTo>
                      <a:pt x="55609" y="3792"/>
                    </a:lnTo>
                    <a:cubicBezTo>
                      <a:pt x="57405" y="3782"/>
                      <a:pt x="58849" y="2327"/>
                      <a:pt x="58849" y="542"/>
                    </a:cubicBezTo>
                    <a:cubicBezTo>
                      <a:pt x="58849" y="361"/>
                      <a:pt x="58839" y="181"/>
                      <a:pt x="5880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54"/>
              <p:cNvSpPr/>
              <p:nvPr/>
            </p:nvSpPr>
            <p:spPr>
              <a:xfrm>
                <a:off x="1646929" y="3296080"/>
                <a:ext cx="271244" cy="17118"/>
              </a:xfrm>
              <a:custGeom>
                <a:avLst/>
                <a:gdLst/>
                <a:ahLst/>
                <a:cxnLst/>
                <a:rect l="l" t="t" r="r" b="b"/>
                <a:pathLst>
                  <a:path w="9470" h="614" extrusionOk="0">
                    <a:moveTo>
                      <a:pt x="8930" y="1"/>
                    </a:moveTo>
                    <a:cubicBezTo>
                      <a:pt x="8919" y="1"/>
                      <a:pt x="8909" y="1"/>
                      <a:pt x="8898" y="1"/>
                    </a:cubicBezTo>
                    <a:lnTo>
                      <a:pt x="573" y="252"/>
                    </a:lnTo>
                    <a:cubicBezTo>
                      <a:pt x="332" y="262"/>
                      <a:pt x="121" y="403"/>
                      <a:pt x="1" y="613"/>
                    </a:cubicBezTo>
                    <a:lnTo>
                      <a:pt x="9470" y="282"/>
                    </a:lnTo>
                    <a:cubicBezTo>
                      <a:pt x="9345" y="100"/>
                      <a:pt x="9148" y="1"/>
                      <a:pt x="893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54"/>
              <p:cNvSpPr/>
              <p:nvPr/>
            </p:nvSpPr>
            <p:spPr>
              <a:xfrm>
                <a:off x="2543038" y="3440136"/>
                <a:ext cx="153438" cy="10093"/>
              </a:xfrm>
              <a:custGeom>
                <a:avLst/>
                <a:gdLst/>
                <a:ahLst/>
                <a:cxnLst/>
                <a:rect l="l" t="t" r="r" b="b"/>
                <a:pathLst>
                  <a:path w="5357" h="362" extrusionOk="0">
                    <a:moveTo>
                      <a:pt x="101" y="0"/>
                    </a:moveTo>
                    <a:cubicBezTo>
                      <a:pt x="40" y="0"/>
                      <a:pt x="0" y="50"/>
                      <a:pt x="0" y="110"/>
                    </a:cubicBezTo>
                    <a:lnTo>
                      <a:pt x="0" y="251"/>
                    </a:lnTo>
                    <a:cubicBezTo>
                      <a:pt x="0" y="311"/>
                      <a:pt x="40" y="361"/>
                      <a:pt x="101" y="361"/>
                    </a:cubicBezTo>
                    <a:lnTo>
                      <a:pt x="5246" y="361"/>
                    </a:lnTo>
                    <a:cubicBezTo>
                      <a:pt x="5306" y="361"/>
                      <a:pt x="5357" y="311"/>
                      <a:pt x="5357" y="251"/>
                    </a:cubicBezTo>
                    <a:lnTo>
                      <a:pt x="5357" y="110"/>
                    </a:lnTo>
                    <a:cubicBezTo>
                      <a:pt x="5357" y="50"/>
                      <a:pt x="5306" y="0"/>
                      <a:pt x="52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54"/>
              <p:cNvSpPr/>
              <p:nvPr/>
            </p:nvSpPr>
            <p:spPr>
              <a:xfrm>
                <a:off x="2618311" y="3436763"/>
                <a:ext cx="62068" cy="16533"/>
              </a:xfrm>
              <a:custGeom>
                <a:avLst/>
                <a:gdLst/>
                <a:ahLst/>
                <a:cxnLst/>
                <a:rect l="l" t="t" r="r" b="b"/>
                <a:pathLst>
                  <a:path w="2167" h="593" extrusionOk="0">
                    <a:moveTo>
                      <a:pt x="111" y="1"/>
                    </a:moveTo>
                    <a:cubicBezTo>
                      <a:pt x="50" y="1"/>
                      <a:pt x="0" y="51"/>
                      <a:pt x="0" y="111"/>
                    </a:cubicBezTo>
                    <a:lnTo>
                      <a:pt x="0" y="482"/>
                    </a:lnTo>
                    <a:cubicBezTo>
                      <a:pt x="0" y="552"/>
                      <a:pt x="50" y="593"/>
                      <a:pt x="111" y="593"/>
                    </a:cubicBezTo>
                    <a:lnTo>
                      <a:pt x="2057" y="593"/>
                    </a:lnTo>
                    <a:cubicBezTo>
                      <a:pt x="2117" y="593"/>
                      <a:pt x="2167" y="552"/>
                      <a:pt x="2167" y="482"/>
                    </a:cubicBezTo>
                    <a:lnTo>
                      <a:pt x="2167" y="111"/>
                    </a:lnTo>
                    <a:cubicBezTo>
                      <a:pt x="2167" y="51"/>
                      <a:pt x="2117" y="1"/>
                      <a:pt x="2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54"/>
              <p:cNvSpPr/>
              <p:nvPr/>
            </p:nvSpPr>
            <p:spPr>
              <a:xfrm>
                <a:off x="2517461" y="3463611"/>
                <a:ext cx="25606" cy="9535"/>
              </a:xfrm>
              <a:custGeom>
                <a:avLst/>
                <a:gdLst/>
                <a:ahLst/>
                <a:cxnLst/>
                <a:rect l="l" t="t" r="r" b="b"/>
                <a:pathLst>
                  <a:path w="894" h="342" extrusionOk="0">
                    <a:moveTo>
                      <a:pt x="81" y="1"/>
                    </a:moveTo>
                    <a:cubicBezTo>
                      <a:pt x="41" y="1"/>
                      <a:pt x="1" y="41"/>
                      <a:pt x="1" y="81"/>
                    </a:cubicBezTo>
                    <a:lnTo>
                      <a:pt x="1" y="262"/>
                    </a:lnTo>
                    <a:cubicBezTo>
                      <a:pt x="1" y="302"/>
                      <a:pt x="41" y="342"/>
                      <a:pt x="81" y="342"/>
                    </a:cubicBezTo>
                    <a:lnTo>
                      <a:pt x="823" y="342"/>
                    </a:lnTo>
                    <a:cubicBezTo>
                      <a:pt x="863" y="342"/>
                      <a:pt x="893" y="302"/>
                      <a:pt x="893" y="262"/>
                    </a:cubicBezTo>
                    <a:lnTo>
                      <a:pt x="893" y="81"/>
                    </a:lnTo>
                    <a:cubicBezTo>
                      <a:pt x="893" y="4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54"/>
              <p:cNvSpPr/>
              <p:nvPr/>
            </p:nvSpPr>
            <p:spPr>
              <a:xfrm>
                <a:off x="2487873" y="3463611"/>
                <a:ext cx="25606" cy="9535"/>
              </a:xfrm>
              <a:custGeom>
                <a:avLst/>
                <a:gdLst/>
                <a:ahLst/>
                <a:cxnLst/>
                <a:rect l="l" t="t" r="r" b="b"/>
                <a:pathLst>
                  <a:path w="894" h="342" extrusionOk="0">
                    <a:moveTo>
                      <a:pt x="81" y="1"/>
                    </a:moveTo>
                    <a:cubicBezTo>
                      <a:pt x="30" y="1"/>
                      <a:pt x="0" y="41"/>
                      <a:pt x="0" y="81"/>
                    </a:cubicBezTo>
                    <a:lnTo>
                      <a:pt x="0" y="262"/>
                    </a:lnTo>
                    <a:cubicBezTo>
                      <a:pt x="0" y="302"/>
                      <a:pt x="30" y="342"/>
                      <a:pt x="81" y="342"/>
                    </a:cubicBezTo>
                    <a:lnTo>
                      <a:pt x="823" y="342"/>
                    </a:lnTo>
                    <a:cubicBezTo>
                      <a:pt x="863" y="342"/>
                      <a:pt x="893" y="302"/>
                      <a:pt x="893" y="262"/>
                    </a:cubicBezTo>
                    <a:lnTo>
                      <a:pt x="893" y="81"/>
                    </a:lnTo>
                    <a:cubicBezTo>
                      <a:pt x="893" y="4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54"/>
              <p:cNvSpPr/>
              <p:nvPr/>
            </p:nvSpPr>
            <p:spPr>
              <a:xfrm>
                <a:off x="2458285" y="3463611"/>
                <a:ext cx="25578" cy="9535"/>
              </a:xfrm>
              <a:custGeom>
                <a:avLst/>
                <a:gdLst/>
                <a:ahLst/>
                <a:cxnLst/>
                <a:rect l="l" t="t" r="r" b="b"/>
                <a:pathLst>
                  <a:path w="893" h="342" extrusionOk="0">
                    <a:moveTo>
                      <a:pt x="70" y="1"/>
                    </a:moveTo>
                    <a:cubicBezTo>
                      <a:pt x="30" y="1"/>
                      <a:pt x="0" y="41"/>
                      <a:pt x="0" y="81"/>
                    </a:cubicBezTo>
                    <a:lnTo>
                      <a:pt x="0" y="262"/>
                    </a:lnTo>
                    <a:cubicBezTo>
                      <a:pt x="0" y="302"/>
                      <a:pt x="30" y="342"/>
                      <a:pt x="70" y="342"/>
                    </a:cubicBezTo>
                    <a:lnTo>
                      <a:pt x="813" y="342"/>
                    </a:lnTo>
                    <a:cubicBezTo>
                      <a:pt x="853" y="342"/>
                      <a:pt x="893" y="302"/>
                      <a:pt x="893" y="262"/>
                    </a:cubicBezTo>
                    <a:lnTo>
                      <a:pt x="893" y="81"/>
                    </a:lnTo>
                    <a:cubicBezTo>
                      <a:pt x="893"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54"/>
              <p:cNvSpPr/>
              <p:nvPr/>
            </p:nvSpPr>
            <p:spPr>
              <a:xfrm>
                <a:off x="2428697" y="3463611"/>
                <a:ext cx="25578" cy="9535"/>
              </a:xfrm>
              <a:custGeom>
                <a:avLst/>
                <a:gdLst/>
                <a:ahLst/>
                <a:cxnLst/>
                <a:rect l="l" t="t" r="r" b="b"/>
                <a:pathLst>
                  <a:path w="893" h="342" extrusionOk="0">
                    <a:moveTo>
                      <a:pt x="70" y="1"/>
                    </a:moveTo>
                    <a:cubicBezTo>
                      <a:pt x="30" y="1"/>
                      <a:pt x="0" y="41"/>
                      <a:pt x="0" y="81"/>
                    </a:cubicBezTo>
                    <a:lnTo>
                      <a:pt x="0" y="262"/>
                    </a:lnTo>
                    <a:cubicBezTo>
                      <a:pt x="0" y="302"/>
                      <a:pt x="30" y="342"/>
                      <a:pt x="70" y="342"/>
                    </a:cubicBezTo>
                    <a:lnTo>
                      <a:pt x="813" y="342"/>
                    </a:lnTo>
                    <a:cubicBezTo>
                      <a:pt x="853" y="342"/>
                      <a:pt x="893" y="302"/>
                      <a:pt x="893" y="262"/>
                    </a:cubicBezTo>
                    <a:lnTo>
                      <a:pt x="893" y="81"/>
                    </a:lnTo>
                    <a:cubicBezTo>
                      <a:pt x="893"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54"/>
              <p:cNvSpPr/>
              <p:nvPr/>
            </p:nvSpPr>
            <p:spPr>
              <a:xfrm>
                <a:off x="2399081" y="3463611"/>
                <a:ext cx="25606" cy="9535"/>
              </a:xfrm>
              <a:custGeom>
                <a:avLst/>
                <a:gdLst/>
                <a:ahLst/>
                <a:cxnLst/>
                <a:rect l="l" t="t" r="r" b="b"/>
                <a:pathLst>
                  <a:path w="894" h="342" extrusionOk="0">
                    <a:moveTo>
                      <a:pt x="71" y="1"/>
                    </a:moveTo>
                    <a:cubicBezTo>
                      <a:pt x="31" y="1"/>
                      <a:pt x="1" y="41"/>
                      <a:pt x="1" y="81"/>
                    </a:cubicBezTo>
                    <a:lnTo>
                      <a:pt x="1" y="262"/>
                    </a:lnTo>
                    <a:cubicBezTo>
                      <a:pt x="1" y="302"/>
                      <a:pt x="31" y="342"/>
                      <a:pt x="71" y="342"/>
                    </a:cubicBezTo>
                    <a:lnTo>
                      <a:pt x="813" y="342"/>
                    </a:lnTo>
                    <a:cubicBezTo>
                      <a:pt x="854" y="342"/>
                      <a:pt x="894" y="302"/>
                      <a:pt x="894" y="262"/>
                    </a:cubicBezTo>
                    <a:lnTo>
                      <a:pt x="894" y="81"/>
                    </a:lnTo>
                    <a:cubicBezTo>
                      <a:pt x="894" y="41"/>
                      <a:pt x="854"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54"/>
              <p:cNvSpPr/>
              <p:nvPr/>
            </p:nvSpPr>
            <p:spPr>
              <a:xfrm>
                <a:off x="2369493" y="3463611"/>
                <a:ext cx="25320" cy="9535"/>
              </a:xfrm>
              <a:custGeom>
                <a:avLst/>
                <a:gdLst/>
                <a:ahLst/>
                <a:cxnLst/>
                <a:rect l="l" t="t" r="r" b="b"/>
                <a:pathLst>
                  <a:path w="884" h="342" extrusionOk="0">
                    <a:moveTo>
                      <a:pt x="71" y="1"/>
                    </a:moveTo>
                    <a:cubicBezTo>
                      <a:pt x="31" y="1"/>
                      <a:pt x="1" y="41"/>
                      <a:pt x="1" y="81"/>
                    </a:cubicBezTo>
                    <a:lnTo>
                      <a:pt x="1" y="262"/>
                    </a:lnTo>
                    <a:cubicBezTo>
                      <a:pt x="1" y="302"/>
                      <a:pt x="31" y="342"/>
                      <a:pt x="71" y="342"/>
                    </a:cubicBezTo>
                    <a:lnTo>
                      <a:pt x="813" y="342"/>
                    </a:lnTo>
                    <a:cubicBezTo>
                      <a:pt x="853" y="342"/>
                      <a:pt x="883" y="302"/>
                      <a:pt x="883" y="262"/>
                    </a:cubicBezTo>
                    <a:lnTo>
                      <a:pt x="883" y="81"/>
                    </a:lnTo>
                    <a:cubicBezTo>
                      <a:pt x="883"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54"/>
              <p:cNvSpPr/>
              <p:nvPr/>
            </p:nvSpPr>
            <p:spPr>
              <a:xfrm>
                <a:off x="2249710" y="3463611"/>
                <a:ext cx="25291" cy="9535"/>
              </a:xfrm>
              <a:custGeom>
                <a:avLst/>
                <a:gdLst/>
                <a:ahLst/>
                <a:cxnLst/>
                <a:rect l="l" t="t" r="r" b="b"/>
                <a:pathLst>
                  <a:path w="883" h="342" extrusionOk="0">
                    <a:moveTo>
                      <a:pt x="70" y="1"/>
                    </a:moveTo>
                    <a:cubicBezTo>
                      <a:pt x="30" y="1"/>
                      <a:pt x="0" y="41"/>
                      <a:pt x="0" y="81"/>
                    </a:cubicBezTo>
                    <a:lnTo>
                      <a:pt x="0" y="262"/>
                    </a:lnTo>
                    <a:cubicBezTo>
                      <a:pt x="0" y="302"/>
                      <a:pt x="30" y="342"/>
                      <a:pt x="70" y="342"/>
                    </a:cubicBezTo>
                    <a:lnTo>
                      <a:pt x="813" y="342"/>
                    </a:lnTo>
                    <a:cubicBezTo>
                      <a:pt x="853" y="342"/>
                      <a:pt x="883" y="302"/>
                      <a:pt x="883" y="262"/>
                    </a:cubicBezTo>
                    <a:lnTo>
                      <a:pt x="883" y="81"/>
                    </a:lnTo>
                    <a:cubicBezTo>
                      <a:pt x="883"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54"/>
              <p:cNvSpPr/>
              <p:nvPr/>
            </p:nvSpPr>
            <p:spPr>
              <a:xfrm>
                <a:off x="2220094" y="3463611"/>
                <a:ext cx="25320" cy="9535"/>
              </a:xfrm>
              <a:custGeom>
                <a:avLst/>
                <a:gdLst/>
                <a:ahLst/>
                <a:cxnLst/>
                <a:rect l="l" t="t" r="r" b="b"/>
                <a:pathLst>
                  <a:path w="884" h="342" extrusionOk="0">
                    <a:moveTo>
                      <a:pt x="71" y="1"/>
                    </a:moveTo>
                    <a:cubicBezTo>
                      <a:pt x="31" y="1"/>
                      <a:pt x="1" y="41"/>
                      <a:pt x="1" y="81"/>
                    </a:cubicBezTo>
                    <a:lnTo>
                      <a:pt x="1" y="262"/>
                    </a:lnTo>
                    <a:cubicBezTo>
                      <a:pt x="1" y="302"/>
                      <a:pt x="31" y="342"/>
                      <a:pt x="71" y="342"/>
                    </a:cubicBezTo>
                    <a:lnTo>
                      <a:pt x="813" y="342"/>
                    </a:lnTo>
                    <a:cubicBezTo>
                      <a:pt x="854" y="342"/>
                      <a:pt x="884" y="302"/>
                      <a:pt x="884" y="262"/>
                    </a:cubicBezTo>
                    <a:lnTo>
                      <a:pt x="884" y="81"/>
                    </a:lnTo>
                    <a:cubicBezTo>
                      <a:pt x="884" y="41"/>
                      <a:pt x="854"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54"/>
              <p:cNvSpPr/>
              <p:nvPr/>
            </p:nvSpPr>
            <p:spPr>
              <a:xfrm>
                <a:off x="2190506" y="3463611"/>
                <a:ext cx="25320" cy="9535"/>
              </a:xfrm>
              <a:custGeom>
                <a:avLst/>
                <a:gdLst/>
                <a:ahLst/>
                <a:cxnLst/>
                <a:rect l="l" t="t" r="r" b="b"/>
                <a:pathLst>
                  <a:path w="884" h="342" extrusionOk="0">
                    <a:moveTo>
                      <a:pt x="71" y="1"/>
                    </a:moveTo>
                    <a:cubicBezTo>
                      <a:pt x="31" y="1"/>
                      <a:pt x="1" y="41"/>
                      <a:pt x="1" y="81"/>
                    </a:cubicBezTo>
                    <a:lnTo>
                      <a:pt x="1" y="262"/>
                    </a:lnTo>
                    <a:cubicBezTo>
                      <a:pt x="1" y="302"/>
                      <a:pt x="31" y="342"/>
                      <a:pt x="71" y="342"/>
                    </a:cubicBezTo>
                    <a:lnTo>
                      <a:pt x="813" y="342"/>
                    </a:lnTo>
                    <a:cubicBezTo>
                      <a:pt x="853" y="342"/>
                      <a:pt x="883" y="302"/>
                      <a:pt x="883" y="262"/>
                    </a:cubicBezTo>
                    <a:lnTo>
                      <a:pt x="883" y="81"/>
                    </a:lnTo>
                    <a:cubicBezTo>
                      <a:pt x="883"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54"/>
              <p:cNvSpPr/>
              <p:nvPr/>
            </p:nvSpPr>
            <p:spPr>
              <a:xfrm>
                <a:off x="2160632" y="3463611"/>
                <a:ext cx="25606" cy="9535"/>
              </a:xfrm>
              <a:custGeom>
                <a:avLst/>
                <a:gdLst/>
                <a:ahLst/>
                <a:cxnLst/>
                <a:rect l="l" t="t" r="r" b="b"/>
                <a:pathLst>
                  <a:path w="894" h="342" extrusionOk="0">
                    <a:moveTo>
                      <a:pt x="81" y="1"/>
                    </a:moveTo>
                    <a:cubicBezTo>
                      <a:pt x="41" y="1"/>
                      <a:pt x="1" y="41"/>
                      <a:pt x="1" y="81"/>
                    </a:cubicBezTo>
                    <a:lnTo>
                      <a:pt x="1" y="262"/>
                    </a:lnTo>
                    <a:cubicBezTo>
                      <a:pt x="1" y="302"/>
                      <a:pt x="41" y="342"/>
                      <a:pt x="81" y="342"/>
                    </a:cubicBezTo>
                    <a:lnTo>
                      <a:pt x="823" y="342"/>
                    </a:lnTo>
                    <a:cubicBezTo>
                      <a:pt x="863" y="342"/>
                      <a:pt x="893" y="302"/>
                      <a:pt x="893" y="262"/>
                    </a:cubicBezTo>
                    <a:lnTo>
                      <a:pt x="893" y="81"/>
                    </a:lnTo>
                    <a:cubicBezTo>
                      <a:pt x="893" y="4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54"/>
              <p:cNvSpPr/>
              <p:nvPr/>
            </p:nvSpPr>
            <p:spPr>
              <a:xfrm>
                <a:off x="2131045" y="3463611"/>
                <a:ext cx="25606" cy="9535"/>
              </a:xfrm>
              <a:custGeom>
                <a:avLst/>
                <a:gdLst/>
                <a:ahLst/>
                <a:cxnLst/>
                <a:rect l="l" t="t" r="r" b="b"/>
                <a:pathLst>
                  <a:path w="894" h="342" extrusionOk="0">
                    <a:moveTo>
                      <a:pt x="81" y="1"/>
                    </a:moveTo>
                    <a:cubicBezTo>
                      <a:pt x="41" y="1"/>
                      <a:pt x="0" y="41"/>
                      <a:pt x="0" y="81"/>
                    </a:cubicBezTo>
                    <a:lnTo>
                      <a:pt x="0" y="262"/>
                    </a:lnTo>
                    <a:cubicBezTo>
                      <a:pt x="0" y="302"/>
                      <a:pt x="41" y="342"/>
                      <a:pt x="81" y="342"/>
                    </a:cubicBezTo>
                    <a:lnTo>
                      <a:pt x="823" y="342"/>
                    </a:lnTo>
                    <a:cubicBezTo>
                      <a:pt x="863" y="342"/>
                      <a:pt x="893" y="302"/>
                      <a:pt x="893" y="262"/>
                    </a:cubicBezTo>
                    <a:lnTo>
                      <a:pt x="893" y="81"/>
                    </a:lnTo>
                    <a:cubicBezTo>
                      <a:pt x="893" y="4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54"/>
              <p:cNvSpPr/>
              <p:nvPr/>
            </p:nvSpPr>
            <p:spPr>
              <a:xfrm>
                <a:off x="2101457" y="3463611"/>
                <a:ext cx="25606" cy="9535"/>
              </a:xfrm>
              <a:custGeom>
                <a:avLst/>
                <a:gdLst/>
                <a:ahLst/>
                <a:cxnLst/>
                <a:rect l="l" t="t" r="r" b="b"/>
                <a:pathLst>
                  <a:path w="894" h="342" extrusionOk="0">
                    <a:moveTo>
                      <a:pt x="81" y="1"/>
                    </a:moveTo>
                    <a:cubicBezTo>
                      <a:pt x="30" y="1"/>
                      <a:pt x="0" y="41"/>
                      <a:pt x="0" y="81"/>
                    </a:cubicBezTo>
                    <a:lnTo>
                      <a:pt x="0" y="262"/>
                    </a:lnTo>
                    <a:cubicBezTo>
                      <a:pt x="0" y="302"/>
                      <a:pt x="30" y="342"/>
                      <a:pt x="81" y="342"/>
                    </a:cubicBezTo>
                    <a:lnTo>
                      <a:pt x="823" y="342"/>
                    </a:lnTo>
                    <a:cubicBezTo>
                      <a:pt x="863" y="342"/>
                      <a:pt x="893" y="302"/>
                      <a:pt x="893" y="262"/>
                    </a:cubicBezTo>
                    <a:lnTo>
                      <a:pt x="893" y="81"/>
                    </a:lnTo>
                    <a:cubicBezTo>
                      <a:pt x="893" y="4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54"/>
              <p:cNvSpPr/>
              <p:nvPr/>
            </p:nvSpPr>
            <p:spPr>
              <a:xfrm>
                <a:off x="1981645" y="3463611"/>
                <a:ext cx="25606" cy="9535"/>
              </a:xfrm>
              <a:custGeom>
                <a:avLst/>
                <a:gdLst/>
                <a:ahLst/>
                <a:cxnLst/>
                <a:rect l="l" t="t" r="r" b="b"/>
                <a:pathLst>
                  <a:path w="894" h="342" extrusionOk="0">
                    <a:moveTo>
                      <a:pt x="71" y="1"/>
                    </a:moveTo>
                    <a:cubicBezTo>
                      <a:pt x="31" y="1"/>
                      <a:pt x="1" y="41"/>
                      <a:pt x="1" y="81"/>
                    </a:cubicBezTo>
                    <a:lnTo>
                      <a:pt x="1" y="262"/>
                    </a:lnTo>
                    <a:cubicBezTo>
                      <a:pt x="1" y="302"/>
                      <a:pt x="31" y="342"/>
                      <a:pt x="71" y="342"/>
                    </a:cubicBezTo>
                    <a:lnTo>
                      <a:pt x="813" y="342"/>
                    </a:lnTo>
                    <a:cubicBezTo>
                      <a:pt x="863" y="342"/>
                      <a:pt x="893" y="302"/>
                      <a:pt x="893" y="262"/>
                    </a:cubicBezTo>
                    <a:lnTo>
                      <a:pt x="893" y="81"/>
                    </a:lnTo>
                    <a:cubicBezTo>
                      <a:pt x="893" y="41"/>
                      <a:pt x="86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54"/>
              <p:cNvSpPr/>
              <p:nvPr/>
            </p:nvSpPr>
            <p:spPr>
              <a:xfrm>
                <a:off x="1952058" y="3463611"/>
                <a:ext cx="25606" cy="9535"/>
              </a:xfrm>
              <a:custGeom>
                <a:avLst/>
                <a:gdLst/>
                <a:ahLst/>
                <a:cxnLst/>
                <a:rect l="l" t="t" r="r" b="b"/>
                <a:pathLst>
                  <a:path w="894" h="342" extrusionOk="0">
                    <a:moveTo>
                      <a:pt x="71" y="1"/>
                    </a:moveTo>
                    <a:cubicBezTo>
                      <a:pt x="31" y="1"/>
                      <a:pt x="0" y="41"/>
                      <a:pt x="0" y="81"/>
                    </a:cubicBezTo>
                    <a:lnTo>
                      <a:pt x="0" y="262"/>
                    </a:lnTo>
                    <a:cubicBezTo>
                      <a:pt x="0" y="302"/>
                      <a:pt x="31" y="342"/>
                      <a:pt x="71" y="342"/>
                    </a:cubicBezTo>
                    <a:lnTo>
                      <a:pt x="813" y="342"/>
                    </a:lnTo>
                    <a:cubicBezTo>
                      <a:pt x="853" y="342"/>
                      <a:pt x="893" y="302"/>
                      <a:pt x="893" y="262"/>
                    </a:cubicBezTo>
                    <a:lnTo>
                      <a:pt x="893" y="81"/>
                    </a:lnTo>
                    <a:cubicBezTo>
                      <a:pt x="893"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54"/>
              <p:cNvSpPr/>
              <p:nvPr/>
            </p:nvSpPr>
            <p:spPr>
              <a:xfrm>
                <a:off x="1922470" y="3463611"/>
                <a:ext cx="25578" cy="9535"/>
              </a:xfrm>
              <a:custGeom>
                <a:avLst/>
                <a:gdLst/>
                <a:ahLst/>
                <a:cxnLst/>
                <a:rect l="l" t="t" r="r" b="b"/>
                <a:pathLst>
                  <a:path w="893" h="342" extrusionOk="0">
                    <a:moveTo>
                      <a:pt x="70" y="1"/>
                    </a:moveTo>
                    <a:cubicBezTo>
                      <a:pt x="30" y="1"/>
                      <a:pt x="0" y="41"/>
                      <a:pt x="0" y="81"/>
                    </a:cubicBezTo>
                    <a:lnTo>
                      <a:pt x="0" y="262"/>
                    </a:lnTo>
                    <a:cubicBezTo>
                      <a:pt x="0" y="302"/>
                      <a:pt x="30" y="342"/>
                      <a:pt x="70" y="342"/>
                    </a:cubicBezTo>
                    <a:lnTo>
                      <a:pt x="813" y="342"/>
                    </a:lnTo>
                    <a:cubicBezTo>
                      <a:pt x="853" y="342"/>
                      <a:pt x="893" y="302"/>
                      <a:pt x="893" y="262"/>
                    </a:cubicBezTo>
                    <a:lnTo>
                      <a:pt x="893" y="81"/>
                    </a:lnTo>
                    <a:cubicBezTo>
                      <a:pt x="893"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54"/>
              <p:cNvSpPr/>
              <p:nvPr/>
            </p:nvSpPr>
            <p:spPr>
              <a:xfrm>
                <a:off x="1892882" y="3463611"/>
                <a:ext cx="25578" cy="9535"/>
              </a:xfrm>
              <a:custGeom>
                <a:avLst/>
                <a:gdLst/>
                <a:ahLst/>
                <a:cxnLst/>
                <a:rect l="l" t="t" r="r" b="b"/>
                <a:pathLst>
                  <a:path w="893" h="342" extrusionOk="0">
                    <a:moveTo>
                      <a:pt x="70" y="1"/>
                    </a:moveTo>
                    <a:cubicBezTo>
                      <a:pt x="30" y="1"/>
                      <a:pt x="0" y="41"/>
                      <a:pt x="0" y="81"/>
                    </a:cubicBezTo>
                    <a:lnTo>
                      <a:pt x="0" y="262"/>
                    </a:lnTo>
                    <a:cubicBezTo>
                      <a:pt x="0" y="302"/>
                      <a:pt x="30" y="342"/>
                      <a:pt x="70" y="342"/>
                    </a:cubicBezTo>
                    <a:lnTo>
                      <a:pt x="813" y="342"/>
                    </a:lnTo>
                    <a:cubicBezTo>
                      <a:pt x="853" y="342"/>
                      <a:pt x="893" y="302"/>
                      <a:pt x="893" y="262"/>
                    </a:cubicBezTo>
                    <a:lnTo>
                      <a:pt x="893" y="81"/>
                    </a:lnTo>
                    <a:cubicBezTo>
                      <a:pt x="893"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54"/>
              <p:cNvSpPr/>
              <p:nvPr/>
            </p:nvSpPr>
            <p:spPr>
              <a:xfrm>
                <a:off x="1863266" y="3463611"/>
                <a:ext cx="25320" cy="9535"/>
              </a:xfrm>
              <a:custGeom>
                <a:avLst/>
                <a:gdLst/>
                <a:ahLst/>
                <a:cxnLst/>
                <a:rect l="l" t="t" r="r" b="b"/>
                <a:pathLst>
                  <a:path w="884" h="342" extrusionOk="0">
                    <a:moveTo>
                      <a:pt x="71" y="1"/>
                    </a:moveTo>
                    <a:cubicBezTo>
                      <a:pt x="31" y="1"/>
                      <a:pt x="1" y="41"/>
                      <a:pt x="1" y="81"/>
                    </a:cubicBezTo>
                    <a:lnTo>
                      <a:pt x="1" y="262"/>
                    </a:lnTo>
                    <a:cubicBezTo>
                      <a:pt x="1" y="302"/>
                      <a:pt x="31" y="342"/>
                      <a:pt x="71" y="342"/>
                    </a:cubicBezTo>
                    <a:lnTo>
                      <a:pt x="813" y="342"/>
                    </a:lnTo>
                    <a:cubicBezTo>
                      <a:pt x="854" y="342"/>
                      <a:pt x="884" y="302"/>
                      <a:pt x="884" y="262"/>
                    </a:cubicBezTo>
                    <a:lnTo>
                      <a:pt x="884" y="81"/>
                    </a:lnTo>
                    <a:cubicBezTo>
                      <a:pt x="884" y="41"/>
                      <a:pt x="854"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54"/>
              <p:cNvSpPr/>
              <p:nvPr/>
            </p:nvSpPr>
            <p:spPr>
              <a:xfrm>
                <a:off x="1833678" y="3463611"/>
                <a:ext cx="25320" cy="9535"/>
              </a:xfrm>
              <a:custGeom>
                <a:avLst/>
                <a:gdLst/>
                <a:ahLst/>
                <a:cxnLst/>
                <a:rect l="l" t="t" r="r" b="b"/>
                <a:pathLst>
                  <a:path w="884" h="342" extrusionOk="0">
                    <a:moveTo>
                      <a:pt x="71" y="1"/>
                    </a:moveTo>
                    <a:cubicBezTo>
                      <a:pt x="31" y="1"/>
                      <a:pt x="1" y="41"/>
                      <a:pt x="1" y="81"/>
                    </a:cubicBezTo>
                    <a:lnTo>
                      <a:pt x="1" y="262"/>
                    </a:lnTo>
                    <a:cubicBezTo>
                      <a:pt x="1" y="302"/>
                      <a:pt x="31" y="342"/>
                      <a:pt x="71" y="342"/>
                    </a:cubicBezTo>
                    <a:lnTo>
                      <a:pt x="813" y="342"/>
                    </a:lnTo>
                    <a:cubicBezTo>
                      <a:pt x="853" y="342"/>
                      <a:pt x="884" y="302"/>
                      <a:pt x="884" y="262"/>
                    </a:cubicBezTo>
                    <a:lnTo>
                      <a:pt x="884" y="81"/>
                    </a:lnTo>
                    <a:cubicBezTo>
                      <a:pt x="884" y="4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54"/>
              <p:cNvSpPr/>
              <p:nvPr/>
            </p:nvSpPr>
            <p:spPr>
              <a:xfrm>
                <a:off x="2228143" y="3489623"/>
                <a:ext cx="25320" cy="9256"/>
              </a:xfrm>
              <a:custGeom>
                <a:avLst/>
                <a:gdLst/>
                <a:ahLst/>
                <a:cxnLst/>
                <a:rect l="l" t="t" r="r" b="b"/>
                <a:pathLst>
                  <a:path w="884" h="332" extrusionOk="0">
                    <a:moveTo>
                      <a:pt x="71" y="1"/>
                    </a:moveTo>
                    <a:cubicBezTo>
                      <a:pt x="31" y="1"/>
                      <a:pt x="1" y="31"/>
                      <a:pt x="1" y="71"/>
                    </a:cubicBezTo>
                    <a:lnTo>
                      <a:pt x="1" y="261"/>
                    </a:lnTo>
                    <a:cubicBezTo>
                      <a:pt x="1" y="301"/>
                      <a:pt x="31" y="332"/>
                      <a:pt x="71" y="332"/>
                    </a:cubicBezTo>
                    <a:lnTo>
                      <a:pt x="813" y="332"/>
                    </a:lnTo>
                    <a:cubicBezTo>
                      <a:pt x="853" y="332"/>
                      <a:pt x="883" y="301"/>
                      <a:pt x="883" y="261"/>
                    </a:cubicBezTo>
                    <a:lnTo>
                      <a:pt x="883" y="71"/>
                    </a:lnTo>
                    <a:cubicBezTo>
                      <a:pt x="88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54"/>
              <p:cNvSpPr/>
              <p:nvPr/>
            </p:nvSpPr>
            <p:spPr>
              <a:xfrm>
                <a:off x="2198268" y="3489623"/>
                <a:ext cx="25606" cy="9256"/>
              </a:xfrm>
              <a:custGeom>
                <a:avLst/>
                <a:gdLst/>
                <a:ahLst/>
                <a:cxnLst/>
                <a:rect l="l" t="t" r="r" b="b"/>
                <a:pathLst>
                  <a:path w="894" h="332" extrusionOk="0">
                    <a:moveTo>
                      <a:pt x="81" y="1"/>
                    </a:moveTo>
                    <a:cubicBezTo>
                      <a:pt x="41" y="1"/>
                      <a:pt x="1" y="31"/>
                      <a:pt x="1" y="71"/>
                    </a:cubicBezTo>
                    <a:lnTo>
                      <a:pt x="1" y="261"/>
                    </a:lnTo>
                    <a:cubicBezTo>
                      <a:pt x="1" y="301"/>
                      <a:pt x="41" y="332"/>
                      <a:pt x="81" y="332"/>
                    </a:cubicBezTo>
                    <a:lnTo>
                      <a:pt x="823" y="332"/>
                    </a:lnTo>
                    <a:cubicBezTo>
                      <a:pt x="863" y="332"/>
                      <a:pt x="893" y="301"/>
                      <a:pt x="893" y="261"/>
                    </a:cubicBezTo>
                    <a:lnTo>
                      <a:pt x="893" y="71"/>
                    </a:lnTo>
                    <a:cubicBezTo>
                      <a:pt x="893" y="3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54"/>
              <p:cNvSpPr/>
              <p:nvPr/>
            </p:nvSpPr>
            <p:spPr>
              <a:xfrm>
                <a:off x="2168681" y="3489623"/>
                <a:ext cx="25606" cy="9256"/>
              </a:xfrm>
              <a:custGeom>
                <a:avLst/>
                <a:gdLst/>
                <a:ahLst/>
                <a:cxnLst/>
                <a:rect l="l" t="t" r="r" b="b"/>
                <a:pathLst>
                  <a:path w="894" h="332" extrusionOk="0">
                    <a:moveTo>
                      <a:pt x="81" y="1"/>
                    </a:moveTo>
                    <a:cubicBezTo>
                      <a:pt x="41" y="1"/>
                      <a:pt x="0" y="31"/>
                      <a:pt x="0" y="71"/>
                    </a:cubicBezTo>
                    <a:lnTo>
                      <a:pt x="0" y="261"/>
                    </a:lnTo>
                    <a:cubicBezTo>
                      <a:pt x="0" y="301"/>
                      <a:pt x="41" y="332"/>
                      <a:pt x="81" y="332"/>
                    </a:cubicBezTo>
                    <a:lnTo>
                      <a:pt x="823" y="332"/>
                    </a:lnTo>
                    <a:cubicBezTo>
                      <a:pt x="863" y="332"/>
                      <a:pt x="893" y="301"/>
                      <a:pt x="893" y="261"/>
                    </a:cubicBezTo>
                    <a:lnTo>
                      <a:pt x="893" y="71"/>
                    </a:lnTo>
                    <a:cubicBezTo>
                      <a:pt x="893" y="3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54"/>
              <p:cNvSpPr/>
              <p:nvPr/>
            </p:nvSpPr>
            <p:spPr>
              <a:xfrm>
                <a:off x="2139093" y="3489623"/>
                <a:ext cx="25606" cy="9256"/>
              </a:xfrm>
              <a:custGeom>
                <a:avLst/>
                <a:gdLst/>
                <a:ahLst/>
                <a:cxnLst/>
                <a:rect l="l" t="t" r="r" b="b"/>
                <a:pathLst>
                  <a:path w="894" h="332" extrusionOk="0">
                    <a:moveTo>
                      <a:pt x="81" y="1"/>
                    </a:moveTo>
                    <a:cubicBezTo>
                      <a:pt x="30" y="1"/>
                      <a:pt x="0" y="31"/>
                      <a:pt x="0" y="71"/>
                    </a:cubicBezTo>
                    <a:lnTo>
                      <a:pt x="0" y="261"/>
                    </a:lnTo>
                    <a:cubicBezTo>
                      <a:pt x="0" y="301"/>
                      <a:pt x="30" y="332"/>
                      <a:pt x="81" y="332"/>
                    </a:cubicBezTo>
                    <a:lnTo>
                      <a:pt x="823" y="332"/>
                    </a:lnTo>
                    <a:cubicBezTo>
                      <a:pt x="863" y="332"/>
                      <a:pt x="893" y="301"/>
                      <a:pt x="893" y="261"/>
                    </a:cubicBezTo>
                    <a:lnTo>
                      <a:pt x="893" y="71"/>
                    </a:lnTo>
                    <a:cubicBezTo>
                      <a:pt x="893" y="3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54"/>
              <p:cNvSpPr/>
              <p:nvPr/>
            </p:nvSpPr>
            <p:spPr>
              <a:xfrm>
                <a:off x="2109505" y="3489623"/>
                <a:ext cx="25578" cy="9256"/>
              </a:xfrm>
              <a:custGeom>
                <a:avLst/>
                <a:gdLst/>
                <a:ahLst/>
                <a:cxnLst/>
                <a:rect l="l" t="t" r="r" b="b"/>
                <a:pathLst>
                  <a:path w="893" h="332" extrusionOk="0">
                    <a:moveTo>
                      <a:pt x="70" y="1"/>
                    </a:moveTo>
                    <a:cubicBezTo>
                      <a:pt x="30" y="1"/>
                      <a:pt x="0" y="31"/>
                      <a:pt x="0" y="71"/>
                    </a:cubicBezTo>
                    <a:lnTo>
                      <a:pt x="0" y="261"/>
                    </a:lnTo>
                    <a:cubicBezTo>
                      <a:pt x="0" y="301"/>
                      <a:pt x="30" y="332"/>
                      <a:pt x="70"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54"/>
              <p:cNvSpPr/>
              <p:nvPr/>
            </p:nvSpPr>
            <p:spPr>
              <a:xfrm>
                <a:off x="2079918" y="3489623"/>
                <a:ext cx="25578" cy="9256"/>
              </a:xfrm>
              <a:custGeom>
                <a:avLst/>
                <a:gdLst/>
                <a:ahLst/>
                <a:cxnLst/>
                <a:rect l="l" t="t" r="r" b="b"/>
                <a:pathLst>
                  <a:path w="893" h="332" extrusionOk="0">
                    <a:moveTo>
                      <a:pt x="70" y="1"/>
                    </a:moveTo>
                    <a:cubicBezTo>
                      <a:pt x="30" y="1"/>
                      <a:pt x="0" y="31"/>
                      <a:pt x="0" y="71"/>
                    </a:cubicBezTo>
                    <a:lnTo>
                      <a:pt x="0" y="261"/>
                    </a:lnTo>
                    <a:cubicBezTo>
                      <a:pt x="0" y="301"/>
                      <a:pt x="30" y="332"/>
                      <a:pt x="70" y="332"/>
                    </a:cubicBezTo>
                    <a:lnTo>
                      <a:pt x="812" y="332"/>
                    </a:lnTo>
                    <a:cubicBezTo>
                      <a:pt x="853" y="332"/>
                      <a:pt x="893" y="301"/>
                      <a:pt x="893" y="261"/>
                    </a:cubicBezTo>
                    <a:lnTo>
                      <a:pt x="893" y="71"/>
                    </a:lnTo>
                    <a:cubicBezTo>
                      <a:pt x="893" y="31"/>
                      <a:pt x="853" y="1"/>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54"/>
              <p:cNvSpPr/>
              <p:nvPr/>
            </p:nvSpPr>
            <p:spPr>
              <a:xfrm>
                <a:off x="2006364" y="3489623"/>
                <a:ext cx="25578" cy="9256"/>
              </a:xfrm>
              <a:custGeom>
                <a:avLst/>
                <a:gdLst/>
                <a:ahLst/>
                <a:cxnLst/>
                <a:rect l="l" t="t" r="r" b="b"/>
                <a:pathLst>
                  <a:path w="893" h="332" extrusionOk="0">
                    <a:moveTo>
                      <a:pt x="70" y="1"/>
                    </a:moveTo>
                    <a:cubicBezTo>
                      <a:pt x="30" y="1"/>
                      <a:pt x="0" y="31"/>
                      <a:pt x="0" y="71"/>
                    </a:cubicBezTo>
                    <a:lnTo>
                      <a:pt x="0" y="261"/>
                    </a:lnTo>
                    <a:cubicBezTo>
                      <a:pt x="0" y="301"/>
                      <a:pt x="30" y="332"/>
                      <a:pt x="70" y="332"/>
                    </a:cubicBezTo>
                    <a:lnTo>
                      <a:pt x="813" y="332"/>
                    </a:lnTo>
                    <a:cubicBezTo>
                      <a:pt x="863" y="332"/>
                      <a:pt x="893" y="301"/>
                      <a:pt x="893" y="261"/>
                    </a:cubicBezTo>
                    <a:lnTo>
                      <a:pt x="893" y="71"/>
                    </a:lnTo>
                    <a:cubicBezTo>
                      <a:pt x="893" y="31"/>
                      <a:pt x="86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54"/>
              <p:cNvSpPr/>
              <p:nvPr/>
            </p:nvSpPr>
            <p:spPr>
              <a:xfrm>
                <a:off x="1976776" y="3489623"/>
                <a:ext cx="25578" cy="9256"/>
              </a:xfrm>
              <a:custGeom>
                <a:avLst/>
                <a:gdLst/>
                <a:ahLst/>
                <a:cxnLst/>
                <a:rect l="l" t="t" r="r" b="b"/>
                <a:pathLst>
                  <a:path w="893" h="332" extrusionOk="0">
                    <a:moveTo>
                      <a:pt x="70" y="1"/>
                    </a:moveTo>
                    <a:cubicBezTo>
                      <a:pt x="30" y="1"/>
                      <a:pt x="0" y="31"/>
                      <a:pt x="0" y="71"/>
                    </a:cubicBezTo>
                    <a:lnTo>
                      <a:pt x="0" y="261"/>
                    </a:lnTo>
                    <a:cubicBezTo>
                      <a:pt x="0" y="301"/>
                      <a:pt x="30" y="332"/>
                      <a:pt x="70"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54"/>
              <p:cNvSpPr/>
              <p:nvPr/>
            </p:nvSpPr>
            <p:spPr>
              <a:xfrm>
                <a:off x="1947160" y="3489623"/>
                <a:ext cx="25606" cy="9256"/>
              </a:xfrm>
              <a:custGeom>
                <a:avLst/>
                <a:gdLst/>
                <a:ahLst/>
                <a:cxnLst/>
                <a:rect l="l" t="t" r="r" b="b"/>
                <a:pathLst>
                  <a:path w="894" h="332" extrusionOk="0">
                    <a:moveTo>
                      <a:pt x="71" y="1"/>
                    </a:moveTo>
                    <a:cubicBezTo>
                      <a:pt x="31" y="1"/>
                      <a:pt x="1" y="31"/>
                      <a:pt x="1" y="71"/>
                    </a:cubicBezTo>
                    <a:lnTo>
                      <a:pt x="1" y="261"/>
                    </a:lnTo>
                    <a:cubicBezTo>
                      <a:pt x="1" y="301"/>
                      <a:pt x="31" y="332"/>
                      <a:pt x="71" y="332"/>
                    </a:cubicBezTo>
                    <a:lnTo>
                      <a:pt x="813" y="332"/>
                    </a:lnTo>
                    <a:cubicBezTo>
                      <a:pt x="854" y="332"/>
                      <a:pt x="894" y="301"/>
                      <a:pt x="894" y="261"/>
                    </a:cubicBezTo>
                    <a:lnTo>
                      <a:pt x="894" y="71"/>
                    </a:lnTo>
                    <a:cubicBezTo>
                      <a:pt x="894" y="31"/>
                      <a:pt x="854"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54"/>
              <p:cNvSpPr/>
              <p:nvPr/>
            </p:nvSpPr>
            <p:spPr>
              <a:xfrm>
                <a:off x="1917572" y="3489623"/>
                <a:ext cx="25606" cy="9256"/>
              </a:xfrm>
              <a:custGeom>
                <a:avLst/>
                <a:gdLst/>
                <a:ahLst/>
                <a:cxnLst/>
                <a:rect l="l" t="t" r="r" b="b"/>
                <a:pathLst>
                  <a:path w="894" h="332" extrusionOk="0">
                    <a:moveTo>
                      <a:pt x="71" y="1"/>
                    </a:moveTo>
                    <a:cubicBezTo>
                      <a:pt x="31" y="1"/>
                      <a:pt x="1" y="31"/>
                      <a:pt x="1" y="71"/>
                    </a:cubicBezTo>
                    <a:lnTo>
                      <a:pt x="1" y="261"/>
                    </a:lnTo>
                    <a:cubicBezTo>
                      <a:pt x="1" y="301"/>
                      <a:pt x="31" y="332"/>
                      <a:pt x="71"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54"/>
              <p:cNvSpPr/>
              <p:nvPr/>
            </p:nvSpPr>
            <p:spPr>
              <a:xfrm>
                <a:off x="1887984" y="3489623"/>
                <a:ext cx="25606" cy="9256"/>
              </a:xfrm>
              <a:custGeom>
                <a:avLst/>
                <a:gdLst/>
                <a:ahLst/>
                <a:cxnLst/>
                <a:rect l="l" t="t" r="r" b="b"/>
                <a:pathLst>
                  <a:path w="894" h="332" extrusionOk="0">
                    <a:moveTo>
                      <a:pt x="71" y="1"/>
                    </a:moveTo>
                    <a:cubicBezTo>
                      <a:pt x="31" y="1"/>
                      <a:pt x="1" y="31"/>
                      <a:pt x="1" y="71"/>
                    </a:cubicBezTo>
                    <a:lnTo>
                      <a:pt x="1" y="261"/>
                    </a:lnTo>
                    <a:cubicBezTo>
                      <a:pt x="1" y="301"/>
                      <a:pt x="31" y="332"/>
                      <a:pt x="71"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54"/>
              <p:cNvSpPr/>
              <p:nvPr/>
            </p:nvSpPr>
            <p:spPr>
              <a:xfrm>
                <a:off x="1858397" y="3489623"/>
                <a:ext cx="25320" cy="9256"/>
              </a:xfrm>
              <a:custGeom>
                <a:avLst/>
                <a:gdLst/>
                <a:ahLst/>
                <a:cxnLst/>
                <a:rect l="l" t="t" r="r" b="b"/>
                <a:pathLst>
                  <a:path w="884" h="332" extrusionOk="0">
                    <a:moveTo>
                      <a:pt x="71" y="1"/>
                    </a:moveTo>
                    <a:cubicBezTo>
                      <a:pt x="31" y="1"/>
                      <a:pt x="0" y="31"/>
                      <a:pt x="0" y="71"/>
                    </a:cubicBezTo>
                    <a:lnTo>
                      <a:pt x="0" y="261"/>
                    </a:lnTo>
                    <a:cubicBezTo>
                      <a:pt x="0" y="301"/>
                      <a:pt x="31" y="332"/>
                      <a:pt x="71" y="332"/>
                    </a:cubicBezTo>
                    <a:lnTo>
                      <a:pt x="813" y="332"/>
                    </a:lnTo>
                    <a:cubicBezTo>
                      <a:pt x="853" y="332"/>
                      <a:pt x="883" y="301"/>
                      <a:pt x="883" y="261"/>
                    </a:cubicBezTo>
                    <a:lnTo>
                      <a:pt x="883" y="71"/>
                    </a:lnTo>
                    <a:cubicBezTo>
                      <a:pt x="88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54"/>
              <p:cNvSpPr/>
              <p:nvPr/>
            </p:nvSpPr>
            <p:spPr>
              <a:xfrm>
                <a:off x="1784843" y="3489623"/>
                <a:ext cx="25606" cy="9256"/>
              </a:xfrm>
              <a:custGeom>
                <a:avLst/>
                <a:gdLst/>
                <a:ahLst/>
                <a:cxnLst/>
                <a:rect l="l" t="t" r="r" b="b"/>
                <a:pathLst>
                  <a:path w="894" h="332" extrusionOk="0">
                    <a:moveTo>
                      <a:pt x="71" y="1"/>
                    </a:moveTo>
                    <a:cubicBezTo>
                      <a:pt x="31" y="1"/>
                      <a:pt x="1" y="31"/>
                      <a:pt x="1" y="71"/>
                    </a:cubicBezTo>
                    <a:lnTo>
                      <a:pt x="1" y="261"/>
                    </a:lnTo>
                    <a:cubicBezTo>
                      <a:pt x="1" y="301"/>
                      <a:pt x="31" y="332"/>
                      <a:pt x="71"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54"/>
              <p:cNvSpPr/>
              <p:nvPr/>
            </p:nvSpPr>
            <p:spPr>
              <a:xfrm>
                <a:off x="1755255" y="3489623"/>
                <a:ext cx="25320" cy="9256"/>
              </a:xfrm>
              <a:custGeom>
                <a:avLst/>
                <a:gdLst/>
                <a:ahLst/>
                <a:cxnLst/>
                <a:rect l="l" t="t" r="r" b="b"/>
                <a:pathLst>
                  <a:path w="884" h="332" extrusionOk="0">
                    <a:moveTo>
                      <a:pt x="71" y="1"/>
                    </a:moveTo>
                    <a:cubicBezTo>
                      <a:pt x="31" y="1"/>
                      <a:pt x="1" y="31"/>
                      <a:pt x="1" y="71"/>
                    </a:cubicBezTo>
                    <a:lnTo>
                      <a:pt x="1" y="261"/>
                    </a:lnTo>
                    <a:cubicBezTo>
                      <a:pt x="1" y="301"/>
                      <a:pt x="31" y="332"/>
                      <a:pt x="71" y="332"/>
                    </a:cubicBezTo>
                    <a:lnTo>
                      <a:pt x="813" y="332"/>
                    </a:lnTo>
                    <a:cubicBezTo>
                      <a:pt x="853" y="332"/>
                      <a:pt x="883" y="301"/>
                      <a:pt x="883" y="261"/>
                    </a:cubicBezTo>
                    <a:lnTo>
                      <a:pt x="883" y="71"/>
                    </a:lnTo>
                    <a:cubicBezTo>
                      <a:pt x="88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54"/>
              <p:cNvSpPr/>
              <p:nvPr/>
            </p:nvSpPr>
            <p:spPr>
              <a:xfrm>
                <a:off x="1725667" y="3489623"/>
                <a:ext cx="25320" cy="9256"/>
              </a:xfrm>
              <a:custGeom>
                <a:avLst/>
                <a:gdLst/>
                <a:ahLst/>
                <a:cxnLst/>
                <a:rect l="l" t="t" r="r" b="b"/>
                <a:pathLst>
                  <a:path w="884" h="332" extrusionOk="0">
                    <a:moveTo>
                      <a:pt x="71" y="1"/>
                    </a:moveTo>
                    <a:cubicBezTo>
                      <a:pt x="30" y="1"/>
                      <a:pt x="0" y="31"/>
                      <a:pt x="0" y="71"/>
                    </a:cubicBezTo>
                    <a:lnTo>
                      <a:pt x="0" y="261"/>
                    </a:lnTo>
                    <a:cubicBezTo>
                      <a:pt x="0" y="301"/>
                      <a:pt x="30" y="332"/>
                      <a:pt x="71" y="332"/>
                    </a:cubicBezTo>
                    <a:lnTo>
                      <a:pt x="813" y="332"/>
                    </a:lnTo>
                    <a:cubicBezTo>
                      <a:pt x="853" y="332"/>
                      <a:pt x="883" y="301"/>
                      <a:pt x="883" y="261"/>
                    </a:cubicBezTo>
                    <a:lnTo>
                      <a:pt x="883" y="71"/>
                    </a:lnTo>
                    <a:cubicBezTo>
                      <a:pt x="88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54"/>
              <p:cNvSpPr/>
              <p:nvPr/>
            </p:nvSpPr>
            <p:spPr>
              <a:xfrm>
                <a:off x="1695793" y="3489623"/>
                <a:ext cx="25578" cy="9256"/>
              </a:xfrm>
              <a:custGeom>
                <a:avLst/>
                <a:gdLst/>
                <a:ahLst/>
                <a:cxnLst/>
                <a:rect l="l" t="t" r="r" b="b"/>
                <a:pathLst>
                  <a:path w="893" h="332" extrusionOk="0">
                    <a:moveTo>
                      <a:pt x="80" y="1"/>
                    </a:moveTo>
                    <a:cubicBezTo>
                      <a:pt x="40" y="1"/>
                      <a:pt x="0" y="31"/>
                      <a:pt x="0" y="71"/>
                    </a:cubicBezTo>
                    <a:lnTo>
                      <a:pt x="0" y="261"/>
                    </a:lnTo>
                    <a:cubicBezTo>
                      <a:pt x="0" y="301"/>
                      <a:pt x="40" y="332"/>
                      <a:pt x="80" y="332"/>
                    </a:cubicBezTo>
                    <a:lnTo>
                      <a:pt x="823" y="332"/>
                    </a:lnTo>
                    <a:cubicBezTo>
                      <a:pt x="863" y="332"/>
                      <a:pt x="893" y="301"/>
                      <a:pt x="893" y="261"/>
                    </a:cubicBezTo>
                    <a:lnTo>
                      <a:pt x="893" y="71"/>
                    </a:lnTo>
                    <a:cubicBezTo>
                      <a:pt x="893" y="3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54"/>
              <p:cNvSpPr/>
              <p:nvPr/>
            </p:nvSpPr>
            <p:spPr>
              <a:xfrm>
                <a:off x="1666205" y="3489623"/>
                <a:ext cx="25578" cy="9256"/>
              </a:xfrm>
              <a:custGeom>
                <a:avLst/>
                <a:gdLst/>
                <a:ahLst/>
                <a:cxnLst/>
                <a:rect l="l" t="t" r="r" b="b"/>
                <a:pathLst>
                  <a:path w="893" h="332" extrusionOk="0">
                    <a:moveTo>
                      <a:pt x="80" y="1"/>
                    </a:moveTo>
                    <a:cubicBezTo>
                      <a:pt x="40" y="1"/>
                      <a:pt x="0" y="31"/>
                      <a:pt x="0" y="71"/>
                    </a:cubicBezTo>
                    <a:lnTo>
                      <a:pt x="0" y="261"/>
                    </a:lnTo>
                    <a:cubicBezTo>
                      <a:pt x="0" y="301"/>
                      <a:pt x="40" y="332"/>
                      <a:pt x="80" y="332"/>
                    </a:cubicBezTo>
                    <a:lnTo>
                      <a:pt x="823" y="332"/>
                    </a:lnTo>
                    <a:cubicBezTo>
                      <a:pt x="863" y="332"/>
                      <a:pt x="893" y="301"/>
                      <a:pt x="893" y="261"/>
                    </a:cubicBezTo>
                    <a:lnTo>
                      <a:pt x="893" y="71"/>
                    </a:lnTo>
                    <a:cubicBezTo>
                      <a:pt x="893" y="3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54"/>
              <p:cNvSpPr/>
              <p:nvPr/>
            </p:nvSpPr>
            <p:spPr>
              <a:xfrm>
                <a:off x="1636589" y="3489623"/>
                <a:ext cx="25606" cy="9256"/>
              </a:xfrm>
              <a:custGeom>
                <a:avLst/>
                <a:gdLst/>
                <a:ahLst/>
                <a:cxnLst/>
                <a:rect l="l" t="t" r="r" b="b"/>
                <a:pathLst>
                  <a:path w="894" h="332" extrusionOk="0">
                    <a:moveTo>
                      <a:pt x="81" y="1"/>
                    </a:moveTo>
                    <a:cubicBezTo>
                      <a:pt x="41" y="1"/>
                      <a:pt x="1" y="31"/>
                      <a:pt x="1" y="71"/>
                    </a:cubicBezTo>
                    <a:lnTo>
                      <a:pt x="1" y="261"/>
                    </a:lnTo>
                    <a:cubicBezTo>
                      <a:pt x="1" y="301"/>
                      <a:pt x="41" y="332"/>
                      <a:pt x="81" y="332"/>
                    </a:cubicBezTo>
                    <a:lnTo>
                      <a:pt x="823" y="332"/>
                    </a:lnTo>
                    <a:cubicBezTo>
                      <a:pt x="864" y="332"/>
                      <a:pt x="894" y="301"/>
                      <a:pt x="894" y="261"/>
                    </a:cubicBezTo>
                    <a:lnTo>
                      <a:pt x="894" y="71"/>
                    </a:lnTo>
                    <a:cubicBezTo>
                      <a:pt x="894" y="31"/>
                      <a:pt x="864"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54"/>
              <p:cNvSpPr/>
              <p:nvPr/>
            </p:nvSpPr>
            <p:spPr>
              <a:xfrm>
                <a:off x="1086710" y="3510310"/>
                <a:ext cx="1680455" cy="82804"/>
              </a:xfrm>
              <a:custGeom>
                <a:avLst/>
                <a:gdLst/>
                <a:ahLst/>
                <a:cxnLst/>
                <a:rect l="l" t="t" r="r" b="b"/>
                <a:pathLst>
                  <a:path w="58670" h="2970" extrusionOk="0">
                    <a:moveTo>
                      <a:pt x="0" y="1"/>
                    </a:moveTo>
                    <a:lnTo>
                      <a:pt x="0" y="1"/>
                    </a:lnTo>
                    <a:cubicBezTo>
                      <a:pt x="1294" y="1666"/>
                      <a:pt x="13622" y="2970"/>
                      <a:pt x="15317" y="2970"/>
                    </a:cubicBezTo>
                    <a:lnTo>
                      <a:pt x="55499" y="2970"/>
                    </a:lnTo>
                    <a:cubicBezTo>
                      <a:pt x="57014" y="2960"/>
                      <a:pt x="58328" y="1917"/>
                      <a:pt x="58669" y="442"/>
                    </a:cubicBezTo>
                    <a:lnTo>
                      <a:pt x="58669" y="442"/>
                    </a:lnTo>
                    <a:cubicBezTo>
                      <a:pt x="57986" y="1106"/>
                      <a:pt x="57078" y="1486"/>
                      <a:pt x="56119" y="1486"/>
                    </a:cubicBezTo>
                    <a:cubicBezTo>
                      <a:pt x="56106" y="1486"/>
                      <a:pt x="56094" y="1485"/>
                      <a:pt x="56081" y="1485"/>
                    </a:cubicBezTo>
                    <a:lnTo>
                      <a:pt x="12127" y="1485"/>
                    </a:lnTo>
                    <a:cubicBezTo>
                      <a:pt x="10904" y="1485"/>
                      <a:pt x="4544" y="894"/>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54"/>
              <p:cNvSpPr/>
              <p:nvPr/>
            </p:nvSpPr>
            <p:spPr>
              <a:xfrm>
                <a:off x="1573977" y="3489623"/>
                <a:ext cx="25578" cy="9256"/>
              </a:xfrm>
              <a:custGeom>
                <a:avLst/>
                <a:gdLst/>
                <a:ahLst/>
                <a:cxnLst/>
                <a:rect l="l" t="t" r="r" b="b"/>
                <a:pathLst>
                  <a:path w="893" h="332" extrusionOk="0">
                    <a:moveTo>
                      <a:pt x="70" y="1"/>
                    </a:moveTo>
                    <a:cubicBezTo>
                      <a:pt x="30" y="1"/>
                      <a:pt x="0" y="31"/>
                      <a:pt x="0" y="71"/>
                    </a:cubicBezTo>
                    <a:lnTo>
                      <a:pt x="0" y="261"/>
                    </a:lnTo>
                    <a:cubicBezTo>
                      <a:pt x="0" y="301"/>
                      <a:pt x="30" y="332"/>
                      <a:pt x="70"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54"/>
              <p:cNvSpPr/>
              <p:nvPr/>
            </p:nvSpPr>
            <p:spPr>
              <a:xfrm>
                <a:off x="1544389" y="3489623"/>
                <a:ext cx="25578" cy="9256"/>
              </a:xfrm>
              <a:custGeom>
                <a:avLst/>
                <a:gdLst/>
                <a:ahLst/>
                <a:cxnLst/>
                <a:rect l="l" t="t" r="r" b="b"/>
                <a:pathLst>
                  <a:path w="893" h="332" extrusionOk="0">
                    <a:moveTo>
                      <a:pt x="70" y="1"/>
                    </a:moveTo>
                    <a:cubicBezTo>
                      <a:pt x="30" y="1"/>
                      <a:pt x="0" y="31"/>
                      <a:pt x="0" y="71"/>
                    </a:cubicBezTo>
                    <a:lnTo>
                      <a:pt x="0" y="261"/>
                    </a:lnTo>
                    <a:cubicBezTo>
                      <a:pt x="0" y="301"/>
                      <a:pt x="30" y="332"/>
                      <a:pt x="70"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54"/>
              <p:cNvSpPr/>
              <p:nvPr/>
            </p:nvSpPr>
            <p:spPr>
              <a:xfrm>
                <a:off x="1514773" y="3489623"/>
                <a:ext cx="25606" cy="9256"/>
              </a:xfrm>
              <a:custGeom>
                <a:avLst/>
                <a:gdLst/>
                <a:ahLst/>
                <a:cxnLst/>
                <a:rect l="l" t="t" r="r" b="b"/>
                <a:pathLst>
                  <a:path w="894" h="332" extrusionOk="0">
                    <a:moveTo>
                      <a:pt x="71" y="1"/>
                    </a:moveTo>
                    <a:cubicBezTo>
                      <a:pt x="31" y="1"/>
                      <a:pt x="1" y="31"/>
                      <a:pt x="1" y="71"/>
                    </a:cubicBezTo>
                    <a:lnTo>
                      <a:pt x="1" y="261"/>
                    </a:lnTo>
                    <a:cubicBezTo>
                      <a:pt x="1" y="301"/>
                      <a:pt x="31" y="332"/>
                      <a:pt x="71" y="332"/>
                    </a:cubicBezTo>
                    <a:lnTo>
                      <a:pt x="813" y="332"/>
                    </a:lnTo>
                    <a:cubicBezTo>
                      <a:pt x="854" y="332"/>
                      <a:pt x="894" y="301"/>
                      <a:pt x="894" y="261"/>
                    </a:cubicBezTo>
                    <a:lnTo>
                      <a:pt x="894" y="71"/>
                    </a:lnTo>
                    <a:cubicBezTo>
                      <a:pt x="894" y="31"/>
                      <a:pt x="854"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54"/>
              <p:cNvSpPr/>
              <p:nvPr/>
            </p:nvSpPr>
            <p:spPr>
              <a:xfrm>
                <a:off x="1485185" y="3489623"/>
                <a:ext cx="25320" cy="9256"/>
              </a:xfrm>
              <a:custGeom>
                <a:avLst/>
                <a:gdLst/>
                <a:ahLst/>
                <a:cxnLst/>
                <a:rect l="l" t="t" r="r" b="b"/>
                <a:pathLst>
                  <a:path w="884" h="332" extrusionOk="0">
                    <a:moveTo>
                      <a:pt x="71" y="1"/>
                    </a:moveTo>
                    <a:cubicBezTo>
                      <a:pt x="31" y="1"/>
                      <a:pt x="1" y="31"/>
                      <a:pt x="1" y="71"/>
                    </a:cubicBezTo>
                    <a:lnTo>
                      <a:pt x="1" y="261"/>
                    </a:lnTo>
                    <a:cubicBezTo>
                      <a:pt x="1" y="301"/>
                      <a:pt x="31" y="332"/>
                      <a:pt x="71" y="332"/>
                    </a:cubicBezTo>
                    <a:lnTo>
                      <a:pt x="813" y="332"/>
                    </a:lnTo>
                    <a:cubicBezTo>
                      <a:pt x="853" y="332"/>
                      <a:pt x="883" y="301"/>
                      <a:pt x="883" y="261"/>
                    </a:cubicBezTo>
                    <a:lnTo>
                      <a:pt x="883" y="71"/>
                    </a:lnTo>
                    <a:cubicBezTo>
                      <a:pt x="88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54"/>
              <p:cNvSpPr/>
              <p:nvPr/>
            </p:nvSpPr>
            <p:spPr>
              <a:xfrm>
                <a:off x="1455597" y="3489623"/>
                <a:ext cx="25320" cy="9256"/>
              </a:xfrm>
              <a:custGeom>
                <a:avLst/>
                <a:gdLst/>
                <a:ahLst/>
                <a:cxnLst/>
                <a:rect l="l" t="t" r="r" b="b"/>
                <a:pathLst>
                  <a:path w="884" h="332" extrusionOk="0">
                    <a:moveTo>
                      <a:pt x="71" y="1"/>
                    </a:moveTo>
                    <a:cubicBezTo>
                      <a:pt x="31" y="1"/>
                      <a:pt x="1" y="31"/>
                      <a:pt x="1" y="71"/>
                    </a:cubicBezTo>
                    <a:lnTo>
                      <a:pt x="1" y="261"/>
                    </a:lnTo>
                    <a:cubicBezTo>
                      <a:pt x="1" y="301"/>
                      <a:pt x="31" y="332"/>
                      <a:pt x="71" y="332"/>
                    </a:cubicBezTo>
                    <a:lnTo>
                      <a:pt x="813" y="332"/>
                    </a:lnTo>
                    <a:cubicBezTo>
                      <a:pt x="853" y="332"/>
                      <a:pt x="883" y="301"/>
                      <a:pt x="883" y="261"/>
                    </a:cubicBezTo>
                    <a:lnTo>
                      <a:pt x="883" y="71"/>
                    </a:lnTo>
                    <a:cubicBezTo>
                      <a:pt x="88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54"/>
              <p:cNvSpPr/>
              <p:nvPr/>
            </p:nvSpPr>
            <p:spPr>
              <a:xfrm>
                <a:off x="1425723" y="3489623"/>
                <a:ext cx="25606" cy="9256"/>
              </a:xfrm>
              <a:custGeom>
                <a:avLst/>
                <a:gdLst/>
                <a:ahLst/>
                <a:cxnLst/>
                <a:rect l="l" t="t" r="r" b="b"/>
                <a:pathLst>
                  <a:path w="894" h="332" extrusionOk="0">
                    <a:moveTo>
                      <a:pt x="81" y="1"/>
                    </a:moveTo>
                    <a:cubicBezTo>
                      <a:pt x="41" y="1"/>
                      <a:pt x="0" y="31"/>
                      <a:pt x="0" y="71"/>
                    </a:cubicBezTo>
                    <a:lnTo>
                      <a:pt x="0" y="261"/>
                    </a:lnTo>
                    <a:cubicBezTo>
                      <a:pt x="0" y="301"/>
                      <a:pt x="41" y="332"/>
                      <a:pt x="81" y="332"/>
                    </a:cubicBezTo>
                    <a:lnTo>
                      <a:pt x="823" y="332"/>
                    </a:lnTo>
                    <a:cubicBezTo>
                      <a:pt x="863" y="332"/>
                      <a:pt x="893" y="301"/>
                      <a:pt x="893" y="261"/>
                    </a:cubicBezTo>
                    <a:lnTo>
                      <a:pt x="893" y="71"/>
                    </a:lnTo>
                    <a:cubicBezTo>
                      <a:pt x="893" y="3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54"/>
              <p:cNvSpPr/>
              <p:nvPr/>
            </p:nvSpPr>
            <p:spPr>
              <a:xfrm>
                <a:off x="1356494" y="3489623"/>
                <a:ext cx="25578" cy="9256"/>
              </a:xfrm>
              <a:custGeom>
                <a:avLst/>
                <a:gdLst/>
                <a:ahLst/>
                <a:cxnLst/>
                <a:rect l="l" t="t" r="r" b="b"/>
                <a:pathLst>
                  <a:path w="893" h="332" extrusionOk="0">
                    <a:moveTo>
                      <a:pt x="80" y="1"/>
                    </a:moveTo>
                    <a:cubicBezTo>
                      <a:pt x="40" y="1"/>
                      <a:pt x="0" y="31"/>
                      <a:pt x="0" y="71"/>
                    </a:cubicBezTo>
                    <a:lnTo>
                      <a:pt x="0" y="261"/>
                    </a:lnTo>
                    <a:cubicBezTo>
                      <a:pt x="0" y="301"/>
                      <a:pt x="40" y="332"/>
                      <a:pt x="80" y="332"/>
                    </a:cubicBezTo>
                    <a:lnTo>
                      <a:pt x="823" y="332"/>
                    </a:lnTo>
                    <a:cubicBezTo>
                      <a:pt x="863" y="332"/>
                      <a:pt x="893" y="301"/>
                      <a:pt x="893" y="261"/>
                    </a:cubicBezTo>
                    <a:lnTo>
                      <a:pt x="893" y="71"/>
                    </a:lnTo>
                    <a:cubicBezTo>
                      <a:pt x="893" y="31"/>
                      <a:pt x="863"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54"/>
              <p:cNvSpPr/>
              <p:nvPr/>
            </p:nvSpPr>
            <p:spPr>
              <a:xfrm>
                <a:off x="1326878" y="3489623"/>
                <a:ext cx="25606" cy="9256"/>
              </a:xfrm>
              <a:custGeom>
                <a:avLst/>
                <a:gdLst/>
                <a:ahLst/>
                <a:cxnLst/>
                <a:rect l="l" t="t" r="r" b="b"/>
                <a:pathLst>
                  <a:path w="894" h="332" extrusionOk="0">
                    <a:moveTo>
                      <a:pt x="81" y="1"/>
                    </a:moveTo>
                    <a:cubicBezTo>
                      <a:pt x="31" y="1"/>
                      <a:pt x="1" y="31"/>
                      <a:pt x="1" y="71"/>
                    </a:cubicBezTo>
                    <a:lnTo>
                      <a:pt x="1" y="261"/>
                    </a:lnTo>
                    <a:cubicBezTo>
                      <a:pt x="1" y="301"/>
                      <a:pt x="31" y="332"/>
                      <a:pt x="81" y="332"/>
                    </a:cubicBezTo>
                    <a:lnTo>
                      <a:pt x="823" y="332"/>
                    </a:lnTo>
                    <a:cubicBezTo>
                      <a:pt x="864" y="332"/>
                      <a:pt x="894" y="301"/>
                      <a:pt x="894" y="261"/>
                    </a:cubicBezTo>
                    <a:lnTo>
                      <a:pt x="894" y="71"/>
                    </a:lnTo>
                    <a:cubicBezTo>
                      <a:pt x="894" y="31"/>
                      <a:pt x="864" y="1"/>
                      <a:pt x="8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54"/>
              <p:cNvSpPr/>
              <p:nvPr/>
            </p:nvSpPr>
            <p:spPr>
              <a:xfrm>
                <a:off x="1297290" y="3489623"/>
                <a:ext cx="25606" cy="9256"/>
              </a:xfrm>
              <a:custGeom>
                <a:avLst/>
                <a:gdLst/>
                <a:ahLst/>
                <a:cxnLst/>
                <a:rect l="l" t="t" r="r" b="b"/>
                <a:pathLst>
                  <a:path w="894" h="332" extrusionOk="0">
                    <a:moveTo>
                      <a:pt x="71" y="1"/>
                    </a:moveTo>
                    <a:cubicBezTo>
                      <a:pt x="31" y="1"/>
                      <a:pt x="1" y="31"/>
                      <a:pt x="1" y="71"/>
                    </a:cubicBezTo>
                    <a:lnTo>
                      <a:pt x="1" y="261"/>
                    </a:lnTo>
                    <a:cubicBezTo>
                      <a:pt x="1" y="301"/>
                      <a:pt x="31" y="332"/>
                      <a:pt x="71" y="332"/>
                    </a:cubicBezTo>
                    <a:lnTo>
                      <a:pt x="813" y="332"/>
                    </a:lnTo>
                    <a:cubicBezTo>
                      <a:pt x="863" y="332"/>
                      <a:pt x="894" y="301"/>
                      <a:pt x="894" y="261"/>
                    </a:cubicBezTo>
                    <a:lnTo>
                      <a:pt x="894" y="71"/>
                    </a:lnTo>
                    <a:cubicBezTo>
                      <a:pt x="894" y="31"/>
                      <a:pt x="86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54"/>
              <p:cNvSpPr/>
              <p:nvPr/>
            </p:nvSpPr>
            <p:spPr>
              <a:xfrm>
                <a:off x="1267702" y="3489623"/>
                <a:ext cx="25606" cy="9256"/>
              </a:xfrm>
              <a:custGeom>
                <a:avLst/>
                <a:gdLst/>
                <a:ahLst/>
                <a:cxnLst/>
                <a:rect l="l" t="t" r="r" b="b"/>
                <a:pathLst>
                  <a:path w="894" h="332" extrusionOk="0">
                    <a:moveTo>
                      <a:pt x="71" y="1"/>
                    </a:moveTo>
                    <a:cubicBezTo>
                      <a:pt x="31" y="1"/>
                      <a:pt x="1" y="31"/>
                      <a:pt x="1" y="71"/>
                    </a:cubicBezTo>
                    <a:lnTo>
                      <a:pt x="1" y="261"/>
                    </a:lnTo>
                    <a:cubicBezTo>
                      <a:pt x="1" y="301"/>
                      <a:pt x="31" y="332"/>
                      <a:pt x="71"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54"/>
              <p:cNvSpPr/>
              <p:nvPr/>
            </p:nvSpPr>
            <p:spPr>
              <a:xfrm>
                <a:off x="1238115" y="3489623"/>
                <a:ext cx="25606" cy="9256"/>
              </a:xfrm>
              <a:custGeom>
                <a:avLst/>
                <a:gdLst/>
                <a:ahLst/>
                <a:cxnLst/>
                <a:rect l="l" t="t" r="r" b="b"/>
                <a:pathLst>
                  <a:path w="894" h="332" extrusionOk="0">
                    <a:moveTo>
                      <a:pt x="71" y="1"/>
                    </a:moveTo>
                    <a:cubicBezTo>
                      <a:pt x="31" y="1"/>
                      <a:pt x="1" y="31"/>
                      <a:pt x="1" y="71"/>
                    </a:cubicBezTo>
                    <a:lnTo>
                      <a:pt x="1" y="261"/>
                    </a:lnTo>
                    <a:cubicBezTo>
                      <a:pt x="1" y="301"/>
                      <a:pt x="31" y="332"/>
                      <a:pt x="71" y="332"/>
                    </a:cubicBezTo>
                    <a:lnTo>
                      <a:pt x="813" y="332"/>
                    </a:lnTo>
                    <a:cubicBezTo>
                      <a:pt x="853" y="332"/>
                      <a:pt x="893" y="301"/>
                      <a:pt x="893" y="261"/>
                    </a:cubicBezTo>
                    <a:lnTo>
                      <a:pt x="893" y="71"/>
                    </a:lnTo>
                    <a:cubicBezTo>
                      <a:pt x="89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54"/>
              <p:cNvSpPr/>
              <p:nvPr/>
            </p:nvSpPr>
            <p:spPr>
              <a:xfrm>
                <a:off x="1208527" y="3489623"/>
                <a:ext cx="25320" cy="9256"/>
              </a:xfrm>
              <a:custGeom>
                <a:avLst/>
                <a:gdLst/>
                <a:ahLst/>
                <a:cxnLst/>
                <a:rect l="l" t="t" r="r" b="b"/>
                <a:pathLst>
                  <a:path w="884" h="332" extrusionOk="0">
                    <a:moveTo>
                      <a:pt x="71" y="1"/>
                    </a:moveTo>
                    <a:cubicBezTo>
                      <a:pt x="30" y="1"/>
                      <a:pt x="0" y="31"/>
                      <a:pt x="0" y="71"/>
                    </a:cubicBezTo>
                    <a:lnTo>
                      <a:pt x="0" y="261"/>
                    </a:lnTo>
                    <a:cubicBezTo>
                      <a:pt x="0" y="301"/>
                      <a:pt x="30" y="332"/>
                      <a:pt x="71" y="332"/>
                    </a:cubicBezTo>
                    <a:lnTo>
                      <a:pt x="813" y="332"/>
                    </a:lnTo>
                    <a:cubicBezTo>
                      <a:pt x="853" y="332"/>
                      <a:pt x="883" y="301"/>
                      <a:pt x="883" y="261"/>
                    </a:cubicBezTo>
                    <a:lnTo>
                      <a:pt x="883" y="71"/>
                    </a:lnTo>
                    <a:cubicBezTo>
                      <a:pt x="883" y="31"/>
                      <a:pt x="853" y="1"/>
                      <a:pt x="81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54"/>
              <p:cNvSpPr/>
              <p:nvPr/>
            </p:nvSpPr>
            <p:spPr>
              <a:xfrm>
                <a:off x="986147" y="3492411"/>
                <a:ext cx="183913" cy="23531"/>
              </a:xfrm>
              <a:custGeom>
                <a:avLst/>
                <a:gdLst/>
                <a:ahLst/>
                <a:cxnLst/>
                <a:rect l="l" t="t" r="r" b="b"/>
                <a:pathLst>
                  <a:path w="6421" h="844" extrusionOk="0">
                    <a:moveTo>
                      <a:pt x="1826" y="1"/>
                    </a:moveTo>
                    <a:cubicBezTo>
                      <a:pt x="1596" y="1"/>
                      <a:pt x="1" y="181"/>
                      <a:pt x="1" y="422"/>
                    </a:cubicBezTo>
                    <a:cubicBezTo>
                      <a:pt x="1" y="653"/>
                      <a:pt x="1596" y="843"/>
                      <a:pt x="1826" y="843"/>
                    </a:cubicBezTo>
                    <a:lnTo>
                      <a:pt x="6420" y="843"/>
                    </a:lnTo>
                    <a:lnTo>
                      <a:pt x="642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54"/>
              <p:cNvSpPr/>
              <p:nvPr/>
            </p:nvSpPr>
            <p:spPr>
              <a:xfrm>
                <a:off x="1514773" y="3414961"/>
                <a:ext cx="46286" cy="7583"/>
              </a:xfrm>
              <a:custGeom>
                <a:avLst/>
                <a:gdLst/>
                <a:ahLst/>
                <a:cxnLst/>
                <a:rect l="l" t="t" r="r" b="b"/>
                <a:pathLst>
                  <a:path w="1616" h="272" extrusionOk="0">
                    <a:moveTo>
                      <a:pt x="111" y="0"/>
                    </a:moveTo>
                    <a:cubicBezTo>
                      <a:pt x="51" y="0"/>
                      <a:pt x="1" y="51"/>
                      <a:pt x="1" y="111"/>
                    </a:cubicBezTo>
                    <a:lnTo>
                      <a:pt x="1" y="161"/>
                    </a:lnTo>
                    <a:cubicBezTo>
                      <a:pt x="1" y="231"/>
                      <a:pt x="51" y="271"/>
                      <a:pt x="111" y="271"/>
                    </a:cubicBezTo>
                    <a:lnTo>
                      <a:pt x="1506" y="271"/>
                    </a:lnTo>
                    <a:cubicBezTo>
                      <a:pt x="1566" y="271"/>
                      <a:pt x="1616" y="231"/>
                      <a:pt x="1616" y="161"/>
                    </a:cubicBezTo>
                    <a:lnTo>
                      <a:pt x="1616" y="111"/>
                    </a:lnTo>
                    <a:cubicBezTo>
                      <a:pt x="1616" y="51"/>
                      <a:pt x="1566" y="0"/>
                      <a:pt x="15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54"/>
              <p:cNvSpPr/>
              <p:nvPr/>
            </p:nvSpPr>
            <p:spPr>
              <a:xfrm>
                <a:off x="1494379" y="3415239"/>
                <a:ext cx="17844" cy="7583"/>
              </a:xfrm>
              <a:custGeom>
                <a:avLst/>
                <a:gdLst/>
                <a:ahLst/>
                <a:cxnLst/>
                <a:rect l="l" t="t" r="r" b="b"/>
                <a:pathLst>
                  <a:path w="623" h="272" extrusionOk="0">
                    <a:moveTo>
                      <a:pt x="111" y="0"/>
                    </a:moveTo>
                    <a:cubicBezTo>
                      <a:pt x="51" y="0"/>
                      <a:pt x="1" y="51"/>
                      <a:pt x="1" y="111"/>
                    </a:cubicBezTo>
                    <a:lnTo>
                      <a:pt x="1" y="161"/>
                    </a:lnTo>
                    <a:cubicBezTo>
                      <a:pt x="1" y="221"/>
                      <a:pt x="51" y="271"/>
                      <a:pt x="111" y="271"/>
                    </a:cubicBezTo>
                    <a:lnTo>
                      <a:pt x="512" y="271"/>
                    </a:lnTo>
                    <a:cubicBezTo>
                      <a:pt x="573" y="271"/>
                      <a:pt x="623" y="221"/>
                      <a:pt x="623" y="161"/>
                    </a:cubicBezTo>
                    <a:lnTo>
                      <a:pt x="623" y="111"/>
                    </a:lnTo>
                    <a:cubicBezTo>
                      <a:pt x="623" y="51"/>
                      <a:pt x="573" y="0"/>
                      <a:pt x="5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54"/>
              <p:cNvSpPr/>
              <p:nvPr/>
            </p:nvSpPr>
            <p:spPr>
              <a:xfrm>
                <a:off x="1979067" y="3414961"/>
                <a:ext cx="46286" cy="7583"/>
              </a:xfrm>
              <a:custGeom>
                <a:avLst/>
                <a:gdLst/>
                <a:ahLst/>
                <a:cxnLst/>
                <a:rect l="l" t="t" r="r" b="b"/>
                <a:pathLst>
                  <a:path w="1616" h="272" extrusionOk="0">
                    <a:moveTo>
                      <a:pt x="111" y="0"/>
                    </a:moveTo>
                    <a:cubicBezTo>
                      <a:pt x="50" y="0"/>
                      <a:pt x="0" y="51"/>
                      <a:pt x="0" y="111"/>
                    </a:cubicBezTo>
                    <a:lnTo>
                      <a:pt x="0" y="161"/>
                    </a:lnTo>
                    <a:cubicBezTo>
                      <a:pt x="0" y="231"/>
                      <a:pt x="50" y="271"/>
                      <a:pt x="111" y="271"/>
                    </a:cubicBezTo>
                    <a:lnTo>
                      <a:pt x="1505" y="271"/>
                    </a:lnTo>
                    <a:cubicBezTo>
                      <a:pt x="1565" y="271"/>
                      <a:pt x="1615" y="231"/>
                      <a:pt x="1615" y="161"/>
                    </a:cubicBezTo>
                    <a:lnTo>
                      <a:pt x="1615" y="111"/>
                    </a:lnTo>
                    <a:cubicBezTo>
                      <a:pt x="1615" y="51"/>
                      <a:pt x="1565" y="0"/>
                      <a:pt x="15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54"/>
              <p:cNvSpPr/>
              <p:nvPr/>
            </p:nvSpPr>
            <p:spPr>
              <a:xfrm>
                <a:off x="1958674" y="3415239"/>
                <a:ext cx="17844" cy="7583"/>
              </a:xfrm>
              <a:custGeom>
                <a:avLst/>
                <a:gdLst/>
                <a:ahLst/>
                <a:cxnLst/>
                <a:rect l="l" t="t" r="r" b="b"/>
                <a:pathLst>
                  <a:path w="623" h="272" extrusionOk="0">
                    <a:moveTo>
                      <a:pt x="100" y="0"/>
                    </a:moveTo>
                    <a:cubicBezTo>
                      <a:pt x="40" y="0"/>
                      <a:pt x="0" y="51"/>
                      <a:pt x="0" y="111"/>
                    </a:cubicBezTo>
                    <a:lnTo>
                      <a:pt x="0" y="161"/>
                    </a:lnTo>
                    <a:cubicBezTo>
                      <a:pt x="0" y="221"/>
                      <a:pt x="40" y="271"/>
                      <a:pt x="100" y="271"/>
                    </a:cubicBezTo>
                    <a:lnTo>
                      <a:pt x="512" y="271"/>
                    </a:lnTo>
                    <a:cubicBezTo>
                      <a:pt x="572" y="271"/>
                      <a:pt x="622" y="221"/>
                      <a:pt x="622" y="161"/>
                    </a:cubicBezTo>
                    <a:lnTo>
                      <a:pt x="622" y="111"/>
                    </a:lnTo>
                    <a:cubicBezTo>
                      <a:pt x="622" y="51"/>
                      <a:pt x="572" y="0"/>
                      <a:pt x="5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54"/>
              <p:cNvSpPr/>
              <p:nvPr/>
            </p:nvSpPr>
            <p:spPr>
              <a:xfrm>
                <a:off x="2051161" y="3414961"/>
                <a:ext cx="46286" cy="7583"/>
              </a:xfrm>
              <a:custGeom>
                <a:avLst/>
                <a:gdLst/>
                <a:ahLst/>
                <a:cxnLst/>
                <a:rect l="l" t="t" r="r" b="b"/>
                <a:pathLst>
                  <a:path w="1616" h="272" extrusionOk="0">
                    <a:moveTo>
                      <a:pt x="111" y="0"/>
                    </a:moveTo>
                    <a:cubicBezTo>
                      <a:pt x="51" y="0"/>
                      <a:pt x="1" y="51"/>
                      <a:pt x="1" y="111"/>
                    </a:cubicBezTo>
                    <a:lnTo>
                      <a:pt x="1" y="161"/>
                    </a:lnTo>
                    <a:cubicBezTo>
                      <a:pt x="1" y="231"/>
                      <a:pt x="51" y="271"/>
                      <a:pt x="111" y="271"/>
                    </a:cubicBezTo>
                    <a:lnTo>
                      <a:pt x="1506" y="271"/>
                    </a:lnTo>
                    <a:cubicBezTo>
                      <a:pt x="1566" y="271"/>
                      <a:pt x="1616" y="231"/>
                      <a:pt x="1616" y="161"/>
                    </a:cubicBezTo>
                    <a:lnTo>
                      <a:pt x="1616" y="111"/>
                    </a:lnTo>
                    <a:cubicBezTo>
                      <a:pt x="1616" y="51"/>
                      <a:pt x="1566" y="0"/>
                      <a:pt x="15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54"/>
              <p:cNvSpPr/>
              <p:nvPr/>
            </p:nvSpPr>
            <p:spPr>
              <a:xfrm>
                <a:off x="2030767" y="3415239"/>
                <a:ext cx="17844" cy="7583"/>
              </a:xfrm>
              <a:custGeom>
                <a:avLst/>
                <a:gdLst/>
                <a:ahLst/>
                <a:cxnLst/>
                <a:rect l="l" t="t" r="r" b="b"/>
                <a:pathLst>
                  <a:path w="623" h="272" extrusionOk="0">
                    <a:moveTo>
                      <a:pt x="111" y="0"/>
                    </a:moveTo>
                    <a:cubicBezTo>
                      <a:pt x="41" y="0"/>
                      <a:pt x="1" y="51"/>
                      <a:pt x="1" y="111"/>
                    </a:cubicBezTo>
                    <a:lnTo>
                      <a:pt x="1" y="161"/>
                    </a:lnTo>
                    <a:cubicBezTo>
                      <a:pt x="1" y="221"/>
                      <a:pt x="41" y="271"/>
                      <a:pt x="111" y="271"/>
                    </a:cubicBezTo>
                    <a:lnTo>
                      <a:pt x="512" y="271"/>
                    </a:lnTo>
                    <a:cubicBezTo>
                      <a:pt x="573" y="271"/>
                      <a:pt x="623" y="221"/>
                      <a:pt x="623" y="161"/>
                    </a:cubicBezTo>
                    <a:lnTo>
                      <a:pt x="623" y="111"/>
                    </a:lnTo>
                    <a:cubicBezTo>
                      <a:pt x="623" y="51"/>
                      <a:pt x="573" y="0"/>
                      <a:pt x="5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54"/>
              <p:cNvSpPr/>
              <p:nvPr/>
            </p:nvSpPr>
            <p:spPr>
              <a:xfrm>
                <a:off x="2123282" y="3414961"/>
                <a:ext cx="46286" cy="7583"/>
              </a:xfrm>
              <a:custGeom>
                <a:avLst/>
                <a:gdLst/>
                <a:ahLst/>
                <a:cxnLst/>
                <a:rect l="l" t="t" r="r" b="b"/>
                <a:pathLst>
                  <a:path w="1616" h="272" extrusionOk="0">
                    <a:moveTo>
                      <a:pt x="111" y="0"/>
                    </a:moveTo>
                    <a:cubicBezTo>
                      <a:pt x="51" y="0"/>
                      <a:pt x="1" y="51"/>
                      <a:pt x="1" y="111"/>
                    </a:cubicBezTo>
                    <a:lnTo>
                      <a:pt x="1" y="161"/>
                    </a:lnTo>
                    <a:cubicBezTo>
                      <a:pt x="1" y="231"/>
                      <a:pt x="51" y="271"/>
                      <a:pt x="111" y="271"/>
                    </a:cubicBezTo>
                    <a:lnTo>
                      <a:pt x="1505" y="271"/>
                    </a:lnTo>
                    <a:cubicBezTo>
                      <a:pt x="1565" y="271"/>
                      <a:pt x="1616" y="231"/>
                      <a:pt x="1616" y="161"/>
                    </a:cubicBezTo>
                    <a:lnTo>
                      <a:pt x="1616" y="111"/>
                    </a:lnTo>
                    <a:cubicBezTo>
                      <a:pt x="1616" y="51"/>
                      <a:pt x="1565" y="0"/>
                      <a:pt x="15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54"/>
              <p:cNvSpPr/>
              <p:nvPr/>
            </p:nvSpPr>
            <p:spPr>
              <a:xfrm>
                <a:off x="2102889" y="3415239"/>
                <a:ext cx="17844" cy="7583"/>
              </a:xfrm>
              <a:custGeom>
                <a:avLst/>
                <a:gdLst/>
                <a:ahLst/>
                <a:cxnLst/>
                <a:rect l="l" t="t" r="r" b="b"/>
                <a:pathLst>
                  <a:path w="623" h="272" extrusionOk="0">
                    <a:moveTo>
                      <a:pt x="101" y="0"/>
                    </a:moveTo>
                    <a:cubicBezTo>
                      <a:pt x="41" y="0"/>
                      <a:pt x="0" y="51"/>
                      <a:pt x="0" y="111"/>
                    </a:cubicBezTo>
                    <a:lnTo>
                      <a:pt x="0" y="161"/>
                    </a:lnTo>
                    <a:cubicBezTo>
                      <a:pt x="0" y="221"/>
                      <a:pt x="41" y="271"/>
                      <a:pt x="101" y="271"/>
                    </a:cubicBezTo>
                    <a:lnTo>
                      <a:pt x="512" y="271"/>
                    </a:lnTo>
                    <a:cubicBezTo>
                      <a:pt x="572" y="271"/>
                      <a:pt x="622" y="221"/>
                      <a:pt x="622" y="161"/>
                    </a:cubicBezTo>
                    <a:lnTo>
                      <a:pt x="622" y="111"/>
                    </a:lnTo>
                    <a:cubicBezTo>
                      <a:pt x="622" y="51"/>
                      <a:pt x="572" y="0"/>
                      <a:pt x="5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54"/>
              <p:cNvSpPr/>
              <p:nvPr/>
            </p:nvSpPr>
            <p:spPr>
              <a:xfrm>
                <a:off x="2195404" y="3414961"/>
                <a:ext cx="46286" cy="7583"/>
              </a:xfrm>
              <a:custGeom>
                <a:avLst/>
                <a:gdLst/>
                <a:ahLst/>
                <a:cxnLst/>
                <a:rect l="l" t="t" r="r" b="b"/>
                <a:pathLst>
                  <a:path w="1616" h="272" extrusionOk="0">
                    <a:moveTo>
                      <a:pt x="111" y="0"/>
                    </a:moveTo>
                    <a:cubicBezTo>
                      <a:pt x="50" y="0"/>
                      <a:pt x="0" y="51"/>
                      <a:pt x="0" y="111"/>
                    </a:cubicBezTo>
                    <a:lnTo>
                      <a:pt x="0" y="161"/>
                    </a:lnTo>
                    <a:cubicBezTo>
                      <a:pt x="0" y="231"/>
                      <a:pt x="50" y="271"/>
                      <a:pt x="111" y="271"/>
                    </a:cubicBezTo>
                    <a:lnTo>
                      <a:pt x="1505" y="271"/>
                    </a:lnTo>
                    <a:cubicBezTo>
                      <a:pt x="1565" y="271"/>
                      <a:pt x="1615" y="231"/>
                      <a:pt x="1615" y="161"/>
                    </a:cubicBezTo>
                    <a:lnTo>
                      <a:pt x="1615" y="111"/>
                    </a:lnTo>
                    <a:cubicBezTo>
                      <a:pt x="1615" y="51"/>
                      <a:pt x="1565" y="0"/>
                      <a:pt x="15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54"/>
              <p:cNvSpPr/>
              <p:nvPr/>
            </p:nvSpPr>
            <p:spPr>
              <a:xfrm>
                <a:off x="2175011" y="3415239"/>
                <a:ext cx="17844" cy="7583"/>
              </a:xfrm>
              <a:custGeom>
                <a:avLst/>
                <a:gdLst/>
                <a:ahLst/>
                <a:cxnLst/>
                <a:rect l="l" t="t" r="r" b="b"/>
                <a:pathLst>
                  <a:path w="623" h="272" extrusionOk="0">
                    <a:moveTo>
                      <a:pt x="110" y="0"/>
                    </a:moveTo>
                    <a:cubicBezTo>
                      <a:pt x="40" y="0"/>
                      <a:pt x="0" y="51"/>
                      <a:pt x="0" y="111"/>
                    </a:cubicBezTo>
                    <a:lnTo>
                      <a:pt x="0" y="161"/>
                    </a:lnTo>
                    <a:cubicBezTo>
                      <a:pt x="0" y="221"/>
                      <a:pt x="40" y="271"/>
                      <a:pt x="110" y="271"/>
                    </a:cubicBezTo>
                    <a:lnTo>
                      <a:pt x="512" y="271"/>
                    </a:lnTo>
                    <a:cubicBezTo>
                      <a:pt x="572" y="271"/>
                      <a:pt x="622" y="221"/>
                      <a:pt x="622" y="161"/>
                    </a:cubicBezTo>
                    <a:lnTo>
                      <a:pt x="622" y="111"/>
                    </a:lnTo>
                    <a:cubicBezTo>
                      <a:pt x="622" y="51"/>
                      <a:pt x="572" y="0"/>
                      <a:pt x="51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49" name="Google Shape;3949;p54"/>
            <p:cNvGrpSpPr/>
            <p:nvPr/>
          </p:nvGrpSpPr>
          <p:grpSpPr>
            <a:xfrm>
              <a:off x="986150" y="2518859"/>
              <a:ext cx="1783026" cy="431682"/>
              <a:chOff x="6374943" y="2973015"/>
              <a:chExt cx="1783026" cy="431682"/>
            </a:xfrm>
          </p:grpSpPr>
          <p:sp>
            <p:nvSpPr>
              <p:cNvPr id="3950" name="Google Shape;3950;p54"/>
              <p:cNvSpPr/>
              <p:nvPr/>
            </p:nvSpPr>
            <p:spPr>
              <a:xfrm>
                <a:off x="6573244" y="3208219"/>
                <a:ext cx="56999" cy="26784"/>
              </a:xfrm>
              <a:custGeom>
                <a:avLst/>
                <a:gdLst/>
                <a:ahLst/>
                <a:cxnLst/>
                <a:rect l="l" t="t" r="r" b="b"/>
                <a:pathLst>
                  <a:path w="1906" h="915" extrusionOk="0">
                    <a:moveTo>
                      <a:pt x="762" y="0"/>
                    </a:moveTo>
                    <a:cubicBezTo>
                      <a:pt x="672" y="0"/>
                      <a:pt x="592" y="31"/>
                      <a:pt x="522" y="101"/>
                    </a:cubicBezTo>
                    <a:lnTo>
                      <a:pt x="80" y="713"/>
                    </a:lnTo>
                    <a:cubicBezTo>
                      <a:pt x="0" y="823"/>
                      <a:pt x="50" y="913"/>
                      <a:pt x="191" y="913"/>
                    </a:cubicBezTo>
                    <a:lnTo>
                      <a:pt x="1655" y="913"/>
                    </a:lnTo>
                    <a:cubicBezTo>
                      <a:pt x="1662" y="914"/>
                      <a:pt x="1669" y="914"/>
                      <a:pt x="1675" y="914"/>
                    </a:cubicBezTo>
                    <a:cubicBezTo>
                      <a:pt x="1788" y="914"/>
                      <a:pt x="1887" y="836"/>
                      <a:pt x="1906" y="713"/>
                    </a:cubicBezTo>
                    <a:lnTo>
                      <a:pt x="1896" y="101"/>
                    </a:lnTo>
                    <a:cubicBezTo>
                      <a:pt x="1896" y="41"/>
                      <a:pt x="1826" y="0"/>
                      <a:pt x="17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54"/>
              <p:cNvSpPr/>
              <p:nvPr/>
            </p:nvSpPr>
            <p:spPr>
              <a:xfrm>
                <a:off x="6385141" y="3250489"/>
                <a:ext cx="118842" cy="21164"/>
              </a:xfrm>
              <a:custGeom>
                <a:avLst/>
                <a:gdLst/>
                <a:ahLst/>
                <a:cxnLst/>
                <a:rect l="l" t="t" r="r" b="b"/>
                <a:pathLst>
                  <a:path w="3974" h="723" extrusionOk="0">
                    <a:moveTo>
                      <a:pt x="1" y="1"/>
                    </a:moveTo>
                    <a:lnTo>
                      <a:pt x="1" y="723"/>
                    </a:lnTo>
                    <a:lnTo>
                      <a:pt x="3973" y="723"/>
                    </a:lnTo>
                    <a:lnTo>
                      <a:pt x="39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54"/>
              <p:cNvSpPr/>
              <p:nvPr/>
            </p:nvSpPr>
            <p:spPr>
              <a:xfrm>
                <a:off x="7062459" y="3001204"/>
                <a:ext cx="25240" cy="19700"/>
              </a:xfrm>
              <a:custGeom>
                <a:avLst/>
                <a:gdLst/>
                <a:ahLst/>
                <a:cxnLst/>
                <a:rect l="l" t="t" r="r" b="b"/>
                <a:pathLst>
                  <a:path w="844" h="673" extrusionOk="0">
                    <a:moveTo>
                      <a:pt x="1" y="1"/>
                    </a:moveTo>
                    <a:lnTo>
                      <a:pt x="1" y="673"/>
                    </a:lnTo>
                    <a:lnTo>
                      <a:pt x="844" y="673"/>
                    </a:lnTo>
                    <a:lnTo>
                      <a:pt x="84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54"/>
              <p:cNvSpPr/>
              <p:nvPr/>
            </p:nvSpPr>
            <p:spPr>
              <a:xfrm>
                <a:off x="7053488" y="2985953"/>
                <a:ext cx="44110" cy="17066"/>
              </a:xfrm>
              <a:custGeom>
                <a:avLst/>
                <a:gdLst/>
                <a:ahLst/>
                <a:cxnLst/>
                <a:rect l="l" t="t" r="r" b="b"/>
                <a:pathLst>
                  <a:path w="1475" h="583" extrusionOk="0">
                    <a:moveTo>
                      <a:pt x="40" y="0"/>
                    </a:moveTo>
                    <a:cubicBezTo>
                      <a:pt x="20" y="0"/>
                      <a:pt x="0" y="20"/>
                      <a:pt x="0" y="40"/>
                    </a:cubicBezTo>
                    <a:lnTo>
                      <a:pt x="0" y="542"/>
                    </a:lnTo>
                    <a:cubicBezTo>
                      <a:pt x="0" y="562"/>
                      <a:pt x="20" y="582"/>
                      <a:pt x="40" y="582"/>
                    </a:cubicBezTo>
                    <a:lnTo>
                      <a:pt x="1424" y="582"/>
                    </a:lnTo>
                    <a:cubicBezTo>
                      <a:pt x="1454" y="582"/>
                      <a:pt x="1475" y="562"/>
                      <a:pt x="1475" y="542"/>
                    </a:cubicBezTo>
                    <a:lnTo>
                      <a:pt x="1475" y="40"/>
                    </a:lnTo>
                    <a:cubicBezTo>
                      <a:pt x="1475" y="20"/>
                      <a:pt x="1454" y="0"/>
                      <a:pt x="142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54"/>
              <p:cNvSpPr/>
              <p:nvPr/>
            </p:nvSpPr>
            <p:spPr>
              <a:xfrm>
                <a:off x="7421828" y="3162700"/>
                <a:ext cx="20724" cy="16480"/>
              </a:xfrm>
              <a:custGeom>
                <a:avLst/>
                <a:gdLst/>
                <a:ahLst/>
                <a:cxnLst/>
                <a:rect l="l" t="t" r="r" b="b"/>
                <a:pathLst>
                  <a:path w="693" h="563" extrusionOk="0">
                    <a:moveTo>
                      <a:pt x="1" y="1"/>
                    </a:moveTo>
                    <a:lnTo>
                      <a:pt x="1" y="562"/>
                    </a:lnTo>
                    <a:lnTo>
                      <a:pt x="693" y="562"/>
                    </a:lnTo>
                    <a:lnTo>
                      <a:pt x="69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54"/>
              <p:cNvSpPr/>
              <p:nvPr/>
            </p:nvSpPr>
            <p:spPr>
              <a:xfrm>
                <a:off x="7414322" y="3150084"/>
                <a:ext cx="36335" cy="14109"/>
              </a:xfrm>
              <a:custGeom>
                <a:avLst/>
                <a:gdLst/>
                <a:ahLst/>
                <a:cxnLst/>
                <a:rect l="l" t="t" r="r" b="b"/>
                <a:pathLst>
                  <a:path w="1215" h="482" extrusionOk="0">
                    <a:moveTo>
                      <a:pt x="41" y="0"/>
                    </a:moveTo>
                    <a:cubicBezTo>
                      <a:pt x="21" y="0"/>
                      <a:pt x="1" y="20"/>
                      <a:pt x="1" y="40"/>
                    </a:cubicBezTo>
                    <a:lnTo>
                      <a:pt x="1" y="452"/>
                    </a:lnTo>
                    <a:cubicBezTo>
                      <a:pt x="1" y="472"/>
                      <a:pt x="21" y="482"/>
                      <a:pt x="41" y="482"/>
                    </a:cubicBezTo>
                    <a:lnTo>
                      <a:pt x="1174" y="482"/>
                    </a:lnTo>
                    <a:cubicBezTo>
                      <a:pt x="1194" y="482"/>
                      <a:pt x="1214" y="472"/>
                      <a:pt x="1214" y="452"/>
                    </a:cubicBezTo>
                    <a:lnTo>
                      <a:pt x="1214" y="40"/>
                    </a:lnTo>
                    <a:cubicBezTo>
                      <a:pt x="1214" y="20"/>
                      <a:pt x="1194" y="0"/>
                      <a:pt x="117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54"/>
              <p:cNvSpPr/>
              <p:nvPr/>
            </p:nvSpPr>
            <p:spPr>
              <a:xfrm>
                <a:off x="6699203" y="3169462"/>
                <a:ext cx="11155" cy="8548"/>
              </a:xfrm>
              <a:custGeom>
                <a:avLst/>
                <a:gdLst/>
                <a:ahLst/>
                <a:cxnLst/>
                <a:rect l="l" t="t" r="r" b="b"/>
                <a:pathLst>
                  <a:path w="373" h="292" extrusionOk="0">
                    <a:moveTo>
                      <a:pt x="1" y="0"/>
                    </a:moveTo>
                    <a:lnTo>
                      <a:pt x="1" y="291"/>
                    </a:lnTo>
                    <a:lnTo>
                      <a:pt x="372" y="291"/>
                    </a:lnTo>
                    <a:lnTo>
                      <a:pt x="37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54"/>
              <p:cNvSpPr/>
              <p:nvPr/>
            </p:nvSpPr>
            <p:spPr>
              <a:xfrm>
                <a:off x="6695316" y="3162700"/>
                <a:ext cx="19229" cy="7377"/>
              </a:xfrm>
              <a:custGeom>
                <a:avLst/>
                <a:gdLst/>
                <a:ahLst/>
                <a:cxnLst/>
                <a:rect l="l" t="t" r="r" b="b"/>
                <a:pathLst>
                  <a:path w="643" h="252" extrusionOk="0">
                    <a:moveTo>
                      <a:pt x="21" y="1"/>
                    </a:moveTo>
                    <a:cubicBezTo>
                      <a:pt x="11" y="1"/>
                      <a:pt x="1" y="11"/>
                      <a:pt x="1" y="11"/>
                    </a:cubicBezTo>
                    <a:lnTo>
                      <a:pt x="1" y="241"/>
                    </a:lnTo>
                    <a:cubicBezTo>
                      <a:pt x="1" y="251"/>
                      <a:pt x="11" y="251"/>
                      <a:pt x="21" y="251"/>
                    </a:cubicBezTo>
                    <a:lnTo>
                      <a:pt x="622" y="251"/>
                    </a:lnTo>
                    <a:cubicBezTo>
                      <a:pt x="632" y="251"/>
                      <a:pt x="643" y="251"/>
                      <a:pt x="643" y="241"/>
                    </a:cubicBezTo>
                    <a:lnTo>
                      <a:pt x="643" y="11"/>
                    </a:lnTo>
                    <a:cubicBezTo>
                      <a:pt x="643" y="11"/>
                      <a:pt x="632" y="1"/>
                      <a:pt x="62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54"/>
              <p:cNvSpPr/>
              <p:nvPr/>
            </p:nvSpPr>
            <p:spPr>
              <a:xfrm>
                <a:off x="7231363" y="3077839"/>
                <a:ext cx="14414" cy="29097"/>
              </a:xfrm>
              <a:custGeom>
                <a:avLst/>
                <a:gdLst/>
                <a:ahLst/>
                <a:cxnLst/>
                <a:rect l="l" t="t" r="r" b="b"/>
                <a:pathLst>
                  <a:path w="482" h="994" extrusionOk="0">
                    <a:moveTo>
                      <a:pt x="271" y="1"/>
                    </a:moveTo>
                    <a:lnTo>
                      <a:pt x="0" y="994"/>
                    </a:lnTo>
                    <a:lnTo>
                      <a:pt x="482" y="994"/>
                    </a:lnTo>
                    <a:lnTo>
                      <a:pt x="48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54"/>
              <p:cNvSpPr/>
              <p:nvPr/>
            </p:nvSpPr>
            <p:spPr>
              <a:xfrm>
                <a:off x="7247841" y="3077839"/>
                <a:ext cx="14743" cy="29097"/>
              </a:xfrm>
              <a:custGeom>
                <a:avLst/>
                <a:gdLst/>
                <a:ahLst/>
                <a:cxnLst/>
                <a:rect l="l" t="t" r="r" b="b"/>
                <a:pathLst>
                  <a:path w="493" h="994" extrusionOk="0">
                    <a:moveTo>
                      <a:pt x="1" y="1"/>
                    </a:moveTo>
                    <a:lnTo>
                      <a:pt x="1" y="994"/>
                    </a:lnTo>
                    <a:lnTo>
                      <a:pt x="492" y="994"/>
                    </a:lnTo>
                    <a:lnTo>
                      <a:pt x="21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54"/>
              <p:cNvSpPr/>
              <p:nvPr/>
            </p:nvSpPr>
            <p:spPr>
              <a:xfrm>
                <a:off x="7548416" y="3194403"/>
                <a:ext cx="31221" cy="39986"/>
              </a:xfrm>
              <a:custGeom>
                <a:avLst/>
                <a:gdLst/>
                <a:ahLst/>
                <a:cxnLst/>
                <a:rect l="l" t="t" r="r" b="b"/>
                <a:pathLst>
                  <a:path w="1044" h="1366" extrusionOk="0">
                    <a:moveTo>
                      <a:pt x="582" y="1"/>
                    </a:moveTo>
                    <a:lnTo>
                      <a:pt x="0" y="1365"/>
                    </a:lnTo>
                    <a:lnTo>
                      <a:pt x="1044" y="1365"/>
                    </a:lnTo>
                    <a:lnTo>
                      <a:pt x="104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54"/>
              <p:cNvSpPr/>
              <p:nvPr/>
            </p:nvSpPr>
            <p:spPr>
              <a:xfrm>
                <a:off x="7576616" y="3194403"/>
                <a:ext cx="30922" cy="39986"/>
              </a:xfrm>
              <a:custGeom>
                <a:avLst/>
                <a:gdLst/>
                <a:ahLst/>
                <a:cxnLst/>
                <a:rect l="l" t="t" r="r" b="b"/>
                <a:pathLst>
                  <a:path w="1034" h="1366" extrusionOk="0">
                    <a:moveTo>
                      <a:pt x="0" y="1"/>
                    </a:moveTo>
                    <a:lnTo>
                      <a:pt x="0" y="1365"/>
                    </a:lnTo>
                    <a:lnTo>
                      <a:pt x="1033" y="1365"/>
                    </a:lnTo>
                    <a:lnTo>
                      <a:pt x="4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54"/>
              <p:cNvSpPr/>
              <p:nvPr/>
            </p:nvSpPr>
            <p:spPr>
              <a:xfrm>
                <a:off x="6889399" y="3001204"/>
                <a:ext cx="25210" cy="19700"/>
              </a:xfrm>
              <a:custGeom>
                <a:avLst/>
                <a:gdLst/>
                <a:ahLst/>
                <a:cxnLst/>
                <a:rect l="l" t="t" r="r" b="b"/>
                <a:pathLst>
                  <a:path w="843" h="673" extrusionOk="0">
                    <a:moveTo>
                      <a:pt x="0" y="1"/>
                    </a:moveTo>
                    <a:lnTo>
                      <a:pt x="0" y="673"/>
                    </a:lnTo>
                    <a:lnTo>
                      <a:pt x="843" y="673"/>
                    </a:lnTo>
                    <a:lnTo>
                      <a:pt x="84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54"/>
              <p:cNvSpPr/>
              <p:nvPr/>
            </p:nvSpPr>
            <p:spPr>
              <a:xfrm>
                <a:off x="6761914" y="3017362"/>
                <a:ext cx="425967" cy="168580"/>
              </a:xfrm>
              <a:custGeom>
                <a:avLst/>
                <a:gdLst/>
                <a:ahLst/>
                <a:cxnLst/>
                <a:rect l="l" t="t" r="r" b="b"/>
                <a:pathLst>
                  <a:path w="14244" h="5759" extrusionOk="0">
                    <a:moveTo>
                      <a:pt x="3982" y="1"/>
                    </a:moveTo>
                    <a:cubicBezTo>
                      <a:pt x="3782" y="1"/>
                      <a:pt x="3581" y="41"/>
                      <a:pt x="3541" y="91"/>
                    </a:cubicBezTo>
                    <a:lnTo>
                      <a:pt x="0" y="5758"/>
                    </a:lnTo>
                    <a:lnTo>
                      <a:pt x="14244" y="5758"/>
                    </a:lnTo>
                    <a:lnTo>
                      <a:pt x="11485" y="91"/>
                    </a:lnTo>
                    <a:cubicBezTo>
                      <a:pt x="11445" y="41"/>
                      <a:pt x="11255" y="1"/>
                      <a:pt x="11044"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54"/>
              <p:cNvSpPr/>
              <p:nvPr/>
            </p:nvSpPr>
            <p:spPr>
              <a:xfrm>
                <a:off x="7064284" y="3017655"/>
                <a:ext cx="118214" cy="157106"/>
              </a:xfrm>
              <a:custGeom>
                <a:avLst/>
                <a:gdLst/>
                <a:ahLst/>
                <a:cxnLst/>
                <a:rect l="l" t="t" r="r" b="b"/>
                <a:pathLst>
                  <a:path w="3953" h="5367" extrusionOk="0">
                    <a:moveTo>
                      <a:pt x="0" y="1"/>
                    </a:moveTo>
                    <a:lnTo>
                      <a:pt x="2217" y="5367"/>
                    </a:lnTo>
                    <a:lnTo>
                      <a:pt x="3952" y="5367"/>
                    </a:lnTo>
                    <a:lnTo>
                      <a:pt x="1384" y="81"/>
                    </a:lnTo>
                    <a:cubicBezTo>
                      <a:pt x="1354" y="51"/>
                      <a:pt x="110" y="21"/>
                      <a:pt x="0"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54"/>
              <p:cNvSpPr/>
              <p:nvPr/>
            </p:nvSpPr>
            <p:spPr>
              <a:xfrm>
                <a:off x="7099960" y="3106029"/>
                <a:ext cx="261908" cy="157428"/>
              </a:xfrm>
              <a:custGeom>
                <a:avLst/>
                <a:gdLst/>
                <a:ahLst/>
                <a:cxnLst/>
                <a:rect l="l" t="t" r="r" b="b"/>
                <a:pathLst>
                  <a:path w="8758" h="5378" extrusionOk="0">
                    <a:moveTo>
                      <a:pt x="1" y="1"/>
                    </a:moveTo>
                    <a:lnTo>
                      <a:pt x="2268" y="5377"/>
                    </a:lnTo>
                    <a:lnTo>
                      <a:pt x="8757" y="5377"/>
                    </a:lnTo>
                    <a:lnTo>
                      <a:pt x="6531" y="111"/>
                    </a:lnTo>
                    <a:cubicBezTo>
                      <a:pt x="6491" y="41"/>
                      <a:pt x="6290" y="1"/>
                      <a:pt x="608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54"/>
              <p:cNvSpPr/>
              <p:nvPr/>
            </p:nvSpPr>
            <p:spPr>
              <a:xfrm>
                <a:off x="6653927" y="3177102"/>
                <a:ext cx="846222" cy="63434"/>
              </a:xfrm>
              <a:custGeom>
                <a:avLst/>
                <a:gdLst/>
                <a:ahLst/>
                <a:cxnLst/>
                <a:rect l="l" t="t" r="r" b="b"/>
                <a:pathLst>
                  <a:path w="28297" h="2167" extrusionOk="0">
                    <a:moveTo>
                      <a:pt x="1736" y="0"/>
                    </a:moveTo>
                    <a:cubicBezTo>
                      <a:pt x="1525" y="0"/>
                      <a:pt x="1334" y="50"/>
                      <a:pt x="1294" y="111"/>
                    </a:cubicBezTo>
                    <a:lnTo>
                      <a:pt x="0" y="2167"/>
                    </a:lnTo>
                    <a:lnTo>
                      <a:pt x="28297" y="2167"/>
                    </a:lnTo>
                    <a:lnTo>
                      <a:pt x="27003" y="111"/>
                    </a:lnTo>
                    <a:cubicBezTo>
                      <a:pt x="26962" y="50"/>
                      <a:pt x="26762" y="0"/>
                      <a:pt x="265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54"/>
              <p:cNvSpPr/>
              <p:nvPr/>
            </p:nvSpPr>
            <p:spPr>
              <a:xfrm>
                <a:off x="7842083" y="3182664"/>
                <a:ext cx="58225" cy="44084"/>
              </a:xfrm>
              <a:custGeom>
                <a:avLst/>
                <a:gdLst/>
                <a:ahLst/>
                <a:cxnLst/>
                <a:rect l="l" t="t" r="r" b="b"/>
                <a:pathLst>
                  <a:path w="1947" h="1506" extrusionOk="0">
                    <a:moveTo>
                      <a:pt x="1916" y="1"/>
                    </a:moveTo>
                    <a:lnTo>
                      <a:pt x="0" y="1455"/>
                    </a:lnTo>
                    <a:lnTo>
                      <a:pt x="30" y="1505"/>
                    </a:lnTo>
                    <a:lnTo>
                      <a:pt x="1946" y="41"/>
                    </a:lnTo>
                    <a:lnTo>
                      <a:pt x="19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54"/>
              <p:cNvSpPr/>
              <p:nvPr/>
            </p:nvSpPr>
            <p:spPr>
              <a:xfrm>
                <a:off x="7853178" y="3198823"/>
                <a:ext cx="24014" cy="20286"/>
              </a:xfrm>
              <a:custGeom>
                <a:avLst/>
                <a:gdLst/>
                <a:ahLst/>
                <a:cxnLst/>
                <a:rect l="l" t="t" r="r" b="b"/>
                <a:pathLst>
                  <a:path w="803" h="693" extrusionOk="0">
                    <a:moveTo>
                      <a:pt x="652" y="0"/>
                    </a:moveTo>
                    <a:lnTo>
                      <a:pt x="0" y="492"/>
                    </a:lnTo>
                    <a:lnTo>
                      <a:pt x="151" y="693"/>
                    </a:lnTo>
                    <a:lnTo>
                      <a:pt x="803" y="201"/>
                    </a:lnTo>
                    <a:lnTo>
                      <a:pt x="65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54"/>
              <p:cNvSpPr/>
              <p:nvPr/>
            </p:nvSpPr>
            <p:spPr>
              <a:xfrm>
                <a:off x="7801292" y="3207341"/>
                <a:ext cx="73506" cy="53159"/>
              </a:xfrm>
              <a:custGeom>
                <a:avLst/>
                <a:gdLst/>
                <a:ahLst/>
                <a:cxnLst/>
                <a:rect l="l" t="t" r="r" b="b"/>
                <a:pathLst>
                  <a:path w="2458" h="1816" extrusionOk="0">
                    <a:moveTo>
                      <a:pt x="983" y="0"/>
                    </a:moveTo>
                    <a:cubicBezTo>
                      <a:pt x="612" y="0"/>
                      <a:pt x="452" y="321"/>
                      <a:pt x="301" y="743"/>
                    </a:cubicBezTo>
                    <a:cubicBezTo>
                      <a:pt x="151" y="1164"/>
                      <a:pt x="0" y="1565"/>
                      <a:pt x="381" y="1816"/>
                    </a:cubicBezTo>
                    <a:lnTo>
                      <a:pt x="2297" y="1505"/>
                    </a:lnTo>
                    <a:cubicBezTo>
                      <a:pt x="2458" y="1204"/>
                      <a:pt x="2448" y="833"/>
                      <a:pt x="2257" y="552"/>
                    </a:cubicBezTo>
                    <a:cubicBezTo>
                      <a:pt x="2056" y="211"/>
                      <a:pt x="1906" y="0"/>
                      <a:pt x="16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54"/>
              <p:cNvSpPr/>
              <p:nvPr/>
            </p:nvSpPr>
            <p:spPr>
              <a:xfrm>
                <a:off x="7681583" y="3167121"/>
                <a:ext cx="58225" cy="43762"/>
              </a:xfrm>
              <a:custGeom>
                <a:avLst/>
                <a:gdLst/>
                <a:ahLst/>
                <a:cxnLst/>
                <a:rect l="l" t="t" r="r" b="b"/>
                <a:pathLst>
                  <a:path w="1947" h="1495" extrusionOk="0">
                    <a:moveTo>
                      <a:pt x="1917" y="0"/>
                    </a:moveTo>
                    <a:lnTo>
                      <a:pt x="1" y="1455"/>
                    </a:lnTo>
                    <a:lnTo>
                      <a:pt x="31" y="1495"/>
                    </a:lnTo>
                    <a:lnTo>
                      <a:pt x="1947" y="40"/>
                    </a:lnTo>
                    <a:lnTo>
                      <a:pt x="1917"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54"/>
              <p:cNvSpPr/>
              <p:nvPr/>
            </p:nvSpPr>
            <p:spPr>
              <a:xfrm>
                <a:off x="7692707" y="3182957"/>
                <a:ext cx="24014" cy="20579"/>
              </a:xfrm>
              <a:custGeom>
                <a:avLst/>
                <a:gdLst/>
                <a:ahLst/>
                <a:cxnLst/>
                <a:rect l="l" t="t" r="r" b="b"/>
                <a:pathLst>
                  <a:path w="803" h="703" extrusionOk="0">
                    <a:moveTo>
                      <a:pt x="652" y="1"/>
                    </a:moveTo>
                    <a:lnTo>
                      <a:pt x="0" y="502"/>
                    </a:lnTo>
                    <a:lnTo>
                      <a:pt x="151" y="703"/>
                    </a:lnTo>
                    <a:lnTo>
                      <a:pt x="803" y="201"/>
                    </a:lnTo>
                    <a:lnTo>
                      <a:pt x="652"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54"/>
              <p:cNvSpPr/>
              <p:nvPr/>
            </p:nvSpPr>
            <p:spPr>
              <a:xfrm>
                <a:off x="7641091" y="3191475"/>
                <a:ext cx="73237" cy="53481"/>
              </a:xfrm>
              <a:custGeom>
                <a:avLst/>
                <a:gdLst/>
                <a:ahLst/>
                <a:cxnLst/>
                <a:rect l="l" t="t" r="r" b="b"/>
                <a:pathLst>
                  <a:path w="2449" h="1827" extrusionOk="0">
                    <a:moveTo>
                      <a:pt x="964" y="1"/>
                    </a:moveTo>
                    <a:cubicBezTo>
                      <a:pt x="603" y="1"/>
                      <a:pt x="442" y="322"/>
                      <a:pt x="292" y="743"/>
                    </a:cubicBezTo>
                    <a:cubicBezTo>
                      <a:pt x="131" y="1164"/>
                      <a:pt x="1" y="1575"/>
                      <a:pt x="372" y="1826"/>
                    </a:cubicBezTo>
                    <a:lnTo>
                      <a:pt x="2288" y="1505"/>
                    </a:lnTo>
                    <a:cubicBezTo>
                      <a:pt x="2448" y="1204"/>
                      <a:pt x="2438" y="843"/>
                      <a:pt x="2248" y="552"/>
                    </a:cubicBezTo>
                    <a:cubicBezTo>
                      <a:pt x="2047" y="211"/>
                      <a:pt x="1897" y="1"/>
                      <a:pt x="159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54"/>
              <p:cNvSpPr/>
              <p:nvPr/>
            </p:nvSpPr>
            <p:spPr>
              <a:xfrm>
                <a:off x="6566036" y="3231110"/>
                <a:ext cx="1230471" cy="84890"/>
              </a:xfrm>
              <a:custGeom>
                <a:avLst/>
                <a:gdLst/>
                <a:ahLst/>
                <a:cxnLst/>
                <a:rect l="l" t="t" r="r" b="b"/>
                <a:pathLst>
                  <a:path w="41146" h="2900" extrusionOk="0">
                    <a:moveTo>
                      <a:pt x="0" y="1"/>
                    </a:moveTo>
                    <a:lnTo>
                      <a:pt x="0" y="2900"/>
                    </a:lnTo>
                    <a:lnTo>
                      <a:pt x="41146" y="2900"/>
                    </a:lnTo>
                    <a:lnTo>
                      <a:pt x="4114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54"/>
              <p:cNvSpPr/>
              <p:nvPr/>
            </p:nvSpPr>
            <p:spPr>
              <a:xfrm>
                <a:off x="6377366" y="3211439"/>
                <a:ext cx="1780604" cy="99000"/>
              </a:xfrm>
              <a:custGeom>
                <a:avLst/>
                <a:gdLst/>
                <a:ahLst/>
                <a:cxnLst/>
                <a:rect l="l" t="t" r="r" b="b"/>
                <a:pathLst>
                  <a:path w="59542" h="3382" extrusionOk="0">
                    <a:moveTo>
                      <a:pt x="59541" y="1"/>
                    </a:moveTo>
                    <a:lnTo>
                      <a:pt x="49040" y="482"/>
                    </a:lnTo>
                    <a:lnTo>
                      <a:pt x="48608" y="974"/>
                    </a:lnTo>
                    <a:lnTo>
                      <a:pt x="8657" y="974"/>
                    </a:lnTo>
                    <a:cubicBezTo>
                      <a:pt x="8416" y="1545"/>
                      <a:pt x="7262" y="1977"/>
                      <a:pt x="5868" y="1977"/>
                    </a:cubicBezTo>
                    <a:lnTo>
                      <a:pt x="0" y="1977"/>
                    </a:lnTo>
                    <a:lnTo>
                      <a:pt x="492" y="3381"/>
                    </a:lnTo>
                    <a:lnTo>
                      <a:pt x="56522" y="3381"/>
                    </a:lnTo>
                    <a:lnTo>
                      <a:pt x="5954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54"/>
              <p:cNvSpPr/>
              <p:nvPr/>
            </p:nvSpPr>
            <p:spPr>
              <a:xfrm>
                <a:off x="6390554" y="3308624"/>
                <a:ext cx="1676534" cy="96072"/>
              </a:xfrm>
              <a:custGeom>
                <a:avLst/>
                <a:gdLst/>
                <a:ahLst/>
                <a:cxnLst/>
                <a:rect l="l" t="t" r="r" b="b"/>
                <a:pathLst>
                  <a:path w="56062" h="3282" extrusionOk="0">
                    <a:moveTo>
                      <a:pt x="4946" y="1154"/>
                    </a:moveTo>
                    <a:cubicBezTo>
                      <a:pt x="6661" y="1285"/>
                      <a:pt x="8697" y="1435"/>
                      <a:pt x="10683" y="1596"/>
                    </a:cubicBezTo>
                    <a:lnTo>
                      <a:pt x="4946" y="1596"/>
                    </a:lnTo>
                    <a:lnTo>
                      <a:pt x="4946" y="1154"/>
                    </a:lnTo>
                    <a:close/>
                    <a:moveTo>
                      <a:pt x="1" y="1"/>
                    </a:moveTo>
                    <a:lnTo>
                      <a:pt x="251" y="904"/>
                    </a:lnTo>
                    <a:lnTo>
                      <a:pt x="923" y="904"/>
                    </a:lnTo>
                    <a:lnTo>
                      <a:pt x="1244" y="2438"/>
                    </a:lnTo>
                    <a:lnTo>
                      <a:pt x="2197" y="2438"/>
                    </a:lnTo>
                    <a:lnTo>
                      <a:pt x="2498" y="984"/>
                    </a:lnTo>
                    <a:cubicBezTo>
                      <a:pt x="3040" y="1014"/>
                      <a:pt x="3672" y="1064"/>
                      <a:pt x="4374" y="1114"/>
                    </a:cubicBezTo>
                    <a:lnTo>
                      <a:pt x="4374" y="1586"/>
                    </a:lnTo>
                    <a:lnTo>
                      <a:pt x="3622" y="1586"/>
                    </a:lnTo>
                    <a:lnTo>
                      <a:pt x="3622" y="1846"/>
                    </a:lnTo>
                    <a:lnTo>
                      <a:pt x="13732" y="1846"/>
                    </a:lnTo>
                    <a:cubicBezTo>
                      <a:pt x="15799" y="2087"/>
                      <a:pt x="16190" y="2328"/>
                      <a:pt x="16190" y="2328"/>
                    </a:cubicBezTo>
                    <a:lnTo>
                      <a:pt x="49491" y="2328"/>
                    </a:lnTo>
                    <a:cubicBezTo>
                      <a:pt x="50595" y="2328"/>
                      <a:pt x="52019" y="3281"/>
                      <a:pt x="53574" y="3281"/>
                    </a:cubicBezTo>
                    <a:cubicBezTo>
                      <a:pt x="53776" y="3281"/>
                      <a:pt x="53961" y="3281"/>
                      <a:pt x="54130" y="3281"/>
                    </a:cubicBezTo>
                    <a:cubicBezTo>
                      <a:pt x="55734" y="3281"/>
                      <a:pt x="55860" y="3240"/>
                      <a:pt x="55379" y="2378"/>
                    </a:cubicBezTo>
                    <a:cubicBezTo>
                      <a:pt x="54848" y="1425"/>
                      <a:pt x="56061" y="1"/>
                      <a:pt x="560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54"/>
              <p:cNvSpPr/>
              <p:nvPr/>
            </p:nvSpPr>
            <p:spPr>
              <a:xfrm>
                <a:off x="6374943" y="3257543"/>
                <a:ext cx="232810" cy="5328"/>
              </a:xfrm>
              <a:custGeom>
                <a:avLst/>
                <a:gdLst/>
                <a:ahLst/>
                <a:cxnLst/>
                <a:rect l="l" t="t" r="r" b="b"/>
                <a:pathLst>
                  <a:path w="7785" h="182" extrusionOk="0">
                    <a:moveTo>
                      <a:pt x="1" y="1"/>
                    </a:moveTo>
                    <a:lnTo>
                      <a:pt x="41" y="181"/>
                    </a:lnTo>
                    <a:lnTo>
                      <a:pt x="7785" y="181"/>
                    </a:lnTo>
                    <a:lnTo>
                      <a:pt x="778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54"/>
              <p:cNvSpPr/>
              <p:nvPr/>
            </p:nvSpPr>
            <p:spPr>
              <a:xfrm>
                <a:off x="6390554" y="3308624"/>
                <a:ext cx="1676534" cy="52603"/>
              </a:xfrm>
              <a:custGeom>
                <a:avLst/>
                <a:gdLst/>
                <a:ahLst/>
                <a:cxnLst/>
                <a:rect l="l" t="t" r="r" b="b"/>
                <a:pathLst>
                  <a:path w="56062" h="1797" extrusionOk="0">
                    <a:moveTo>
                      <a:pt x="1" y="1"/>
                    </a:moveTo>
                    <a:lnTo>
                      <a:pt x="161" y="563"/>
                    </a:lnTo>
                    <a:lnTo>
                      <a:pt x="55249" y="1796"/>
                    </a:lnTo>
                    <a:cubicBezTo>
                      <a:pt x="55269" y="934"/>
                      <a:pt x="56061" y="1"/>
                      <a:pt x="56061" y="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54"/>
              <p:cNvSpPr/>
              <p:nvPr/>
            </p:nvSpPr>
            <p:spPr>
              <a:xfrm>
                <a:off x="6380655" y="3219372"/>
                <a:ext cx="1770107" cy="91359"/>
              </a:xfrm>
              <a:custGeom>
                <a:avLst/>
                <a:gdLst/>
                <a:ahLst/>
                <a:cxnLst/>
                <a:rect l="l" t="t" r="r" b="b"/>
                <a:pathLst>
                  <a:path w="59191" h="3121" extrusionOk="0">
                    <a:moveTo>
                      <a:pt x="59191" y="1"/>
                    </a:moveTo>
                    <a:lnTo>
                      <a:pt x="43493" y="2077"/>
                    </a:lnTo>
                    <a:lnTo>
                      <a:pt x="1" y="2017"/>
                    </a:lnTo>
                    <a:lnTo>
                      <a:pt x="382" y="3120"/>
                    </a:lnTo>
                    <a:lnTo>
                      <a:pt x="56412" y="3120"/>
                    </a:lnTo>
                    <a:lnTo>
                      <a:pt x="591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54"/>
              <p:cNvSpPr/>
              <p:nvPr/>
            </p:nvSpPr>
            <p:spPr>
              <a:xfrm>
                <a:off x="6854291" y="3011771"/>
                <a:ext cx="258618" cy="7377"/>
              </a:xfrm>
              <a:custGeom>
                <a:avLst/>
                <a:gdLst/>
                <a:ahLst/>
                <a:cxnLst/>
                <a:rect l="l" t="t" r="r" b="b"/>
                <a:pathLst>
                  <a:path w="8648" h="252" extrusionOk="0">
                    <a:moveTo>
                      <a:pt x="131" y="1"/>
                    </a:moveTo>
                    <a:cubicBezTo>
                      <a:pt x="61" y="1"/>
                      <a:pt x="1" y="51"/>
                      <a:pt x="1" y="121"/>
                    </a:cubicBezTo>
                    <a:cubicBezTo>
                      <a:pt x="1" y="192"/>
                      <a:pt x="61" y="252"/>
                      <a:pt x="131" y="252"/>
                    </a:cubicBezTo>
                    <a:lnTo>
                      <a:pt x="8527" y="252"/>
                    </a:lnTo>
                    <a:cubicBezTo>
                      <a:pt x="8597" y="252"/>
                      <a:pt x="8647" y="192"/>
                      <a:pt x="8647" y="121"/>
                    </a:cubicBezTo>
                    <a:cubicBezTo>
                      <a:pt x="8647" y="51"/>
                      <a:pt x="8587" y="1"/>
                      <a:pt x="8527"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54"/>
              <p:cNvSpPr/>
              <p:nvPr/>
            </p:nvSpPr>
            <p:spPr>
              <a:xfrm>
                <a:off x="7094876" y="3102516"/>
                <a:ext cx="206105" cy="7377"/>
              </a:xfrm>
              <a:custGeom>
                <a:avLst/>
                <a:gdLst/>
                <a:ahLst/>
                <a:cxnLst/>
                <a:rect l="l" t="t" r="r" b="b"/>
                <a:pathLst>
                  <a:path w="6892" h="252" extrusionOk="0">
                    <a:moveTo>
                      <a:pt x="121" y="0"/>
                    </a:moveTo>
                    <a:cubicBezTo>
                      <a:pt x="50" y="0"/>
                      <a:pt x="0" y="51"/>
                      <a:pt x="0" y="121"/>
                    </a:cubicBezTo>
                    <a:cubicBezTo>
                      <a:pt x="0" y="191"/>
                      <a:pt x="50" y="251"/>
                      <a:pt x="121" y="251"/>
                    </a:cubicBezTo>
                    <a:lnTo>
                      <a:pt x="6771" y="251"/>
                    </a:lnTo>
                    <a:cubicBezTo>
                      <a:pt x="6841" y="251"/>
                      <a:pt x="6891" y="191"/>
                      <a:pt x="6891" y="121"/>
                    </a:cubicBezTo>
                    <a:cubicBezTo>
                      <a:pt x="6891" y="51"/>
                      <a:pt x="6841" y="0"/>
                      <a:pt x="67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54"/>
              <p:cNvSpPr/>
              <p:nvPr/>
            </p:nvSpPr>
            <p:spPr>
              <a:xfrm>
                <a:off x="6689604" y="3175639"/>
                <a:ext cx="776035" cy="7347"/>
              </a:xfrm>
              <a:custGeom>
                <a:avLst/>
                <a:gdLst/>
                <a:ahLst/>
                <a:cxnLst/>
                <a:rect l="l" t="t" r="r" b="b"/>
                <a:pathLst>
                  <a:path w="25950" h="251" extrusionOk="0">
                    <a:moveTo>
                      <a:pt x="121" y="0"/>
                    </a:moveTo>
                    <a:cubicBezTo>
                      <a:pt x="51" y="0"/>
                      <a:pt x="1" y="50"/>
                      <a:pt x="1" y="120"/>
                    </a:cubicBezTo>
                    <a:cubicBezTo>
                      <a:pt x="1" y="191"/>
                      <a:pt x="51" y="251"/>
                      <a:pt x="121" y="251"/>
                    </a:cubicBezTo>
                    <a:lnTo>
                      <a:pt x="25830" y="251"/>
                    </a:lnTo>
                    <a:cubicBezTo>
                      <a:pt x="25890" y="251"/>
                      <a:pt x="25950" y="191"/>
                      <a:pt x="25950" y="120"/>
                    </a:cubicBezTo>
                    <a:cubicBezTo>
                      <a:pt x="25950" y="50"/>
                      <a:pt x="25890" y="0"/>
                      <a:pt x="2583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54"/>
              <p:cNvSpPr/>
              <p:nvPr/>
            </p:nvSpPr>
            <p:spPr>
              <a:xfrm>
                <a:off x="6908598" y="3034399"/>
                <a:ext cx="147910" cy="26755"/>
              </a:xfrm>
              <a:custGeom>
                <a:avLst/>
                <a:gdLst/>
                <a:ahLst/>
                <a:cxnLst/>
                <a:rect l="l" t="t" r="r" b="b"/>
                <a:pathLst>
                  <a:path w="4946" h="914" extrusionOk="0">
                    <a:moveTo>
                      <a:pt x="101" y="0"/>
                    </a:moveTo>
                    <a:cubicBezTo>
                      <a:pt x="50" y="0"/>
                      <a:pt x="0" y="40"/>
                      <a:pt x="0" y="101"/>
                    </a:cubicBezTo>
                    <a:lnTo>
                      <a:pt x="0" y="813"/>
                    </a:lnTo>
                    <a:cubicBezTo>
                      <a:pt x="0" y="863"/>
                      <a:pt x="50" y="913"/>
                      <a:pt x="101" y="913"/>
                    </a:cubicBezTo>
                    <a:lnTo>
                      <a:pt x="4855" y="913"/>
                    </a:lnTo>
                    <a:cubicBezTo>
                      <a:pt x="4905" y="913"/>
                      <a:pt x="4945" y="863"/>
                      <a:pt x="4945" y="813"/>
                    </a:cubicBezTo>
                    <a:lnTo>
                      <a:pt x="4945" y="101"/>
                    </a:lnTo>
                    <a:cubicBezTo>
                      <a:pt x="4945" y="40"/>
                      <a:pt x="4905" y="0"/>
                      <a:pt x="48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54"/>
              <p:cNvSpPr/>
              <p:nvPr/>
            </p:nvSpPr>
            <p:spPr>
              <a:xfrm>
                <a:off x="6908598" y="3070521"/>
                <a:ext cx="147910" cy="41128"/>
              </a:xfrm>
              <a:custGeom>
                <a:avLst/>
                <a:gdLst/>
                <a:ahLst/>
                <a:cxnLst/>
                <a:rect l="l" t="t" r="r" b="b"/>
                <a:pathLst>
                  <a:path w="4946" h="1405" extrusionOk="0">
                    <a:moveTo>
                      <a:pt x="101" y="0"/>
                    </a:moveTo>
                    <a:cubicBezTo>
                      <a:pt x="50" y="0"/>
                      <a:pt x="0" y="40"/>
                      <a:pt x="0" y="100"/>
                    </a:cubicBezTo>
                    <a:lnTo>
                      <a:pt x="0" y="1304"/>
                    </a:lnTo>
                    <a:cubicBezTo>
                      <a:pt x="0" y="1354"/>
                      <a:pt x="50" y="1404"/>
                      <a:pt x="101" y="1404"/>
                    </a:cubicBezTo>
                    <a:lnTo>
                      <a:pt x="4855" y="1404"/>
                    </a:lnTo>
                    <a:cubicBezTo>
                      <a:pt x="4905" y="1404"/>
                      <a:pt x="4945" y="1354"/>
                      <a:pt x="4945" y="1304"/>
                    </a:cubicBezTo>
                    <a:lnTo>
                      <a:pt x="4945" y="100"/>
                    </a:lnTo>
                    <a:cubicBezTo>
                      <a:pt x="4945" y="40"/>
                      <a:pt x="4905" y="0"/>
                      <a:pt x="485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54"/>
              <p:cNvSpPr/>
              <p:nvPr/>
            </p:nvSpPr>
            <p:spPr>
              <a:xfrm>
                <a:off x="6880398" y="2985953"/>
                <a:ext cx="43811" cy="17066"/>
              </a:xfrm>
              <a:custGeom>
                <a:avLst/>
                <a:gdLst/>
                <a:ahLst/>
                <a:cxnLst/>
                <a:rect l="l" t="t" r="r" b="b"/>
                <a:pathLst>
                  <a:path w="1465" h="583" extrusionOk="0">
                    <a:moveTo>
                      <a:pt x="41" y="0"/>
                    </a:moveTo>
                    <a:cubicBezTo>
                      <a:pt x="10" y="0"/>
                      <a:pt x="0" y="20"/>
                      <a:pt x="0" y="40"/>
                    </a:cubicBezTo>
                    <a:lnTo>
                      <a:pt x="0" y="542"/>
                    </a:lnTo>
                    <a:cubicBezTo>
                      <a:pt x="0" y="562"/>
                      <a:pt x="10" y="582"/>
                      <a:pt x="41" y="582"/>
                    </a:cubicBezTo>
                    <a:lnTo>
                      <a:pt x="1425" y="582"/>
                    </a:lnTo>
                    <a:cubicBezTo>
                      <a:pt x="1445" y="582"/>
                      <a:pt x="1465" y="562"/>
                      <a:pt x="1465" y="542"/>
                    </a:cubicBezTo>
                    <a:lnTo>
                      <a:pt x="1465" y="40"/>
                    </a:lnTo>
                    <a:cubicBezTo>
                      <a:pt x="1465" y="20"/>
                      <a:pt x="1445" y="0"/>
                      <a:pt x="1425"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54"/>
              <p:cNvSpPr/>
              <p:nvPr/>
            </p:nvSpPr>
            <p:spPr>
              <a:xfrm>
                <a:off x="6867808" y="3038204"/>
                <a:ext cx="27303" cy="20871"/>
              </a:xfrm>
              <a:custGeom>
                <a:avLst/>
                <a:gdLst/>
                <a:ahLst/>
                <a:cxnLst/>
                <a:rect l="l" t="t" r="r" b="b"/>
                <a:pathLst>
                  <a:path w="913" h="713" extrusionOk="0">
                    <a:moveTo>
                      <a:pt x="0" y="1"/>
                    </a:moveTo>
                    <a:lnTo>
                      <a:pt x="0" y="713"/>
                    </a:lnTo>
                    <a:lnTo>
                      <a:pt x="913" y="713"/>
                    </a:lnTo>
                    <a:lnTo>
                      <a:pt x="9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54"/>
              <p:cNvSpPr/>
              <p:nvPr/>
            </p:nvSpPr>
            <p:spPr>
              <a:xfrm>
                <a:off x="6867808" y="3068736"/>
                <a:ext cx="27303" cy="20901"/>
              </a:xfrm>
              <a:custGeom>
                <a:avLst/>
                <a:gdLst/>
                <a:ahLst/>
                <a:cxnLst/>
                <a:rect l="l" t="t" r="r" b="b"/>
                <a:pathLst>
                  <a:path w="913" h="714" extrusionOk="0">
                    <a:moveTo>
                      <a:pt x="0" y="1"/>
                    </a:moveTo>
                    <a:lnTo>
                      <a:pt x="0" y="713"/>
                    </a:lnTo>
                    <a:lnTo>
                      <a:pt x="913" y="713"/>
                    </a:lnTo>
                    <a:lnTo>
                      <a:pt x="91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54"/>
              <p:cNvSpPr/>
              <p:nvPr/>
            </p:nvSpPr>
            <p:spPr>
              <a:xfrm>
                <a:off x="6867808" y="3095754"/>
                <a:ext cx="15610" cy="27633"/>
              </a:xfrm>
              <a:custGeom>
                <a:avLst/>
                <a:gdLst/>
                <a:ahLst/>
                <a:cxnLst/>
                <a:rect l="l" t="t" r="r" b="b"/>
                <a:pathLst>
                  <a:path w="522" h="944" extrusionOk="0">
                    <a:moveTo>
                      <a:pt x="0" y="1"/>
                    </a:moveTo>
                    <a:lnTo>
                      <a:pt x="0" y="944"/>
                    </a:lnTo>
                    <a:lnTo>
                      <a:pt x="522" y="944"/>
                    </a:lnTo>
                    <a:lnTo>
                      <a:pt x="5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54"/>
              <p:cNvSpPr/>
              <p:nvPr/>
            </p:nvSpPr>
            <p:spPr>
              <a:xfrm>
                <a:off x="7089464" y="3033521"/>
                <a:ext cx="23745" cy="27633"/>
              </a:xfrm>
              <a:custGeom>
                <a:avLst/>
                <a:gdLst/>
                <a:ahLst/>
                <a:cxnLst/>
                <a:rect l="l" t="t" r="r" b="b"/>
                <a:pathLst>
                  <a:path w="794" h="944" extrusionOk="0">
                    <a:moveTo>
                      <a:pt x="1" y="0"/>
                    </a:moveTo>
                    <a:lnTo>
                      <a:pt x="272" y="943"/>
                    </a:lnTo>
                    <a:lnTo>
                      <a:pt x="793" y="943"/>
                    </a:lnTo>
                    <a:lnTo>
                      <a:pt x="522"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54"/>
              <p:cNvSpPr/>
              <p:nvPr/>
            </p:nvSpPr>
            <p:spPr>
              <a:xfrm>
                <a:off x="7101156" y="3066394"/>
                <a:ext cx="23745" cy="27633"/>
              </a:xfrm>
              <a:custGeom>
                <a:avLst/>
                <a:gdLst/>
                <a:ahLst/>
                <a:cxnLst/>
                <a:rect l="l" t="t" r="r" b="b"/>
                <a:pathLst>
                  <a:path w="794" h="944" extrusionOk="0">
                    <a:moveTo>
                      <a:pt x="1" y="1"/>
                    </a:moveTo>
                    <a:lnTo>
                      <a:pt x="272" y="944"/>
                    </a:lnTo>
                    <a:lnTo>
                      <a:pt x="793" y="944"/>
                    </a:lnTo>
                    <a:lnTo>
                      <a:pt x="52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54"/>
              <p:cNvSpPr/>
              <p:nvPr/>
            </p:nvSpPr>
            <p:spPr>
              <a:xfrm>
                <a:off x="7165662" y="3121895"/>
                <a:ext cx="120607" cy="5913"/>
              </a:xfrm>
              <a:custGeom>
                <a:avLst/>
                <a:gdLst/>
                <a:ahLst/>
                <a:cxnLst/>
                <a:rect l="l" t="t" r="r" b="b"/>
                <a:pathLst>
                  <a:path w="4033" h="202" extrusionOk="0">
                    <a:moveTo>
                      <a:pt x="0" y="0"/>
                    </a:moveTo>
                    <a:lnTo>
                      <a:pt x="0" y="201"/>
                    </a:lnTo>
                    <a:lnTo>
                      <a:pt x="4033" y="201"/>
                    </a:lnTo>
                    <a:lnTo>
                      <a:pt x="403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54"/>
              <p:cNvSpPr/>
              <p:nvPr/>
            </p:nvSpPr>
            <p:spPr>
              <a:xfrm>
                <a:off x="6958988" y="2973015"/>
                <a:ext cx="20425" cy="40572"/>
              </a:xfrm>
              <a:custGeom>
                <a:avLst/>
                <a:gdLst/>
                <a:ahLst/>
                <a:cxnLst/>
                <a:rect l="l" t="t" r="r" b="b"/>
                <a:pathLst>
                  <a:path w="683" h="1386" extrusionOk="0">
                    <a:moveTo>
                      <a:pt x="382" y="1"/>
                    </a:moveTo>
                    <a:lnTo>
                      <a:pt x="0" y="1385"/>
                    </a:lnTo>
                    <a:lnTo>
                      <a:pt x="682" y="1385"/>
                    </a:lnTo>
                    <a:lnTo>
                      <a:pt x="68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54"/>
              <p:cNvSpPr/>
              <p:nvPr/>
            </p:nvSpPr>
            <p:spPr>
              <a:xfrm>
                <a:off x="6982374" y="2973015"/>
                <a:ext cx="20425" cy="40572"/>
              </a:xfrm>
              <a:custGeom>
                <a:avLst/>
                <a:gdLst/>
                <a:ahLst/>
                <a:cxnLst/>
                <a:rect l="l" t="t" r="r" b="b"/>
                <a:pathLst>
                  <a:path w="683" h="1386" extrusionOk="0">
                    <a:moveTo>
                      <a:pt x="1" y="1"/>
                    </a:moveTo>
                    <a:lnTo>
                      <a:pt x="1" y="1385"/>
                    </a:lnTo>
                    <a:lnTo>
                      <a:pt x="683" y="1385"/>
                    </a:lnTo>
                    <a:lnTo>
                      <a:pt x="3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54"/>
              <p:cNvSpPr/>
              <p:nvPr/>
            </p:nvSpPr>
            <p:spPr>
              <a:xfrm>
                <a:off x="7554128" y="3172975"/>
                <a:ext cx="52872" cy="24999"/>
              </a:xfrm>
              <a:custGeom>
                <a:avLst/>
                <a:gdLst/>
                <a:ahLst/>
                <a:cxnLst/>
                <a:rect l="l" t="t" r="r" b="b"/>
                <a:pathLst>
                  <a:path w="1768" h="854" extrusionOk="0">
                    <a:moveTo>
                      <a:pt x="1454" y="1"/>
                    </a:moveTo>
                    <a:lnTo>
                      <a:pt x="1454" y="1"/>
                    </a:lnTo>
                    <a:cubicBezTo>
                      <a:pt x="1458" y="4"/>
                      <a:pt x="1461" y="8"/>
                      <a:pt x="1465" y="11"/>
                    </a:cubicBezTo>
                    <a:lnTo>
                      <a:pt x="1465" y="11"/>
                    </a:lnTo>
                    <a:cubicBezTo>
                      <a:pt x="1465" y="11"/>
                      <a:pt x="1464" y="11"/>
                      <a:pt x="1464" y="11"/>
                    </a:cubicBezTo>
                    <a:lnTo>
                      <a:pt x="1454" y="1"/>
                    </a:lnTo>
                    <a:close/>
                    <a:moveTo>
                      <a:pt x="140" y="11"/>
                    </a:moveTo>
                    <a:cubicBezTo>
                      <a:pt x="50" y="101"/>
                      <a:pt x="0" y="221"/>
                      <a:pt x="0" y="352"/>
                    </a:cubicBezTo>
                    <a:cubicBezTo>
                      <a:pt x="0" y="633"/>
                      <a:pt x="231" y="853"/>
                      <a:pt x="502" y="853"/>
                    </a:cubicBezTo>
                    <a:lnTo>
                      <a:pt x="1093" y="853"/>
                    </a:lnTo>
                    <a:cubicBezTo>
                      <a:pt x="1097" y="853"/>
                      <a:pt x="1102" y="853"/>
                      <a:pt x="1106" y="853"/>
                    </a:cubicBezTo>
                    <a:cubicBezTo>
                      <a:pt x="1544" y="853"/>
                      <a:pt x="1768" y="330"/>
                      <a:pt x="1465" y="11"/>
                    </a:cubicBezTo>
                    <a:lnTo>
                      <a:pt x="1465" y="11"/>
                    </a:lnTo>
                    <a:cubicBezTo>
                      <a:pt x="1475" y="61"/>
                      <a:pt x="1485" y="111"/>
                      <a:pt x="1485" y="171"/>
                    </a:cubicBezTo>
                    <a:cubicBezTo>
                      <a:pt x="1485" y="442"/>
                      <a:pt x="1294" y="673"/>
                      <a:pt x="1053" y="673"/>
                    </a:cubicBezTo>
                    <a:lnTo>
                      <a:pt x="552" y="673"/>
                    </a:lnTo>
                    <a:cubicBezTo>
                      <a:pt x="311" y="673"/>
                      <a:pt x="120" y="442"/>
                      <a:pt x="120" y="171"/>
                    </a:cubicBezTo>
                    <a:cubicBezTo>
                      <a:pt x="120" y="111"/>
                      <a:pt x="130" y="61"/>
                      <a:pt x="140" y="1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54"/>
              <p:cNvSpPr/>
              <p:nvPr/>
            </p:nvSpPr>
            <p:spPr>
              <a:xfrm>
                <a:off x="7559809" y="3156260"/>
                <a:ext cx="37531" cy="36708"/>
              </a:xfrm>
              <a:custGeom>
                <a:avLst/>
                <a:gdLst/>
                <a:ahLst/>
                <a:cxnLst/>
                <a:rect l="l" t="t" r="r" b="b"/>
                <a:pathLst>
                  <a:path w="1255" h="1254" extrusionOk="0">
                    <a:moveTo>
                      <a:pt x="633" y="0"/>
                    </a:moveTo>
                    <a:cubicBezTo>
                      <a:pt x="281" y="0"/>
                      <a:pt x="1" y="281"/>
                      <a:pt x="1" y="632"/>
                    </a:cubicBezTo>
                    <a:cubicBezTo>
                      <a:pt x="1" y="973"/>
                      <a:pt x="281" y="1254"/>
                      <a:pt x="633" y="1254"/>
                    </a:cubicBezTo>
                    <a:cubicBezTo>
                      <a:pt x="974" y="1254"/>
                      <a:pt x="1254" y="973"/>
                      <a:pt x="1254" y="632"/>
                    </a:cubicBezTo>
                    <a:cubicBezTo>
                      <a:pt x="1254" y="281"/>
                      <a:pt x="974" y="0"/>
                      <a:pt x="6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54"/>
              <p:cNvSpPr/>
              <p:nvPr/>
            </p:nvSpPr>
            <p:spPr>
              <a:xfrm>
                <a:off x="6988385" y="3123944"/>
                <a:ext cx="54607" cy="11475"/>
              </a:xfrm>
              <a:custGeom>
                <a:avLst/>
                <a:gdLst/>
                <a:ahLst/>
                <a:cxnLst/>
                <a:rect l="l" t="t" r="r" b="b"/>
                <a:pathLst>
                  <a:path w="1826" h="392" extrusionOk="0">
                    <a:moveTo>
                      <a:pt x="0" y="1"/>
                    </a:moveTo>
                    <a:lnTo>
                      <a:pt x="0" y="392"/>
                    </a:lnTo>
                    <a:lnTo>
                      <a:pt x="1826" y="392"/>
                    </a:lnTo>
                    <a:lnTo>
                      <a:pt x="182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54"/>
              <p:cNvSpPr/>
              <p:nvPr/>
            </p:nvSpPr>
            <p:spPr>
              <a:xfrm>
                <a:off x="6928096" y="3139224"/>
                <a:ext cx="42914" cy="7669"/>
              </a:xfrm>
              <a:custGeom>
                <a:avLst/>
                <a:gdLst/>
                <a:ahLst/>
                <a:cxnLst/>
                <a:rect l="l" t="t" r="r" b="b"/>
                <a:pathLst>
                  <a:path w="1435" h="262" extrusionOk="0">
                    <a:moveTo>
                      <a:pt x="0" y="0"/>
                    </a:moveTo>
                    <a:lnTo>
                      <a:pt x="0" y="261"/>
                    </a:lnTo>
                    <a:lnTo>
                      <a:pt x="1435" y="261"/>
                    </a:lnTo>
                    <a:lnTo>
                      <a:pt x="143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54"/>
              <p:cNvSpPr/>
              <p:nvPr/>
            </p:nvSpPr>
            <p:spPr>
              <a:xfrm>
                <a:off x="7007883" y="3152426"/>
                <a:ext cx="87622" cy="7669"/>
              </a:xfrm>
              <a:custGeom>
                <a:avLst/>
                <a:gdLst/>
                <a:ahLst/>
                <a:cxnLst/>
                <a:rect l="l" t="t" r="r" b="b"/>
                <a:pathLst>
                  <a:path w="2930" h="262" extrusionOk="0">
                    <a:moveTo>
                      <a:pt x="0" y="1"/>
                    </a:moveTo>
                    <a:lnTo>
                      <a:pt x="0" y="261"/>
                    </a:lnTo>
                    <a:lnTo>
                      <a:pt x="2929" y="261"/>
                    </a:lnTo>
                    <a:lnTo>
                      <a:pt x="292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54"/>
              <p:cNvSpPr/>
              <p:nvPr/>
            </p:nvSpPr>
            <p:spPr>
              <a:xfrm>
                <a:off x="6821006" y="3110449"/>
                <a:ext cx="72011" cy="17359"/>
              </a:xfrm>
              <a:custGeom>
                <a:avLst/>
                <a:gdLst/>
                <a:ahLst/>
                <a:cxnLst/>
                <a:rect l="l" t="t" r="r" b="b"/>
                <a:pathLst>
                  <a:path w="2408" h="593" extrusionOk="0">
                    <a:moveTo>
                      <a:pt x="0" y="0"/>
                    </a:moveTo>
                    <a:lnTo>
                      <a:pt x="0" y="592"/>
                    </a:lnTo>
                    <a:lnTo>
                      <a:pt x="2408" y="592"/>
                    </a:lnTo>
                    <a:lnTo>
                      <a:pt x="2408"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54"/>
              <p:cNvSpPr/>
              <p:nvPr/>
            </p:nvSpPr>
            <p:spPr>
              <a:xfrm>
                <a:off x="6647318" y="3245512"/>
                <a:ext cx="24642" cy="8255"/>
              </a:xfrm>
              <a:custGeom>
                <a:avLst/>
                <a:gdLst/>
                <a:ahLst/>
                <a:cxnLst/>
                <a:rect l="l" t="t" r="r" b="b"/>
                <a:pathLst>
                  <a:path w="824" h="282" extrusionOk="0">
                    <a:moveTo>
                      <a:pt x="1" y="0"/>
                    </a:moveTo>
                    <a:lnTo>
                      <a:pt x="1" y="281"/>
                    </a:lnTo>
                    <a:lnTo>
                      <a:pt x="823" y="281"/>
                    </a:lnTo>
                    <a:lnTo>
                      <a:pt x="8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54"/>
              <p:cNvSpPr/>
              <p:nvPr/>
            </p:nvSpPr>
            <p:spPr>
              <a:xfrm>
                <a:off x="6684221" y="3245512"/>
                <a:ext cx="24612" cy="8255"/>
              </a:xfrm>
              <a:custGeom>
                <a:avLst/>
                <a:gdLst/>
                <a:ahLst/>
                <a:cxnLst/>
                <a:rect l="l" t="t" r="r" b="b"/>
                <a:pathLst>
                  <a:path w="823" h="282" extrusionOk="0">
                    <a:moveTo>
                      <a:pt x="0" y="0"/>
                    </a:moveTo>
                    <a:lnTo>
                      <a:pt x="0" y="281"/>
                    </a:lnTo>
                    <a:lnTo>
                      <a:pt x="823" y="281"/>
                    </a:lnTo>
                    <a:lnTo>
                      <a:pt x="8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54"/>
              <p:cNvSpPr/>
              <p:nvPr/>
            </p:nvSpPr>
            <p:spPr>
              <a:xfrm>
                <a:off x="6721423" y="3245512"/>
                <a:ext cx="24313" cy="8255"/>
              </a:xfrm>
              <a:custGeom>
                <a:avLst/>
                <a:gdLst/>
                <a:ahLst/>
                <a:cxnLst/>
                <a:rect l="l" t="t" r="r" b="b"/>
                <a:pathLst>
                  <a:path w="813" h="282" extrusionOk="0">
                    <a:moveTo>
                      <a:pt x="0" y="0"/>
                    </a:moveTo>
                    <a:lnTo>
                      <a:pt x="0" y="281"/>
                    </a:lnTo>
                    <a:lnTo>
                      <a:pt x="813" y="281"/>
                    </a:lnTo>
                    <a:lnTo>
                      <a:pt x="8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54"/>
              <p:cNvSpPr/>
              <p:nvPr/>
            </p:nvSpPr>
            <p:spPr>
              <a:xfrm>
                <a:off x="6758296" y="3245512"/>
                <a:ext cx="24343" cy="8255"/>
              </a:xfrm>
              <a:custGeom>
                <a:avLst/>
                <a:gdLst/>
                <a:ahLst/>
                <a:cxnLst/>
                <a:rect l="l" t="t" r="r" b="b"/>
                <a:pathLst>
                  <a:path w="814" h="282" extrusionOk="0">
                    <a:moveTo>
                      <a:pt x="1" y="0"/>
                    </a:moveTo>
                    <a:lnTo>
                      <a:pt x="1" y="281"/>
                    </a:lnTo>
                    <a:lnTo>
                      <a:pt x="813" y="281"/>
                    </a:lnTo>
                    <a:lnTo>
                      <a:pt x="8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54"/>
              <p:cNvSpPr/>
              <p:nvPr/>
            </p:nvSpPr>
            <p:spPr>
              <a:xfrm>
                <a:off x="6795198" y="3245512"/>
                <a:ext cx="24642" cy="8255"/>
              </a:xfrm>
              <a:custGeom>
                <a:avLst/>
                <a:gdLst/>
                <a:ahLst/>
                <a:cxnLst/>
                <a:rect l="l" t="t" r="r" b="b"/>
                <a:pathLst>
                  <a:path w="824" h="282" extrusionOk="0">
                    <a:moveTo>
                      <a:pt x="1" y="0"/>
                    </a:moveTo>
                    <a:lnTo>
                      <a:pt x="1" y="281"/>
                    </a:lnTo>
                    <a:lnTo>
                      <a:pt x="823" y="281"/>
                    </a:lnTo>
                    <a:lnTo>
                      <a:pt x="8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54"/>
              <p:cNvSpPr/>
              <p:nvPr/>
            </p:nvSpPr>
            <p:spPr>
              <a:xfrm>
                <a:off x="6832101" y="3245512"/>
                <a:ext cx="24642" cy="8255"/>
              </a:xfrm>
              <a:custGeom>
                <a:avLst/>
                <a:gdLst/>
                <a:ahLst/>
                <a:cxnLst/>
                <a:rect l="l" t="t" r="r" b="b"/>
                <a:pathLst>
                  <a:path w="824" h="282" extrusionOk="0">
                    <a:moveTo>
                      <a:pt x="1" y="0"/>
                    </a:moveTo>
                    <a:lnTo>
                      <a:pt x="1" y="281"/>
                    </a:lnTo>
                    <a:lnTo>
                      <a:pt x="823" y="281"/>
                    </a:lnTo>
                    <a:lnTo>
                      <a:pt x="8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54"/>
              <p:cNvSpPr/>
              <p:nvPr/>
            </p:nvSpPr>
            <p:spPr>
              <a:xfrm>
                <a:off x="6860003" y="3255201"/>
                <a:ext cx="85827" cy="24091"/>
              </a:xfrm>
              <a:custGeom>
                <a:avLst/>
                <a:gdLst/>
                <a:ahLst/>
                <a:cxnLst/>
                <a:rect l="l" t="t" r="r" b="b"/>
                <a:pathLst>
                  <a:path w="2870" h="823" extrusionOk="0">
                    <a:moveTo>
                      <a:pt x="0" y="0"/>
                    </a:moveTo>
                    <a:lnTo>
                      <a:pt x="0" y="823"/>
                    </a:lnTo>
                    <a:lnTo>
                      <a:pt x="2869" y="823"/>
                    </a:lnTo>
                    <a:lnTo>
                      <a:pt x="28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54"/>
              <p:cNvSpPr/>
              <p:nvPr/>
            </p:nvSpPr>
            <p:spPr>
              <a:xfrm>
                <a:off x="6847413" y="3251952"/>
                <a:ext cx="108914" cy="3864"/>
              </a:xfrm>
              <a:custGeom>
                <a:avLst/>
                <a:gdLst/>
                <a:ahLst/>
                <a:cxnLst/>
                <a:rect l="l" t="t" r="r" b="b"/>
                <a:pathLst>
                  <a:path w="3642" h="132" extrusionOk="0">
                    <a:moveTo>
                      <a:pt x="0" y="1"/>
                    </a:moveTo>
                    <a:lnTo>
                      <a:pt x="0" y="131"/>
                    </a:lnTo>
                    <a:lnTo>
                      <a:pt x="3641" y="131"/>
                    </a:lnTo>
                    <a:lnTo>
                      <a:pt x="364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54"/>
              <p:cNvSpPr/>
              <p:nvPr/>
            </p:nvSpPr>
            <p:spPr>
              <a:xfrm>
                <a:off x="6988385" y="3255201"/>
                <a:ext cx="85827" cy="24091"/>
              </a:xfrm>
              <a:custGeom>
                <a:avLst/>
                <a:gdLst/>
                <a:ahLst/>
                <a:cxnLst/>
                <a:rect l="l" t="t" r="r" b="b"/>
                <a:pathLst>
                  <a:path w="2870" h="823" extrusionOk="0">
                    <a:moveTo>
                      <a:pt x="0" y="0"/>
                    </a:moveTo>
                    <a:lnTo>
                      <a:pt x="0" y="823"/>
                    </a:lnTo>
                    <a:lnTo>
                      <a:pt x="2869" y="823"/>
                    </a:lnTo>
                    <a:lnTo>
                      <a:pt x="2869"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54"/>
              <p:cNvSpPr/>
              <p:nvPr/>
            </p:nvSpPr>
            <p:spPr>
              <a:xfrm>
                <a:off x="6975795" y="3251952"/>
                <a:ext cx="109213" cy="3864"/>
              </a:xfrm>
              <a:custGeom>
                <a:avLst/>
                <a:gdLst/>
                <a:ahLst/>
                <a:cxnLst/>
                <a:rect l="l" t="t" r="r" b="b"/>
                <a:pathLst>
                  <a:path w="3652" h="132" extrusionOk="0">
                    <a:moveTo>
                      <a:pt x="0" y="1"/>
                    </a:moveTo>
                    <a:lnTo>
                      <a:pt x="0" y="131"/>
                    </a:lnTo>
                    <a:lnTo>
                      <a:pt x="3651" y="131"/>
                    </a:lnTo>
                    <a:lnTo>
                      <a:pt x="365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8" name="Google Shape;3530;p54">
            <a:extLst>
              <a:ext uri="{FF2B5EF4-FFF2-40B4-BE49-F238E27FC236}">
                <a16:creationId xmlns:a16="http://schemas.microsoft.com/office/drawing/2014/main" id="{521DD9A2-870C-C9D0-C2C1-447C34728DFF}"/>
              </a:ext>
            </a:extLst>
          </p:cNvPr>
          <p:cNvSpPr txBox="1">
            <a:spLocks/>
          </p:cNvSpPr>
          <p:nvPr/>
        </p:nvSpPr>
        <p:spPr>
          <a:xfrm>
            <a:off x="3692971" y="928513"/>
            <a:ext cx="4572000" cy="850773"/>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lt1"/>
              </a:buClr>
              <a:buSzPts val="6000"/>
              <a:buFont typeface="Domine"/>
              <a:buNone/>
              <a:defRPr sz="4000" b="1" i="0" u="none" strike="noStrike" cap="none">
                <a:solidFill>
                  <a:schemeClr val="dk1"/>
                </a:solidFill>
                <a:latin typeface="Domine"/>
                <a:ea typeface="Domine"/>
                <a:cs typeface="Domine"/>
                <a:sym typeface="Domine"/>
              </a:defRPr>
            </a:lvl1pPr>
            <a:lvl2pPr marR="0" lvl="1" algn="ctr" rtl="0">
              <a:lnSpc>
                <a:spcPct val="100000"/>
              </a:lnSpc>
              <a:spcBef>
                <a:spcPts val="0"/>
              </a:spcBef>
              <a:spcAft>
                <a:spcPts val="0"/>
              </a:spcAft>
              <a:buClr>
                <a:schemeClr val="lt1"/>
              </a:buClr>
              <a:buSzPts val="6000"/>
              <a:buFont typeface="Domine"/>
              <a:buNone/>
              <a:defRPr sz="6000" b="1" i="0" u="none" strike="noStrike" cap="none">
                <a:solidFill>
                  <a:schemeClr val="lt1"/>
                </a:solidFill>
                <a:latin typeface="Domine"/>
                <a:ea typeface="Domine"/>
                <a:cs typeface="Domine"/>
                <a:sym typeface="Domine"/>
              </a:defRPr>
            </a:lvl2pPr>
            <a:lvl3pPr marR="0" lvl="2" algn="ctr" rtl="0">
              <a:lnSpc>
                <a:spcPct val="100000"/>
              </a:lnSpc>
              <a:spcBef>
                <a:spcPts val="0"/>
              </a:spcBef>
              <a:spcAft>
                <a:spcPts val="0"/>
              </a:spcAft>
              <a:buClr>
                <a:schemeClr val="lt1"/>
              </a:buClr>
              <a:buSzPts val="6000"/>
              <a:buFont typeface="Domine"/>
              <a:buNone/>
              <a:defRPr sz="6000" b="1" i="0" u="none" strike="noStrike" cap="none">
                <a:solidFill>
                  <a:schemeClr val="lt1"/>
                </a:solidFill>
                <a:latin typeface="Domine"/>
                <a:ea typeface="Domine"/>
                <a:cs typeface="Domine"/>
                <a:sym typeface="Domine"/>
              </a:defRPr>
            </a:lvl3pPr>
            <a:lvl4pPr marR="0" lvl="3" algn="ctr" rtl="0">
              <a:lnSpc>
                <a:spcPct val="100000"/>
              </a:lnSpc>
              <a:spcBef>
                <a:spcPts val="0"/>
              </a:spcBef>
              <a:spcAft>
                <a:spcPts val="0"/>
              </a:spcAft>
              <a:buClr>
                <a:schemeClr val="lt1"/>
              </a:buClr>
              <a:buSzPts val="6000"/>
              <a:buFont typeface="Domine"/>
              <a:buNone/>
              <a:defRPr sz="6000" b="1" i="0" u="none" strike="noStrike" cap="none">
                <a:solidFill>
                  <a:schemeClr val="lt1"/>
                </a:solidFill>
                <a:latin typeface="Domine"/>
                <a:ea typeface="Domine"/>
                <a:cs typeface="Domine"/>
                <a:sym typeface="Domine"/>
              </a:defRPr>
            </a:lvl4pPr>
            <a:lvl5pPr marR="0" lvl="4" algn="ctr" rtl="0">
              <a:lnSpc>
                <a:spcPct val="100000"/>
              </a:lnSpc>
              <a:spcBef>
                <a:spcPts val="0"/>
              </a:spcBef>
              <a:spcAft>
                <a:spcPts val="0"/>
              </a:spcAft>
              <a:buClr>
                <a:schemeClr val="lt1"/>
              </a:buClr>
              <a:buSzPts val="6000"/>
              <a:buFont typeface="Domine"/>
              <a:buNone/>
              <a:defRPr sz="6000" b="1" i="0" u="none" strike="noStrike" cap="none">
                <a:solidFill>
                  <a:schemeClr val="lt1"/>
                </a:solidFill>
                <a:latin typeface="Domine"/>
                <a:ea typeface="Domine"/>
                <a:cs typeface="Domine"/>
                <a:sym typeface="Domine"/>
              </a:defRPr>
            </a:lvl5pPr>
            <a:lvl6pPr marR="0" lvl="5" algn="ctr" rtl="0">
              <a:lnSpc>
                <a:spcPct val="100000"/>
              </a:lnSpc>
              <a:spcBef>
                <a:spcPts val="0"/>
              </a:spcBef>
              <a:spcAft>
                <a:spcPts val="0"/>
              </a:spcAft>
              <a:buClr>
                <a:schemeClr val="lt1"/>
              </a:buClr>
              <a:buSzPts val="6000"/>
              <a:buFont typeface="Domine"/>
              <a:buNone/>
              <a:defRPr sz="6000" b="1" i="0" u="none" strike="noStrike" cap="none">
                <a:solidFill>
                  <a:schemeClr val="lt1"/>
                </a:solidFill>
                <a:latin typeface="Domine"/>
                <a:ea typeface="Domine"/>
                <a:cs typeface="Domine"/>
                <a:sym typeface="Domine"/>
              </a:defRPr>
            </a:lvl6pPr>
            <a:lvl7pPr marR="0" lvl="6" algn="ctr" rtl="0">
              <a:lnSpc>
                <a:spcPct val="100000"/>
              </a:lnSpc>
              <a:spcBef>
                <a:spcPts val="0"/>
              </a:spcBef>
              <a:spcAft>
                <a:spcPts val="0"/>
              </a:spcAft>
              <a:buClr>
                <a:schemeClr val="lt1"/>
              </a:buClr>
              <a:buSzPts val="6000"/>
              <a:buFont typeface="Domine"/>
              <a:buNone/>
              <a:defRPr sz="6000" b="1" i="0" u="none" strike="noStrike" cap="none">
                <a:solidFill>
                  <a:schemeClr val="lt1"/>
                </a:solidFill>
                <a:latin typeface="Domine"/>
                <a:ea typeface="Domine"/>
                <a:cs typeface="Domine"/>
                <a:sym typeface="Domine"/>
              </a:defRPr>
            </a:lvl7pPr>
            <a:lvl8pPr marR="0" lvl="7" algn="ctr" rtl="0">
              <a:lnSpc>
                <a:spcPct val="100000"/>
              </a:lnSpc>
              <a:spcBef>
                <a:spcPts val="0"/>
              </a:spcBef>
              <a:spcAft>
                <a:spcPts val="0"/>
              </a:spcAft>
              <a:buClr>
                <a:schemeClr val="lt1"/>
              </a:buClr>
              <a:buSzPts val="6000"/>
              <a:buFont typeface="Domine"/>
              <a:buNone/>
              <a:defRPr sz="6000" b="1" i="0" u="none" strike="noStrike" cap="none">
                <a:solidFill>
                  <a:schemeClr val="lt1"/>
                </a:solidFill>
                <a:latin typeface="Domine"/>
                <a:ea typeface="Domine"/>
                <a:cs typeface="Domine"/>
                <a:sym typeface="Domine"/>
              </a:defRPr>
            </a:lvl8pPr>
            <a:lvl9pPr marR="0" lvl="8" algn="ctr" rtl="0">
              <a:lnSpc>
                <a:spcPct val="100000"/>
              </a:lnSpc>
              <a:spcBef>
                <a:spcPts val="0"/>
              </a:spcBef>
              <a:spcAft>
                <a:spcPts val="0"/>
              </a:spcAft>
              <a:buClr>
                <a:schemeClr val="lt1"/>
              </a:buClr>
              <a:buSzPts val="6000"/>
              <a:buFont typeface="Domine"/>
              <a:buNone/>
              <a:defRPr sz="6000" b="1" i="0" u="none" strike="noStrike" cap="none">
                <a:solidFill>
                  <a:schemeClr val="lt1"/>
                </a:solidFill>
                <a:latin typeface="Domine"/>
                <a:ea typeface="Domine"/>
                <a:cs typeface="Domine"/>
                <a:sym typeface="Domine"/>
              </a:defRPr>
            </a:lvl9pPr>
          </a:lstStyle>
          <a:p>
            <a:r>
              <a:rPr lang="en-US" sz="4400" i="1" dirty="0"/>
              <a:t>THESEUS</a:t>
            </a:r>
            <a:endParaRPr lang="en-US" i="1" dirty="0"/>
          </a:p>
        </p:txBody>
      </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530"/>
                                        </p:tgtEl>
                                        <p:attrNameLst>
                                          <p:attrName>style.visibility</p:attrName>
                                        </p:attrNameLst>
                                      </p:cBhvr>
                                      <p:to>
                                        <p:strVal val="visible"/>
                                      </p:to>
                                    </p:set>
                                    <p:animEffect transition="in" filter="fade">
                                      <p:cBhvr>
                                        <p:cTn id="7" dur="500"/>
                                        <p:tgtEl>
                                          <p:spTgt spid="35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531"/>
                                        </p:tgtEl>
                                        <p:attrNameLst>
                                          <p:attrName>style.visibility</p:attrName>
                                        </p:attrNameLst>
                                      </p:cBhvr>
                                      <p:to>
                                        <p:strVal val="visible"/>
                                      </p:to>
                                    </p:set>
                                    <p:animEffect transition="in" filter="fade">
                                      <p:cBhvr>
                                        <p:cTn id="12" dur="500"/>
                                        <p:tgtEl>
                                          <p:spTgt spid="35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533"/>
                                        </p:tgtEl>
                                        <p:attrNameLst>
                                          <p:attrName>style.visibility</p:attrName>
                                        </p:attrNameLst>
                                      </p:cBhvr>
                                      <p:to>
                                        <p:strVal val="visible"/>
                                      </p:to>
                                    </p:set>
                                    <p:animEffect transition="in" filter="fade">
                                      <p:cBhvr>
                                        <p:cTn id="17" dur="500"/>
                                        <p:tgtEl>
                                          <p:spTgt spid="35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30" grpId="0"/>
      <p:bldP spid="3531" grpId="0"/>
      <p:bldP spid="353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518">
          <a:extLst>
            <a:ext uri="{FF2B5EF4-FFF2-40B4-BE49-F238E27FC236}">
              <a16:creationId xmlns:a16="http://schemas.microsoft.com/office/drawing/2014/main" id="{F4621808-2A77-4B2C-38F1-198E728E957B}"/>
            </a:ext>
          </a:extLst>
        </p:cNvPr>
        <p:cNvGrpSpPr/>
        <p:nvPr/>
      </p:nvGrpSpPr>
      <p:grpSpPr>
        <a:xfrm>
          <a:off x="0" y="0"/>
          <a:ext cx="0" cy="0"/>
          <a:chOff x="0" y="0"/>
          <a:chExt cx="0" cy="0"/>
        </a:xfrm>
      </p:grpSpPr>
      <p:sp>
        <p:nvSpPr>
          <p:cNvPr id="3519" name="Google Shape;3519;p53">
            <a:extLst>
              <a:ext uri="{FF2B5EF4-FFF2-40B4-BE49-F238E27FC236}">
                <a16:creationId xmlns:a16="http://schemas.microsoft.com/office/drawing/2014/main" id="{D356561D-8412-6CEB-890D-83F59B7F0739}"/>
              </a:ext>
            </a:extLst>
          </p:cNvPr>
          <p:cNvSpPr txBox="1">
            <a:spLocks noGrp="1"/>
          </p:cNvSpPr>
          <p:nvPr>
            <p:ph type="title"/>
          </p:nvPr>
        </p:nvSpPr>
        <p:spPr>
          <a:xfrm>
            <a:off x="2844800" y="487110"/>
            <a:ext cx="3345543" cy="816249"/>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4400" dirty="0"/>
              <a:t>H</a:t>
            </a:r>
            <a:r>
              <a:rPr lang="en-US" sz="4400" dirty="0"/>
              <a:t>a</a:t>
            </a:r>
            <a:r>
              <a:rPr lang="en" sz="4400" dirty="0"/>
              <a:t>rdware </a:t>
            </a:r>
            <a:endParaRPr sz="4400" dirty="0"/>
          </a:p>
        </p:txBody>
      </p:sp>
      <p:pic>
        <p:nvPicPr>
          <p:cNvPr id="5" name="Picture 4">
            <a:extLst>
              <a:ext uri="{FF2B5EF4-FFF2-40B4-BE49-F238E27FC236}">
                <a16:creationId xmlns:a16="http://schemas.microsoft.com/office/drawing/2014/main" id="{A4E1FE45-6F28-2BEF-5E2B-A9A41CEA3DD2}"/>
              </a:ext>
            </a:extLst>
          </p:cNvPr>
          <p:cNvPicPr>
            <a:picLocks noChangeAspect="1"/>
          </p:cNvPicPr>
          <p:nvPr/>
        </p:nvPicPr>
        <p:blipFill>
          <a:blip r:embed="rId3"/>
          <a:srcRect t="25882" b="8509"/>
          <a:stretch>
            <a:fillRect/>
          </a:stretch>
        </p:blipFill>
        <p:spPr>
          <a:xfrm>
            <a:off x="2491844" y="1480479"/>
            <a:ext cx="2300583" cy="157500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15" name="Picture 14">
            <a:extLst>
              <a:ext uri="{FF2B5EF4-FFF2-40B4-BE49-F238E27FC236}">
                <a16:creationId xmlns:a16="http://schemas.microsoft.com/office/drawing/2014/main" id="{21C02C68-FA5F-C191-27E4-FF378182C5CB}"/>
              </a:ext>
            </a:extLst>
          </p:cNvPr>
          <p:cNvPicPr>
            <a:picLocks noChangeAspect="1"/>
          </p:cNvPicPr>
          <p:nvPr/>
        </p:nvPicPr>
        <p:blipFill>
          <a:blip r:embed="rId4"/>
          <a:srcRect l="22040" t="7531" r="21428" b="10176"/>
          <a:stretch>
            <a:fillRect/>
          </a:stretch>
        </p:blipFill>
        <p:spPr>
          <a:xfrm>
            <a:off x="5360657" y="1765479"/>
            <a:ext cx="663173" cy="100500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sp>
        <p:nvSpPr>
          <p:cNvPr id="16" name="Google Shape;3519;p53">
            <a:extLst>
              <a:ext uri="{FF2B5EF4-FFF2-40B4-BE49-F238E27FC236}">
                <a16:creationId xmlns:a16="http://schemas.microsoft.com/office/drawing/2014/main" id="{9252518B-3A06-4F01-E652-5459A958CD6B}"/>
              </a:ext>
            </a:extLst>
          </p:cNvPr>
          <p:cNvSpPr txBox="1">
            <a:spLocks/>
          </p:cNvSpPr>
          <p:nvPr/>
        </p:nvSpPr>
        <p:spPr>
          <a:xfrm>
            <a:off x="1592027" y="3232603"/>
            <a:ext cx="6400800" cy="1215077"/>
          </a:xfrm>
          <a:prstGeom prst="rect">
            <a:avLst/>
          </a:prstGeom>
          <a:noFill/>
          <a:ln>
            <a:noFill/>
          </a:ln>
        </p:spPr>
        <p:txBody>
          <a:bodyPr spcFirstLastPara="1" wrap="square" lIns="91425" tIns="91425" rIns="91425" bIns="91425" anchor="b"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9600"/>
              <a:buFont typeface="Domine"/>
              <a:buNone/>
              <a:defRPr sz="6500" b="1" i="0" u="none" strike="noStrike" cap="none">
                <a:solidFill>
                  <a:schemeClr val="dk1"/>
                </a:solidFill>
                <a:latin typeface="Domine"/>
                <a:ea typeface="Domine"/>
                <a:cs typeface="Domine"/>
                <a:sym typeface="Domine"/>
              </a:defRPr>
            </a:lvl1pPr>
            <a:lvl2pPr marR="0" lvl="1" algn="ctr" rtl="0">
              <a:lnSpc>
                <a:spcPct val="100000"/>
              </a:lnSpc>
              <a:spcBef>
                <a:spcPts val="0"/>
              </a:spcBef>
              <a:spcAft>
                <a:spcPts val="0"/>
              </a:spcAft>
              <a:buClr>
                <a:schemeClr val="dk1"/>
              </a:buClr>
              <a:buSzPts val="9600"/>
              <a:buFont typeface="Domine"/>
              <a:buNone/>
              <a:defRPr sz="9600" b="1" i="0" u="none" strike="noStrike" cap="none">
                <a:solidFill>
                  <a:schemeClr val="dk1"/>
                </a:solidFill>
                <a:latin typeface="Domine"/>
                <a:ea typeface="Domine"/>
                <a:cs typeface="Domine"/>
                <a:sym typeface="Domine"/>
              </a:defRPr>
            </a:lvl2pPr>
            <a:lvl3pPr marR="0" lvl="2" algn="ctr" rtl="0">
              <a:lnSpc>
                <a:spcPct val="100000"/>
              </a:lnSpc>
              <a:spcBef>
                <a:spcPts val="0"/>
              </a:spcBef>
              <a:spcAft>
                <a:spcPts val="0"/>
              </a:spcAft>
              <a:buClr>
                <a:schemeClr val="dk1"/>
              </a:buClr>
              <a:buSzPts val="9600"/>
              <a:buFont typeface="Domine"/>
              <a:buNone/>
              <a:defRPr sz="9600" b="1" i="0" u="none" strike="noStrike" cap="none">
                <a:solidFill>
                  <a:schemeClr val="dk1"/>
                </a:solidFill>
                <a:latin typeface="Domine"/>
                <a:ea typeface="Domine"/>
                <a:cs typeface="Domine"/>
                <a:sym typeface="Domine"/>
              </a:defRPr>
            </a:lvl3pPr>
            <a:lvl4pPr marR="0" lvl="3" algn="ctr" rtl="0">
              <a:lnSpc>
                <a:spcPct val="100000"/>
              </a:lnSpc>
              <a:spcBef>
                <a:spcPts val="0"/>
              </a:spcBef>
              <a:spcAft>
                <a:spcPts val="0"/>
              </a:spcAft>
              <a:buClr>
                <a:schemeClr val="dk1"/>
              </a:buClr>
              <a:buSzPts val="9600"/>
              <a:buFont typeface="Domine"/>
              <a:buNone/>
              <a:defRPr sz="9600" b="1" i="0" u="none" strike="noStrike" cap="none">
                <a:solidFill>
                  <a:schemeClr val="dk1"/>
                </a:solidFill>
                <a:latin typeface="Domine"/>
                <a:ea typeface="Domine"/>
                <a:cs typeface="Domine"/>
                <a:sym typeface="Domine"/>
              </a:defRPr>
            </a:lvl4pPr>
            <a:lvl5pPr marR="0" lvl="4" algn="ctr" rtl="0">
              <a:lnSpc>
                <a:spcPct val="100000"/>
              </a:lnSpc>
              <a:spcBef>
                <a:spcPts val="0"/>
              </a:spcBef>
              <a:spcAft>
                <a:spcPts val="0"/>
              </a:spcAft>
              <a:buClr>
                <a:schemeClr val="dk1"/>
              </a:buClr>
              <a:buSzPts val="9600"/>
              <a:buFont typeface="Domine"/>
              <a:buNone/>
              <a:defRPr sz="9600" b="1" i="0" u="none" strike="noStrike" cap="none">
                <a:solidFill>
                  <a:schemeClr val="dk1"/>
                </a:solidFill>
                <a:latin typeface="Domine"/>
                <a:ea typeface="Domine"/>
                <a:cs typeface="Domine"/>
                <a:sym typeface="Domine"/>
              </a:defRPr>
            </a:lvl5pPr>
            <a:lvl6pPr marR="0" lvl="5" algn="ctr" rtl="0">
              <a:lnSpc>
                <a:spcPct val="100000"/>
              </a:lnSpc>
              <a:spcBef>
                <a:spcPts val="0"/>
              </a:spcBef>
              <a:spcAft>
                <a:spcPts val="0"/>
              </a:spcAft>
              <a:buClr>
                <a:schemeClr val="dk1"/>
              </a:buClr>
              <a:buSzPts val="9600"/>
              <a:buFont typeface="Domine"/>
              <a:buNone/>
              <a:defRPr sz="9600" b="1" i="0" u="none" strike="noStrike" cap="none">
                <a:solidFill>
                  <a:schemeClr val="dk1"/>
                </a:solidFill>
                <a:latin typeface="Domine"/>
                <a:ea typeface="Domine"/>
                <a:cs typeface="Domine"/>
                <a:sym typeface="Domine"/>
              </a:defRPr>
            </a:lvl6pPr>
            <a:lvl7pPr marR="0" lvl="6" algn="ctr" rtl="0">
              <a:lnSpc>
                <a:spcPct val="100000"/>
              </a:lnSpc>
              <a:spcBef>
                <a:spcPts val="0"/>
              </a:spcBef>
              <a:spcAft>
                <a:spcPts val="0"/>
              </a:spcAft>
              <a:buClr>
                <a:schemeClr val="dk1"/>
              </a:buClr>
              <a:buSzPts val="9600"/>
              <a:buFont typeface="Domine"/>
              <a:buNone/>
              <a:defRPr sz="9600" b="1" i="0" u="none" strike="noStrike" cap="none">
                <a:solidFill>
                  <a:schemeClr val="dk1"/>
                </a:solidFill>
                <a:latin typeface="Domine"/>
                <a:ea typeface="Domine"/>
                <a:cs typeface="Domine"/>
                <a:sym typeface="Domine"/>
              </a:defRPr>
            </a:lvl7pPr>
            <a:lvl8pPr marR="0" lvl="7" algn="ctr" rtl="0">
              <a:lnSpc>
                <a:spcPct val="100000"/>
              </a:lnSpc>
              <a:spcBef>
                <a:spcPts val="0"/>
              </a:spcBef>
              <a:spcAft>
                <a:spcPts val="0"/>
              </a:spcAft>
              <a:buClr>
                <a:schemeClr val="dk1"/>
              </a:buClr>
              <a:buSzPts val="9600"/>
              <a:buFont typeface="Domine"/>
              <a:buNone/>
              <a:defRPr sz="9600" b="1" i="0" u="none" strike="noStrike" cap="none">
                <a:solidFill>
                  <a:schemeClr val="dk1"/>
                </a:solidFill>
                <a:latin typeface="Domine"/>
                <a:ea typeface="Domine"/>
                <a:cs typeface="Domine"/>
                <a:sym typeface="Domine"/>
              </a:defRPr>
            </a:lvl8pPr>
            <a:lvl9pPr marR="0" lvl="8" algn="ctr" rtl="0">
              <a:lnSpc>
                <a:spcPct val="100000"/>
              </a:lnSpc>
              <a:spcBef>
                <a:spcPts val="0"/>
              </a:spcBef>
              <a:spcAft>
                <a:spcPts val="0"/>
              </a:spcAft>
              <a:buClr>
                <a:schemeClr val="dk1"/>
              </a:buClr>
              <a:buSzPts val="9600"/>
              <a:buFont typeface="Domine"/>
              <a:buNone/>
              <a:defRPr sz="9600" b="1" i="0" u="none" strike="noStrike" cap="none">
                <a:solidFill>
                  <a:schemeClr val="dk1"/>
                </a:solidFill>
                <a:latin typeface="Domine"/>
                <a:ea typeface="Domine"/>
                <a:cs typeface="Domine"/>
                <a:sym typeface="Domine"/>
              </a:defRPr>
            </a:lvl9pPr>
          </a:lstStyle>
          <a:p>
            <a:r>
              <a:rPr lang="en-US" sz="3200" b="0" dirty="0"/>
              <a:t>Low-cost, credit card-sized computer</a:t>
            </a:r>
          </a:p>
        </p:txBody>
      </p:sp>
    </p:spTree>
    <p:extLst>
      <p:ext uri="{BB962C8B-B14F-4D97-AF65-F5344CB8AC3E}">
        <p14:creationId xmlns:p14="http://schemas.microsoft.com/office/powerpoint/2010/main" val="260829535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9F0437A-09B0-A9CC-FB70-69EC7B7255F3}"/>
              </a:ext>
            </a:extLst>
          </p:cNvPr>
          <p:cNvSpPr>
            <a:spLocks noGrp="1"/>
          </p:cNvSpPr>
          <p:nvPr>
            <p:ph type="subTitle" idx="1"/>
          </p:nvPr>
        </p:nvSpPr>
        <p:spPr>
          <a:xfrm>
            <a:off x="4668882" y="1029947"/>
            <a:ext cx="4031060" cy="2895600"/>
          </a:xfrm>
        </p:spPr>
        <p:txBody>
          <a:bodyPr/>
          <a:lstStyle/>
          <a:p>
            <a:pPr marL="596900" indent="-457200">
              <a:buFont typeface="Arial" panose="020B0604020202020204" pitchFamily="34" charset="0"/>
              <a:buChar char="•"/>
            </a:pPr>
            <a:r>
              <a:rPr lang="en-US" sz="2800" dirty="0"/>
              <a:t>Learn from every mission</a:t>
            </a:r>
          </a:p>
          <a:p>
            <a:pPr marL="596900" indent="-457200">
              <a:buFont typeface="Arial" panose="020B0604020202020204" pitchFamily="34" charset="0"/>
              <a:buChar char="•"/>
            </a:pPr>
            <a:endParaRPr lang="en-US" sz="1800" dirty="0"/>
          </a:p>
          <a:p>
            <a:pPr marL="596900" indent="-457200">
              <a:buFont typeface="Arial" panose="020B0604020202020204" pitchFamily="34" charset="0"/>
              <a:buChar char="•"/>
            </a:pPr>
            <a:r>
              <a:rPr lang="en-US" sz="2800" dirty="0"/>
              <a:t>Share across fleet</a:t>
            </a:r>
          </a:p>
          <a:p>
            <a:pPr marL="596900" indent="-457200">
              <a:buFont typeface="Arial" panose="020B0604020202020204" pitchFamily="34" charset="0"/>
              <a:buChar char="•"/>
            </a:pPr>
            <a:endParaRPr lang="en-US" sz="1800" dirty="0"/>
          </a:p>
          <a:p>
            <a:pPr marL="596900" indent="-457200">
              <a:buFont typeface="Arial" panose="020B0604020202020204" pitchFamily="34" charset="0"/>
              <a:buChar char="•"/>
            </a:pPr>
            <a:r>
              <a:rPr lang="en-US" sz="2800" dirty="0"/>
              <a:t>Develop stronger warfighters </a:t>
            </a:r>
          </a:p>
        </p:txBody>
      </p:sp>
      <p:pic>
        <p:nvPicPr>
          <p:cNvPr id="4" name="Picture Placeholder 8">
            <a:extLst>
              <a:ext uri="{FF2B5EF4-FFF2-40B4-BE49-F238E27FC236}">
                <a16:creationId xmlns:a16="http://schemas.microsoft.com/office/drawing/2014/main" id="{158AB5F8-46AB-91C2-0C2F-2DA52FB486C5}"/>
              </a:ext>
            </a:extLst>
          </p:cNvPr>
          <p:cNvPicPr>
            <a:picLocks noChangeAspect="1"/>
          </p:cNvPicPr>
          <p:nvPr/>
        </p:nvPicPr>
        <p:blipFill>
          <a:blip r:embed="rId2"/>
          <a:srcRect l="1369" r="1369"/>
          <a:stretch/>
        </p:blipFill>
        <p:spPr>
          <a:xfrm>
            <a:off x="713300" y="445547"/>
            <a:ext cx="3678000" cy="4064400"/>
          </a:xfrm>
          <a:prstGeom prst="rect">
            <a:avLst/>
          </a:prstGeom>
          <a:noFill/>
          <a:ln>
            <a:noFill/>
          </a:ln>
        </p:spPr>
      </p:pic>
    </p:spTree>
    <p:extLst>
      <p:ext uri="{BB962C8B-B14F-4D97-AF65-F5344CB8AC3E}">
        <p14:creationId xmlns:p14="http://schemas.microsoft.com/office/powerpoint/2010/main" val="1104571553"/>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14"/>
        <p:cNvGrpSpPr/>
        <p:nvPr/>
      </p:nvGrpSpPr>
      <p:grpSpPr>
        <a:xfrm>
          <a:off x="0" y="0"/>
          <a:ext cx="0" cy="0"/>
          <a:chOff x="0" y="0"/>
          <a:chExt cx="0" cy="0"/>
        </a:xfrm>
      </p:grpSpPr>
      <p:sp>
        <p:nvSpPr>
          <p:cNvPr id="2315" name="Google Shape;2315;p49"/>
          <p:cNvSpPr txBox="1">
            <a:spLocks noGrp="1"/>
          </p:cNvSpPr>
          <p:nvPr>
            <p:ph type="title"/>
          </p:nvPr>
        </p:nvSpPr>
        <p:spPr>
          <a:xfrm>
            <a:off x="714750" y="1565838"/>
            <a:ext cx="5020200" cy="2011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dirty="0"/>
              <a:t>Thank you</a:t>
            </a:r>
            <a:endParaRPr dirty="0"/>
          </a:p>
        </p:txBody>
      </p:sp>
      <p:grpSp>
        <p:nvGrpSpPr>
          <p:cNvPr id="2316" name="Google Shape;2316;p49"/>
          <p:cNvGrpSpPr/>
          <p:nvPr/>
        </p:nvGrpSpPr>
        <p:grpSpPr>
          <a:xfrm>
            <a:off x="6776712" y="539406"/>
            <a:ext cx="457184" cy="285743"/>
            <a:chOff x="5228075" y="613263"/>
            <a:chExt cx="432325" cy="262825"/>
          </a:xfrm>
        </p:grpSpPr>
        <p:sp>
          <p:nvSpPr>
            <p:cNvPr id="2317" name="Google Shape;2317;p49"/>
            <p:cNvSpPr/>
            <p:nvPr/>
          </p:nvSpPr>
          <p:spPr>
            <a:xfrm>
              <a:off x="5228075" y="613263"/>
              <a:ext cx="432325" cy="259825"/>
            </a:xfrm>
            <a:custGeom>
              <a:avLst/>
              <a:gdLst/>
              <a:ahLst/>
              <a:cxnLst/>
              <a:rect l="l" t="t" r="r" b="b"/>
              <a:pathLst>
                <a:path w="17293" h="10393" extrusionOk="0">
                  <a:moveTo>
                    <a:pt x="0" y="1"/>
                  </a:moveTo>
                  <a:lnTo>
                    <a:pt x="0" y="10392"/>
                  </a:lnTo>
                  <a:lnTo>
                    <a:pt x="17293" y="10392"/>
                  </a:lnTo>
                  <a:lnTo>
                    <a:pt x="17293"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8" name="Google Shape;2318;p49"/>
            <p:cNvSpPr/>
            <p:nvPr/>
          </p:nvSpPr>
          <p:spPr>
            <a:xfrm>
              <a:off x="5228075" y="613263"/>
              <a:ext cx="432325" cy="20100"/>
            </a:xfrm>
            <a:custGeom>
              <a:avLst/>
              <a:gdLst/>
              <a:ahLst/>
              <a:cxnLst/>
              <a:rect l="l" t="t" r="r" b="b"/>
              <a:pathLst>
                <a:path w="17293" h="804"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9" name="Google Shape;2319;p49"/>
            <p:cNvSpPr/>
            <p:nvPr/>
          </p:nvSpPr>
          <p:spPr>
            <a:xfrm>
              <a:off x="5228075" y="653638"/>
              <a:ext cx="432325" cy="20100"/>
            </a:xfrm>
            <a:custGeom>
              <a:avLst/>
              <a:gdLst/>
              <a:ahLst/>
              <a:cxnLst/>
              <a:rect l="l" t="t" r="r" b="b"/>
              <a:pathLst>
                <a:path w="17293" h="804"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0" name="Google Shape;2320;p49"/>
            <p:cNvSpPr/>
            <p:nvPr/>
          </p:nvSpPr>
          <p:spPr>
            <a:xfrm>
              <a:off x="5228075" y="694013"/>
              <a:ext cx="432325" cy="20350"/>
            </a:xfrm>
            <a:custGeom>
              <a:avLst/>
              <a:gdLst/>
              <a:ahLst/>
              <a:cxnLst/>
              <a:rect l="l" t="t" r="r" b="b"/>
              <a:pathLst>
                <a:path w="17293" h="814" extrusionOk="0">
                  <a:moveTo>
                    <a:pt x="0" y="1"/>
                  </a:moveTo>
                  <a:lnTo>
                    <a:pt x="0" y="813"/>
                  </a:lnTo>
                  <a:lnTo>
                    <a:pt x="17293" y="81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1" name="Google Shape;2321;p49"/>
            <p:cNvSpPr/>
            <p:nvPr/>
          </p:nvSpPr>
          <p:spPr>
            <a:xfrm>
              <a:off x="5228075" y="734388"/>
              <a:ext cx="432325" cy="20350"/>
            </a:xfrm>
            <a:custGeom>
              <a:avLst/>
              <a:gdLst/>
              <a:ahLst/>
              <a:cxnLst/>
              <a:rect l="l" t="t" r="r" b="b"/>
              <a:pathLst>
                <a:path w="17293" h="814" extrusionOk="0">
                  <a:moveTo>
                    <a:pt x="0" y="1"/>
                  </a:moveTo>
                  <a:lnTo>
                    <a:pt x="0" y="813"/>
                  </a:lnTo>
                  <a:lnTo>
                    <a:pt x="17293" y="81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2" name="Google Shape;2322;p49"/>
            <p:cNvSpPr/>
            <p:nvPr/>
          </p:nvSpPr>
          <p:spPr>
            <a:xfrm>
              <a:off x="5228075" y="775013"/>
              <a:ext cx="432325" cy="20075"/>
            </a:xfrm>
            <a:custGeom>
              <a:avLst/>
              <a:gdLst/>
              <a:ahLst/>
              <a:cxnLst/>
              <a:rect l="l" t="t" r="r" b="b"/>
              <a:pathLst>
                <a:path w="17293" h="803" extrusionOk="0">
                  <a:moveTo>
                    <a:pt x="0" y="1"/>
                  </a:moveTo>
                  <a:lnTo>
                    <a:pt x="0" y="803"/>
                  </a:lnTo>
                  <a:lnTo>
                    <a:pt x="17293" y="803"/>
                  </a:lnTo>
                  <a:lnTo>
                    <a:pt x="1729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3" name="Google Shape;2323;p49"/>
            <p:cNvSpPr/>
            <p:nvPr/>
          </p:nvSpPr>
          <p:spPr>
            <a:xfrm>
              <a:off x="5228075" y="815388"/>
              <a:ext cx="432325" cy="20325"/>
            </a:xfrm>
            <a:custGeom>
              <a:avLst/>
              <a:gdLst/>
              <a:ahLst/>
              <a:cxnLst/>
              <a:rect l="l" t="t" r="r" b="b"/>
              <a:pathLst>
                <a:path w="17293" h="813" extrusionOk="0">
                  <a:moveTo>
                    <a:pt x="0" y="0"/>
                  </a:moveTo>
                  <a:lnTo>
                    <a:pt x="0" y="813"/>
                  </a:lnTo>
                  <a:lnTo>
                    <a:pt x="17293" y="813"/>
                  </a:lnTo>
                  <a:lnTo>
                    <a:pt x="17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4" name="Google Shape;2324;p49"/>
            <p:cNvSpPr/>
            <p:nvPr/>
          </p:nvSpPr>
          <p:spPr>
            <a:xfrm>
              <a:off x="5228075" y="855763"/>
              <a:ext cx="432325" cy="20325"/>
            </a:xfrm>
            <a:custGeom>
              <a:avLst/>
              <a:gdLst/>
              <a:ahLst/>
              <a:cxnLst/>
              <a:rect l="l" t="t" r="r" b="b"/>
              <a:pathLst>
                <a:path w="17293" h="813" extrusionOk="0">
                  <a:moveTo>
                    <a:pt x="0" y="0"/>
                  </a:moveTo>
                  <a:lnTo>
                    <a:pt x="0" y="813"/>
                  </a:lnTo>
                  <a:lnTo>
                    <a:pt x="17293" y="813"/>
                  </a:lnTo>
                  <a:lnTo>
                    <a:pt x="172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5" name="Google Shape;2325;p49"/>
            <p:cNvSpPr/>
            <p:nvPr/>
          </p:nvSpPr>
          <p:spPr>
            <a:xfrm>
              <a:off x="5228075" y="613263"/>
              <a:ext cx="170800" cy="141225"/>
            </a:xfrm>
            <a:custGeom>
              <a:avLst/>
              <a:gdLst/>
              <a:ahLst/>
              <a:cxnLst/>
              <a:rect l="l" t="t" r="r" b="b"/>
              <a:pathLst>
                <a:path w="6832" h="5649" extrusionOk="0">
                  <a:moveTo>
                    <a:pt x="0" y="1"/>
                  </a:moveTo>
                  <a:lnTo>
                    <a:pt x="0" y="5648"/>
                  </a:lnTo>
                  <a:lnTo>
                    <a:pt x="6831" y="5648"/>
                  </a:lnTo>
                  <a:lnTo>
                    <a:pt x="6831"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6" name="Google Shape;2326;p49"/>
            <p:cNvSpPr/>
            <p:nvPr/>
          </p:nvSpPr>
          <p:spPr>
            <a:xfrm>
              <a:off x="5231325" y="619288"/>
              <a:ext cx="15075" cy="14325"/>
            </a:xfrm>
            <a:custGeom>
              <a:avLst/>
              <a:gdLst/>
              <a:ahLst/>
              <a:cxnLst/>
              <a:rect l="l" t="t" r="r" b="b"/>
              <a:pathLst>
                <a:path w="603" h="573" extrusionOk="0">
                  <a:moveTo>
                    <a:pt x="302" y="1"/>
                  </a:moveTo>
                  <a:lnTo>
                    <a:pt x="231" y="221"/>
                  </a:lnTo>
                  <a:lnTo>
                    <a:pt x="1" y="221"/>
                  </a:lnTo>
                  <a:lnTo>
                    <a:pt x="181" y="362"/>
                  </a:lnTo>
                  <a:lnTo>
                    <a:pt x="111" y="572"/>
                  </a:lnTo>
                  <a:lnTo>
                    <a:pt x="302" y="442"/>
                  </a:lnTo>
                  <a:lnTo>
                    <a:pt x="482" y="572"/>
                  </a:lnTo>
                  <a:lnTo>
                    <a:pt x="412" y="36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7" name="Google Shape;2327;p49"/>
            <p:cNvSpPr/>
            <p:nvPr/>
          </p:nvSpPr>
          <p:spPr>
            <a:xfrm>
              <a:off x="5261175" y="619288"/>
              <a:ext cx="15075" cy="14325"/>
            </a:xfrm>
            <a:custGeom>
              <a:avLst/>
              <a:gdLst/>
              <a:ahLst/>
              <a:cxnLst/>
              <a:rect l="l" t="t" r="r" b="b"/>
              <a:pathLst>
                <a:path w="603" h="573" extrusionOk="0">
                  <a:moveTo>
                    <a:pt x="301" y="1"/>
                  </a:moveTo>
                  <a:lnTo>
                    <a:pt x="231" y="221"/>
                  </a:lnTo>
                  <a:lnTo>
                    <a:pt x="0" y="221"/>
                  </a:lnTo>
                  <a:lnTo>
                    <a:pt x="191" y="362"/>
                  </a:lnTo>
                  <a:lnTo>
                    <a:pt x="111" y="572"/>
                  </a:lnTo>
                  <a:lnTo>
                    <a:pt x="301" y="442"/>
                  </a:lnTo>
                  <a:lnTo>
                    <a:pt x="492" y="572"/>
                  </a:lnTo>
                  <a:lnTo>
                    <a:pt x="42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8" name="Google Shape;2328;p49"/>
            <p:cNvSpPr/>
            <p:nvPr/>
          </p:nvSpPr>
          <p:spPr>
            <a:xfrm>
              <a:off x="5291000" y="619288"/>
              <a:ext cx="15075" cy="14325"/>
            </a:xfrm>
            <a:custGeom>
              <a:avLst/>
              <a:gdLst/>
              <a:ahLst/>
              <a:cxnLst/>
              <a:rect l="l" t="t" r="r" b="b"/>
              <a:pathLst>
                <a:path w="603" h="573" extrusionOk="0">
                  <a:moveTo>
                    <a:pt x="302" y="1"/>
                  </a:moveTo>
                  <a:lnTo>
                    <a:pt x="232" y="221"/>
                  </a:lnTo>
                  <a:lnTo>
                    <a:pt x="1" y="221"/>
                  </a:lnTo>
                  <a:lnTo>
                    <a:pt x="191" y="362"/>
                  </a:lnTo>
                  <a:lnTo>
                    <a:pt x="121" y="572"/>
                  </a:lnTo>
                  <a:lnTo>
                    <a:pt x="302" y="442"/>
                  </a:lnTo>
                  <a:lnTo>
                    <a:pt x="492" y="572"/>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9" name="Google Shape;2329;p49"/>
            <p:cNvSpPr/>
            <p:nvPr/>
          </p:nvSpPr>
          <p:spPr>
            <a:xfrm>
              <a:off x="5320850" y="619288"/>
              <a:ext cx="15075" cy="14325"/>
            </a:xfrm>
            <a:custGeom>
              <a:avLst/>
              <a:gdLst/>
              <a:ahLst/>
              <a:cxnLst/>
              <a:rect l="l" t="t" r="r" b="b"/>
              <a:pathLst>
                <a:path w="603" h="573" extrusionOk="0">
                  <a:moveTo>
                    <a:pt x="301" y="1"/>
                  </a:moveTo>
                  <a:lnTo>
                    <a:pt x="231" y="221"/>
                  </a:lnTo>
                  <a:lnTo>
                    <a:pt x="1" y="221"/>
                  </a:lnTo>
                  <a:lnTo>
                    <a:pt x="191" y="362"/>
                  </a:lnTo>
                  <a:lnTo>
                    <a:pt x="121" y="572"/>
                  </a:lnTo>
                  <a:lnTo>
                    <a:pt x="301" y="442"/>
                  </a:lnTo>
                  <a:lnTo>
                    <a:pt x="492" y="572"/>
                  </a:lnTo>
                  <a:lnTo>
                    <a:pt x="42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0" name="Google Shape;2330;p49"/>
            <p:cNvSpPr/>
            <p:nvPr/>
          </p:nvSpPr>
          <p:spPr>
            <a:xfrm>
              <a:off x="5350700" y="619288"/>
              <a:ext cx="15050" cy="14325"/>
            </a:xfrm>
            <a:custGeom>
              <a:avLst/>
              <a:gdLst/>
              <a:ahLst/>
              <a:cxnLst/>
              <a:rect l="l" t="t" r="r" b="b"/>
              <a:pathLst>
                <a:path w="602" h="573" extrusionOk="0">
                  <a:moveTo>
                    <a:pt x="301" y="1"/>
                  </a:moveTo>
                  <a:lnTo>
                    <a:pt x="231" y="221"/>
                  </a:lnTo>
                  <a:lnTo>
                    <a:pt x="0" y="221"/>
                  </a:lnTo>
                  <a:lnTo>
                    <a:pt x="191" y="362"/>
                  </a:lnTo>
                  <a:lnTo>
                    <a:pt x="121" y="572"/>
                  </a:lnTo>
                  <a:lnTo>
                    <a:pt x="121" y="572"/>
                  </a:lnTo>
                  <a:lnTo>
                    <a:pt x="301" y="442"/>
                  </a:lnTo>
                  <a:lnTo>
                    <a:pt x="492" y="572"/>
                  </a:lnTo>
                  <a:lnTo>
                    <a:pt x="42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1" name="Google Shape;2331;p49"/>
            <p:cNvSpPr/>
            <p:nvPr/>
          </p:nvSpPr>
          <p:spPr>
            <a:xfrm>
              <a:off x="5380525" y="619288"/>
              <a:ext cx="15325" cy="14325"/>
            </a:xfrm>
            <a:custGeom>
              <a:avLst/>
              <a:gdLst/>
              <a:ahLst/>
              <a:cxnLst/>
              <a:rect l="l" t="t" r="r" b="b"/>
              <a:pathLst>
                <a:path w="613" h="573" extrusionOk="0">
                  <a:moveTo>
                    <a:pt x="312" y="1"/>
                  </a:moveTo>
                  <a:lnTo>
                    <a:pt x="231" y="221"/>
                  </a:lnTo>
                  <a:lnTo>
                    <a:pt x="1" y="221"/>
                  </a:lnTo>
                  <a:lnTo>
                    <a:pt x="191" y="362"/>
                  </a:lnTo>
                  <a:lnTo>
                    <a:pt x="121" y="572"/>
                  </a:lnTo>
                  <a:lnTo>
                    <a:pt x="312" y="442"/>
                  </a:lnTo>
                  <a:lnTo>
                    <a:pt x="492" y="572"/>
                  </a:lnTo>
                  <a:lnTo>
                    <a:pt x="422" y="36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2" name="Google Shape;2332;p49"/>
            <p:cNvSpPr/>
            <p:nvPr/>
          </p:nvSpPr>
          <p:spPr>
            <a:xfrm>
              <a:off x="5245125" y="633588"/>
              <a:ext cx="15075" cy="14575"/>
            </a:xfrm>
            <a:custGeom>
              <a:avLst/>
              <a:gdLst/>
              <a:ahLst/>
              <a:cxnLst/>
              <a:rect l="l" t="t" r="r" b="b"/>
              <a:pathLst>
                <a:path w="603" h="583" extrusionOk="0">
                  <a:moveTo>
                    <a:pt x="301" y="0"/>
                  </a:moveTo>
                  <a:lnTo>
                    <a:pt x="231" y="221"/>
                  </a:lnTo>
                  <a:lnTo>
                    <a:pt x="0" y="221"/>
                  </a:lnTo>
                  <a:lnTo>
                    <a:pt x="181" y="361"/>
                  </a:lnTo>
                  <a:lnTo>
                    <a:pt x="111" y="582"/>
                  </a:lnTo>
                  <a:lnTo>
                    <a:pt x="301" y="442"/>
                  </a:lnTo>
                  <a:lnTo>
                    <a:pt x="482" y="582"/>
                  </a:lnTo>
                  <a:lnTo>
                    <a:pt x="482" y="582"/>
                  </a:lnTo>
                  <a:lnTo>
                    <a:pt x="412" y="36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3" name="Google Shape;2333;p49"/>
            <p:cNvSpPr/>
            <p:nvPr/>
          </p:nvSpPr>
          <p:spPr>
            <a:xfrm>
              <a:off x="5274950" y="633588"/>
              <a:ext cx="15075" cy="14575"/>
            </a:xfrm>
            <a:custGeom>
              <a:avLst/>
              <a:gdLst/>
              <a:ahLst/>
              <a:cxnLst/>
              <a:rect l="l" t="t" r="r" b="b"/>
              <a:pathLst>
                <a:path w="603" h="583" extrusionOk="0">
                  <a:moveTo>
                    <a:pt x="302" y="0"/>
                  </a:moveTo>
                  <a:lnTo>
                    <a:pt x="232" y="221"/>
                  </a:lnTo>
                  <a:lnTo>
                    <a:pt x="1" y="221"/>
                  </a:lnTo>
                  <a:lnTo>
                    <a:pt x="181" y="361"/>
                  </a:lnTo>
                  <a:lnTo>
                    <a:pt x="111" y="582"/>
                  </a:lnTo>
                  <a:lnTo>
                    <a:pt x="302" y="442"/>
                  </a:lnTo>
                  <a:lnTo>
                    <a:pt x="482" y="582"/>
                  </a:lnTo>
                  <a:lnTo>
                    <a:pt x="482" y="582"/>
                  </a:lnTo>
                  <a:lnTo>
                    <a:pt x="412" y="36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4" name="Google Shape;2334;p49"/>
            <p:cNvSpPr/>
            <p:nvPr/>
          </p:nvSpPr>
          <p:spPr>
            <a:xfrm>
              <a:off x="5304800" y="633588"/>
              <a:ext cx="15075" cy="14575"/>
            </a:xfrm>
            <a:custGeom>
              <a:avLst/>
              <a:gdLst/>
              <a:ahLst/>
              <a:cxnLst/>
              <a:rect l="l" t="t" r="r" b="b"/>
              <a:pathLst>
                <a:path w="603" h="583" extrusionOk="0">
                  <a:moveTo>
                    <a:pt x="301" y="0"/>
                  </a:moveTo>
                  <a:lnTo>
                    <a:pt x="231" y="221"/>
                  </a:lnTo>
                  <a:lnTo>
                    <a:pt x="1" y="221"/>
                  </a:lnTo>
                  <a:lnTo>
                    <a:pt x="181" y="361"/>
                  </a:lnTo>
                  <a:lnTo>
                    <a:pt x="111" y="582"/>
                  </a:lnTo>
                  <a:lnTo>
                    <a:pt x="301" y="442"/>
                  </a:lnTo>
                  <a:lnTo>
                    <a:pt x="482" y="582"/>
                  </a:lnTo>
                  <a:lnTo>
                    <a:pt x="412" y="36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5" name="Google Shape;2335;p49"/>
            <p:cNvSpPr/>
            <p:nvPr/>
          </p:nvSpPr>
          <p:spPr>
            <a:xfrm>
              <a:off x="5334650" y="633588"/>
              <a:ext cx="15075" cy="14575"/>
            </a:xfrm>
            <a:custGeom>
              <a:avLst/>
              <a:gdLst/>
              <a:ahLst/>
              <a:cxnLst/>
              <a:rect l="l" t="t" r="r" b="b"/>
              <a:pathLst>
                <a:path w="603" h="583" extrusionOk="0">
                  <a:moveTo>
                    <a:pt x="301" y="0"/>
                  </a:moveTo>
                  <a:lnTo>
                    <a:pt x="231" y="221"/>
                  </a:lnTo>
                  <a:lnTo>
                    <a:pt x="0" y="221"/>
                  </a:lnTo>
                  <a:lnTo>
                    <a:pt x="181" y="361"/>
                  </a:lnTo>
                  <a:lnTo>
                    <a:pt x="111" y="582"/>
                  </a:lnTo>
                  <a:lnTo>
                    <a:pt x="301" y="442"/>
                  </a:lnTo>
                  <a:lnTo>
                    <a:pt x="492" y="582"/>
                  </a:lnTo>
                  <a:lnTo>
                    <a:pt x="411" y="36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6" name="Google Shape;2336;p49"/>
            <p:cNvSpPr/>
            <p:nvPr/>
          </p:nvSpPr>
          <p:spPr>
            <a:xfrm>
              <a:off x="5364475" y="633588"/>
              <a:ext cx="15075" cy="14575"/>
            </a:xfrm>
            <a:custGeom>
              <a:avLst/>
              <a:gdLst/>
              <a:ahLst/>
              <a:cxnLst/>
              <a:rect l="l" t="t" r="r" b="b"/>
              <a:pathLst>
                <a:path w="603" h="583" extrusionOk="0">
                  <a:moveTo>
                    <a:pt x="302" y="0"/>
                  </a:moveTo>
                  <a:lnTo>
                    <a:pt x="232" y="221"/>
                  </a:lnTo>
                  <a:lnTo>
                    <a:pt x="1" y="221"/>
                  </a:lnTo>
                  <a:lnTo>
                    <a:pt x="191" y="361"/>
                  </a:lnTo>
                  <a:lnTo>
                    <a:pt x="121" y="582"/>
                  </a:lnTo>
                  <a:lnTo>
                    <a:pt x="121" y="582"/>
                  </a:lnTo>
                  <a:lnTo>
                    <a:pt x="302" y="442"/>
                  </a:lnTo>
                  <a:lnTo>
                    <a:pt x="492" y="582"/>
                  </a:lnTo>
                  <a:lnTo>
                    <a:pt x="422" y="36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7" name="Google Shape;2337;p49"/>
            <p:cNvSpPr/>
            <p:nvPr/>
          </p:nvSpPr>
          <p:spPr>
            <a:xfrm>
              <a:off x="5231325" y="648138"/>
              <a:ext cx="15075" cy="14300"/>
            </a:xfrm>
            <a:custGeom>
              <a:avLst/>
              <a:gdLst/>
              <a:ahLst/>
              <a:cxnLst/>
              <a:rect l="l" t="t" r="r" b="b"/>
              <a:pathLst>
                <a:path w="603" h="572" extrusionOk="0">
                  <a:moveTo>
                    <a:pt x="302" y="0"/>
                  </a:moveTo>
                  <a:lnTo>
                    <a:pt x="231" y="211"/>
                  </a:lnTo>
                  <a:lnTo>
                    <a:pt x="1" y="211"/>
                  </a:lnTo>
                  <a:lnTo>
                    <a:pt x="181" y="351"/>
                  </a:lnTo>
                  <a:lnTo>
                    <a:pt x="111" y="572"/>
                  </a:lnTo>
                  <a:lnTo>
                    <a:pt x="111" y="572"/>
                  </a:lnTo>
                  <a:lnTo>
                    <a:pt x="302" y="431"/>
                  </a:lnTo>
                  <a:lnTo>
                    <a:pt x="482" y="572"/>
                  </a:lnTo>
                  <a:lnTo>
                    <a:pt x="482" y="572"/>
                  </a:lnTo>
                  <a:lnTo>
                    <a:pt x="412" y="351"/>
                  </a:lnTo>
                  <a:lnTo>
                    <a:pt x="602" y="211"/>
                  </a:lnTo>
                  <a:lnTo>
                    <a:pt x="372" y="21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8" name="Google Shape;2338;p49"/>
            <p:cNvSpPr/>
            <p:nvPr/>
          </p:nvSpPr>
          <p:spPr>
            <a:xfrm>
              <a:off x="5261175" y="648138"/>
              <a:ext cx="15075" cy="14300"/>
            </a:xfrm>
            <a:custGeom>
              <a:avLst/>
              <a:gdLst/>
              <a:ahLst/>
              <a:cxnLst/>
              <a:rect l="l" t="t" r="r" b="b"/>
              <a:pathLst>
                <a:path w="603" h="572" extrusionOk="0">
                  <a:moveTo>
                    <a:pt x="301" y="0"/>
                  </a:moveTo>
                  <a:lnTo>
                    <a:pt x="231" y="211"/>
                  </a:lnTo>
                  <a:lnTo>
                    <a:pt x="0" y="211"/>
                  </a:lnTo>
                  <a:lnTo>
                    <a:pt x="191" y="351"/>
                  </a:lnTo>
                  <a:lnTo>
                    <a:pt x="111" y="572"/>
                  </a:lnTo>
                  <a:lnTo>
                    <a:pt x="111" y="572"/>
                  </a:lnTo>
                  <a:lnTo>
                    <a:pt x="301" y="431"/>
                  </a:lnTo>
                  <a:lnTo>
                    <a:pt x="492" y="572"/>
                  </a:lnTo>
                  <a:lnTo>
                    <a:pt x="422" y="351"/>
                  </a:lnTo>
                  <a:lnTo>
                    <a:pt x="602" y="211"/>
                  </a:lnTo>
                  <a:lnTo>
                    <a:pt x="371"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39" name="Google Shape;2339;p49"/>
            <p:cNvSpPr/>
            <p:nvPr/>
          </p:nvSpPr>
          <p:spPr>
            <a:xfrm>
              <a:off x="5291000" y="648138"/>
              <a:ext cx="15075" cy="14300"/>
            </a:xfrm>
            <a:custGeom>
              <a:avLst/>
              <a:gdLst/>
              <a:ahLst/>
              <a:cxnLst/>
              <a:rect l="l" t="t" r="r" b="b"/>
              <a:pathLst>
                <a:path w="603" h="572" extrusionOk="0">
                  <a:moveTo>
                    <a:pt x="302" y="0"/>
                  </a:moveTo>
                  <a:lnTo>
                    <a:pt x="232" y="211"/>
                  </a:lnTo>
                  <a:lnTo>
                    <a:pt x="1" y="211"/>
                  </a:lnTo>
                  <a:lnTo>
                    <a:pt x="191" y="351"/>
                  </a:lnTo>
                  <a:lnTo>
                    <a:pt x="121" y="572"/>
                  </a:lnTo>
                  <a:lnTo>
                    <a:pt x="121" y="572"/>
                  </a:lnTo>
                  <a:lnTo>
                    <a:pt x="302" y="431"/>
                  </a:lnTo>
                  <a:lnTo>
                    <a:pt x="492" y="572"/>
                  </a:lnTo>
                  <a:lnTo>
                    <a:pt x="492" y="572"/>
                  </a:lnTo>
                  <a:lnTo>
                    <a:pt x="422" y="351"/>
                  </a:lnTo>
                  <a:lnTo>
                    <a:pt x="603" y="211"/>
                  </a:lnTo>
                  <a:lnTo>
                    <a:pt x="372" y="21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9"/>
            <p:cNvSpPr/>
            <p:nvPr/>
          </p:nvSpPr>
          <p:spPr>
            <a:xfrm>
              <a:off x="5320850" y="648138"/>
              <a:ext cx="15075" cy="14300"/>
            </a:xfrm>
            <a:custGeom>
              <a:avLst/>
              <a:gdLst/>
              <a:ahLst/>
              <a:cxnLst/>
              <a:rect l="l" t="t" r="r" b="b"/>
              <a:pathLst>
                <a:path w="603" h="572" extrusionOk="0">
                  <a:moveTo>
                    <a:pt x="301" y="0"/>
                  </a:moveTo>
                  <a:lnTo>
                    <a:pt x="231" y="211"/>
                  </a:lnTo>
                  <a:lnTo>
                    <a:pt x="1" y="211"/>
                  </a:lnTo>
                  <a:lnTo>
                    <a:pt x="191" y="351"/>
                  </a:lnTo>
                  <a:lnTo>
                    <a:pt x="121" y="572"/>
                  </a:lnTo>
                  <a:lnTo>
                    <a:pt x="121" y="572"/>
                  </a:lnTo>
                  <a:lnTo>
                    <a:pt x="301" y="431"/>
                  </a:lnTo>
                  <a:lnTo>
                    <a:pt x="492" y="572"/>
                  </a:lnTo>
                  <a:lnTo>
                    <a:pt x="492" y="572"/>
                  </a:lnTo>
                  <a:lnTo>
                    <a:pt x="422" y="351"/>
                  </a:lnTo>
                  <a:lnTo>
                    <a:pt x="602" y="211"/>
                  </a:lnTo>
                  <a:lnTo>
                    <a:pt x="372"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1" name="Google Shape;2341;p49"/>
            <p:cNvSpPr/>
            <p:nvPr/>
          </p:nvSpPr>
          <p:spPr>
            <a:xfrm>
              <a:off x="5350700" y="648138"/>
              <a:ext cx="15050" cy="14300"/>
            </a:xfrm>
            <a:custGeom>
              <a:avLst/>
              <a:gdLst/>
              <a:ahLst/>
              <a:cxnLst/>
              <a:rect l="l" t="t" r="r" b="b"/>
              <a:pathLst>
                <a:path w="602" h="572" extrusionOk="0">
                  <a:moveTo>
                    <a:pt x="301" y="0"/>
                  </a:moveTo>
                  <a:lnTo>
                    <a:pt x="231" y="211"/>
                  </a:lnTo>
                  <a:lnTo>
                    <a:pt x="0" y="211"/>
                  </a:lnTo>
                  <a:lnTo>
                    <a:pt x="191" y="351"/>
                  </a:lnTo>
                  <a:lnTo>
                    <a:pt x="121" y="572"/>
                  </a:lnTo>
                  <a:lnTo>
                    <a:pt x="121" y="572"/>
                  </a:lnTo>
                  <a:lnTo>
                    <a:pt x="301" y="431"/>
                  </a:lnTo>
                  <a:lnTo>
                    <a:pt x="492" y="572"/>
                  </a:lnTo>
                  <a:lnTo>
                    <a:pt x="492" y="572"/>
                  </a:lnTo>
                  <a:lnTo>
                    <a:pt x="421" y="351"/>
                  </a:lnTo>
                  <a:lnTo>
                    <a:pt x="602" y="211"/>
                  </a:lnTo>
                  <a:lnTo>
                    <a:pt x="371" y="21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2" name="Google Shape;2342;p49"/>
            <p:cNvSpPr/>
            <p:nvPr/>
          </p:nvSpPr>
          <p:spPr>
            <a:xfrm>
              <a:off x="5380525" y="648138"/>
              <a:ext cx="15325" cy="14300"/>
            </a:xfrm>
            <a:custGeom>
              <a:avLst/>
              <a:gdLst/>
              <a:ahLst/>
              <a:cxnLst/>
              <a:rect l="l" t="t" r="r" b="b"/>
              <a:pathLst>
                <a:path w="613" h="572" extrusionOk="0">
                  <a:moveTo>
                    <a:pt x="312" y="0"/>
                  </a:moveTo>
                  <a:lnTo>
                    <a:pt x="231" y="211"/>
                  </a:lnTo>
                  <a:lnTo>
                    <a:pt x="1" y="211"/>
                  </a:lnTo>
                  <a:lnTo>
                    <a:pt x="191" y="351"/>
                  </a:lnTo>
                  <a:lnTo>
                    <a:pt x="121" y="572"/>
                  </a:lnTo>
                  <a:lnTo>
                    <a:pt x="121" y="572"/>
                  </a:lnTo>
                  <a:lnTo>
                    <a:pt x="312" y="431"/>
                  </a:lnTo>
                  <a:lnTo>
                    <a:pt x="492" y="572"/>
                  </a:lnTo>
                  <a:lnTo>
                    <a:pt x="492" y="572"/>
                  </a:lnTo>
                  <a:lnTo>
                    <a:pt x="422" y="351"/>
                  </a:lnTo>
                  <a:lnTo>
                    <a:pt x="613" y="211"/>
                  </a:lnTo>
                  <a:lnTo>
                    <a:pt x="382" y="211"/>
                  </a:lnTo>
                  <a:lnTo>
                    <a:pt x="3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3" name="Google Shape;2343;p49"/>
            <p:cNvSpPr/>
            <p:nvPr/>
          </p:nvSpPr>
          <p:spPr>
            <a:xfrm>
              <a:off x="5245125" y="662413"/>
              <a:ext cx="15075" cy="14325"/>
            </a:xfrm>
            <a:custGeom>
              <a:avLst/>
              <a:gdLst/>
              <a:ahLst/>
              <a:cxnLst/>
              <a:rect l="l" t="t" r="r" b="b"/>
              <a:pathLst>
                <a:path w="603" h="573" extrusionOk="0">
                  <a:moveTo>
                    <a:pt x="301" y="1"/>
                  </a:moveTo>
                  <a:lnTo>
                    <a:pt x="231" y="211"/>
                  </a:lnTo>
                  <a:lnTo>
                    <a:pt x="0" y="211"/>
                  </a:lnTo>
                  <a:lnTo>
                    <a:pt x="181" y="352"/>
                  </a:lnTo>
                  <a:lnTo>
                    <a:pt x="111" y="573"/>
                  </a:lnTo>
                  <a:lnTo>
                    <a:pt x="301" y="432"/>
                  </a:lnTo>
                  <a:lnTo>
                    <a:pt x="482" y="573"/>
                  </a:lnTo>
                  <a:lnTo>
                    <a:pt x="412" y="352"/>
                  </a:lnTo>
                  <a:lnTo>
                    <a:pt x="602" y="211"/>
                  </a:lnTo>
                  <a:lnTo>
                    <a:pt x="371"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4" name="Google Shape;2344;p49"/>
            <p:cNvSpPr/>
            <p:nvPr/>
          </p:nvSpPr>
          <p:spPr>
            <a:xfrm>
              <a:off x="5274950" y="662413"/>
              <a:ext cx="15075" cy="14325"/>
            </a:xfrm>
            <a:custGeom>
              <a:avLst/>
              <a:gdLst/>
              <a:ahLst/>
              <a:cxnLst/>
              <a:rect l="l" t="t" r="r" b="b"/>
              <a:pathLst>
                <a:path w="603" h="573" extrusionOk="0">
                  <a:moveTo>
                    <a:pt x="302" y="1"/>
                  </a:moveTo>
                  <a:lnTo>
                    <a:pt x="232" y="211"/>
                  </a:lnTo>
                  <a:lnTo>
                    <a:pt x="1" y="211"/>
                  </a:lnTo>
                  <a:lnTo>
                    <a:pt x="181" y="352"/>
                  </a:lnTo>
                  <a:lnTo>
                    <a:pt x="111" y="573"/>
                  </a:lnTo>
                  <a:lnTo>
                    <a:pt x="302" y="432"/>
                  </a:lnTo>
                  <a:lnTo>
                    <a:pt x="482" y="573"/>
                  </a:lnTo>
                  <a:lnTo>
                    <a:pt x="412" y="352"/>
                  </a:lnTo>
                  <a:lnTo>
                    <a:pt x="603" y="211"/>
                  </a:lnTo>
                  <a:lnTo>
                    <a:pt x="372" y="21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5" name="Google Shape;2345;p49"/>
            <p:cNvSpPr/>
            <p:nvPr/>
          </p:nvSpPr>
          <p:spPr>
            <a:xfrm>
              <a:off x="5304800" y="662413"/>
              <a:ext cx="15075" cy="14325"/>
            </a:xfrm>
            <a:custGeom>
              <a:avLst/>
              <a:gdLst/>
              <a:ahLst/>
              <a:cxnLst/>
              <a:rect l="l" t="t" r="r" b="b"/>
              <a:pathLst>
                <a:path w="603" h="573" extrusionOk="0">
                  <a:moveTo>
                    <a:pt x="301" y="1"/>
                  </a:moveTo>
                  <a:lnTo>
                    <a:pt x="231" y="211"/>
                  </a:lnTo>
                  <a:lnTo>
                    <a:pt x="1" y="211"/>
                  </a:lnTo>
                  <a:lnTo>
                    <a:pt x="181" y="352"/>
                  </a:lnTo>
                  <a:lnTo>
                    <a:pt x="111" y="573"/>
                  </a:lnTo>
                  <a:lnTo>
                    <a:pt x="301" y="432"/>
                  </a:lnTo>
                  <a:lnTo>
                    <a:pt x="482" y="573"/>
                  </a:lnTo>
                  <a:lnTo>
                    <a:pt x="412" y="352"/>
                  </a:lnTo>
                  <a:lnTo>
                    <a:pt x="602" y="211"/>
                  </a:lnTo>
                  <a:lnTo>
                    <a:pt x="372"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6" name="Google Shape;2346;p49"/>
            <p:cNvSpPr/>
            <p:nvPr/>
          </p:nvSpPr>
          <p:spPr>
            <a:xfrm>
              <a:off x="5334650" y="662413"/>
              <a:ext cx="15075" cy="14325"/>
            </a:xfrm>
            <a:custGeom>
              <a:avLst/>
              <a:gdLst/>
              <a:ahLst/>
              <a:cxnLst/>
              <a:rect l="l" t="t" r="r" b="b"/>
              <a:pathLst>
                <a:path w="603" h="573" extrusionOk="0">
                  <a:moveTo>
                    <a:pt x="301" y="1"/>
                  </a:moveTo>
                  <a:lnTo>
                    <a:pt x="231" y="211"/>
                  </a:lnTo>
                  <a:lnTo>
                    <a:pt x="0" y="211"/>
                  </a:lnTo>
                  <a:lnTo>
                    <a:pt x="181" y="352"/>
                  </a:lnTo>
                  <a:lnTo>
                    <a:pt x="111" y="573"/>
                  </a:lnTo>
                  <a:lnTo>
                    <a:pt x="301" y="432"/>
                  </a:lnTo>
                  <a:lnTo>
                    <a:pt x="492" y="573"/>
                  </a:lnTo>
                  <a:lnTo>
                    <a:pt x="492" y="573"/>
                  </a:lnTo>
                  <a:lnTo>
                    <a:pt x="411" y="352"/>
                  </a:lnTo>
                  <a:lnTo>
                    <a:pt x="602" y="211"/>
                  </a:lnTo>
                  <a:lnTo>
                    <a:pt x="371" y="21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9"/>
            <p:cNvSpPr/>
            <p:nvPr/>
          </p:nvSpPr>
          <p:spPr>
            <a:xfrm>
              <a:off x="5364475" y="662413"/>
              <a:ext cx="15075" cy="14325"/>
            </a:xfrm>
            <a:custGeom>
              <a:avLst/>
              <a:gdLst/>
              <a:ahLst/>
              <a:cxnLst/>
              <a:rect l="l" t="t" r="r" b="b"/>
              <a:pathLst>
                <a:path w="603" h="573" extrusionOk="0">
                  <a:moveTo>
                    <a:pt x="302" y="1"/>
                  </a:moveTo>
                  <a:lnTo>
                    <a:pt x="232" y="211"/>
                  </a:lnTo>
                  <a:lnTo>
                    <a:pt x="1" y="211"/>
                  </a:lnTo>
                  <a:lnTo>
                    <a:pt x="191" y="352"/>
                  </a:lnTo>
                  <a:lnTo>
                    <a:pt x="121" y="573"/>
                  </a:lnTo>
                  <a:lnTo>
                    <a:pt x="302" y="432"/>
                  </a:lnTo>
                  <a:lnTo>
                    <a:pt x="492" y="573"/>
                  </a:lnTo>
                  <a:lnTo>
                    <a:pt x="422" y="352"/>
                  </a:lnTo>
                  <a:lnTo>
                    <a:pt x="603" y="211"/>
                  </a:lnTo>
                  <a:lnTo>
                    <a:pt x="372" y="21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9"/>
            <p:cNvSpPr/>
            <p:nvPr/>
          </p:nvSpPr>
          <p:spPr>
            <a:xfrm>
              <a:off x="5231325" y="676713"/>
              <a:ext cx="15075" cy="14325"/>
            </a:xfrm>
            <a:custGeom>
              <a:avLst/>
              <a:gdLst/>
              <a:ahLst/>
              <a:cxnLst/>
              <a:rect l="l" t="t" r="r" b="b"/>
              <a:pathLst>
                <a:path w="603" h="573" extrusionOk="0">
                  <a:moveTo>
                    <a:pt x="302" y="1"/>
                  </a:moveTo>
                  <a:lnTo>
                    <a:pt x="231" y="221"/>
                  </a:lnTo>
                  <a:lnTo>
                    <a:pt x="1" y="221"/>
                  </a:lnTo>
                  <a:lnTo>
                    <a:pt x="181" y="352"/>
                  </a:lnTo>
                  <a:lnTo>
                    <a:pt x="111" y="572"/>
                  </a:lnTo>
                  <a:lnTo>
                    <a:pt x="302" y="432"/>
                  </a:lnTo>
                  <a:lnTo>
                    <a:pt x="482" y="572"/>
                  </a:lnTo>
                  <a:lnTo>
                    <a:pt x="482" y="572"/>
                  </a:lnTo>
                  <a:lnTo>
                    <a:pt x="412" y="35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p:cNvSpPr/>
            <p:nvPr/>
          </p:nvSpPr>
          <p:spPr>
            <a:xfrm>
              <a:off x="5261175" y="676713"/>
              <a:ext cx="15075" cy="14325"/>
            </a:xfrm>
            <a:custGeom>
              <a:avLst/>
              <a:gdLst/>
              <a:ahLst/>
              <a:cxnLst/>
              <a:rect l="l" t="t" r="r" b="b"/>
              <a:pathLst>
                <a:path w="603" h="573" extrusionOk="0">
                  <a:moveTo>
                    <a:pt x="301" y="1"/>
                  </a:moveTo>
                  <a:lnTo>
                    <a:pt x="231" y="221"/>
                  </a:lnTo>
                  <a:lnTo>
                    <a:pt x="0" y="221"/>
                  </a:lnTo>
                  <a:lnTo>
                    <a:pt x="191" y="352"/>
                  </a:lnTo>
                  <a:lnTo>
                    <a:pt x="111" y="572"/>
                  </a:lnTo>
                  <a:lnTo>
                    <a:pt x="301" y="432"/>
                  </a:lnTo>
                  <a:lnTo>
                    <a:pt x="492" y="572"/>
                  </a:lnTo>
                  <a:lnTo>
                    <a:pt x="422" y="35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p:cNvSpPr/>
            <p:nvPr/>
          </p:nvSpPr>
          <p:spPr>
            <a:xfrm>
              <a:off x="5291000" y="676713"/>
              <a:ext cx="15075" cy="14325"/>
            </a:xfrm>
            <a:custGeom>
              <a:avLst/>
              <a:gdLst/>
              <a:ahLst/>
              <a:cxnLst/>
              <a:rect l="l" t="t" r="r" b="b"/>
              <a:pathLst>
                <a:path w="603" h="573" extrusionOk="0">
                  <a:moveTo>
                    <a:pt x="302" y="1"/>
                  </a:moveTo>
                  <a:lnTo>
                    <a:pt x="232" y="221"/>
                  </a:lnTo>
                  <a:lnTo>
                    <a:pt x="1" y="221"/>
                  </a:lnTo>
                  <a:lnTo>
                    <a:pt x="191" y="352"/>
                  </a:lnTo>
                  <a:lnTo>
                    <a:pt x="121" y="572"/>
                  </a:lnTo>
                  <a:lnTo>
                    <a:pt x="121" y="572"/>
                  </a:lnTo>
                  <a:lnTo>
                    <a:pt x="302" y="432"/>
                  </a:lnTo>
                  <a:lnTo>
                    <a:pt x="492" y="572"/>
                  </a:lnTo>
                  <a:lnTo>
                    <a:pt x="492" y="572"/>
                  </a:lnTo>
                  <a:lnTo>
                    <a:pt x="422" y="35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p:cNvSpPr/>
            <p:nvPr/>
          </p:nvSpPr>
          <p:spPr>
            <a:xfrm>
              <a:off x="5320850" y="676713"/>
              <a:ext cx="15075" cy="14325"/>
            </a:xfrm>
            <a:custGeom>
              <a:avLst/>
              <a:gdLst/>
              <a:ahLst/>
              <a:cxnLst/>
              <a:rect l="l" t="t" r="r" b="b"/>
              <a:pathLst>
                <a:path w="603" h="573" extrusionOk="0">
                  <a:moveTo>
                    <a:pt x="301" y="1"/>
                  </a:moveTo>
                  <a:lnTo>
                    <a:pt x="231" y="221"/>
                  </a:lnTo>
                  <a:lnTo>
                    <a:pt x="1" y="221"/>
                  </a:lnTo>
                  <a:lnTo>
                    <a:pt x="191" y="352"/>
                  </a:lnTo>
                  <a:lnTo>
                    <a:pt x="121" y="572"/>
                  </a:lnTo>
                  <a:lnTo>
                    <a:pt x="121" y="572"/>
                  </a:lnTo>
                  <a:lnTo>
                    <a:pt x="301" y="432"/>
                  </a:lnTo>
                  <a:lnTo>
                    <a:pt x="492" y="572"/>
                  </a:lnTo>
                  <a:lnTo>
                    <a:pt x="492" y="572"/>
                  </a:lnTo>
                  <a:lnTo>
                    <a:pt x="422" y="35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p:cNvSpPr/>
            <p:nvPr/>
          </p:nvSpPr>
          <p:spPr>
            <a:xfrm>
              <a:off x="5350700" y="676713"/>
              <a:ext cx="15050" cy="14325"/>
            </a:xfrm>
            <a:custGeom>
              <a:avLst/>
              <a:gdLst/>
              <a:ahLst/>
              <a:cxnLst/>
              <a:rect l="l" t="t" r="r" b="b"/>
              <a:pathLst>
                <a:path w="602" h="573" extrusionOk="0">
                  <a:moveTo>
                    <a:pt x="301" y="1"/>
                  </a:moveTo>
                  <a:lnTo>
                    <a:pt x="231" y="221"/>
                  </a:lnTo>
                  <a:lnTo>
                    <a:pt x="0" y="221"/>
                  </a:lnTo>
                  <a:lnTo>
                    <a:pt x="191" y="352"/>
                  </a:lnTo>
                  <a:lnTo>
                    <a:pt x="121" y="572"/>
                  </a:lnTo>
                  <a:lnTo>
                    <a:pt x="301" y="432"/>
                  </a:lnTo>
                  <a:lnTo>
                    <a:pt x="492" y="572"/>
                  </a:lnTo>
                  <a:lnTo>
                    <a:pt x="421" y="35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p:cNvSpPr/>
            <p:nvPr/>
          </p:nvSpPr>
          <p:spPr>
            <a:xfrm>
              <a:off x="5380525" y="676713"/>
              <a:ext cx="15325" cy="14325"/>
            </a:xfrm>
            <a:custGeom>
              <a:avLst/>
              <a:gdLst/>
              <a:ahLst/>
              <a:cxnLst/>
              <a:rect l="l" t="t" r="r" b="b"/>
              <a:pathLst>
                <a:path w="613" h="573" extrusionOk="0">
                  <a:moveTo>
                    <a:pt x="312" y="1"/>
                  </a:moveTo>
                  <a:lnTo>
                    <a:pt x="231" y="221"/>
                  </a:lnTo>
                  <a:lnTo>
                    <a:pt x="1" y="221"/>
                  </a:lnTo>
                  <a:lnTo>
                    <a:pt x="191" y="352"/>
                  </a:lnTo>
                  <a:lnTo>
                    <a:pt x="121" y="572"/>
                  </a:lnTo>
                  <a:lnTo>
                    <a:pt x="312" y="432"/>
                  </a:lnTo>
                  <a:lnTo>
                    <a:pt x="492" y="572"/>
                  </a:lnTo>
                  <a:lnTo>
                    <a:pt x="492" y="572"/>
                  </a:lnTo>
                  <a:lnTo>
                    <a:pt x="422" y="35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9"/>
            <p:cNvSpPr/>
            <p:nvPr/>
          </p:nvSpPr>
          <p:spPr>
            <a:xfrm>
              <a:off x="5245125" y="691013"/>
              <a:ext cx="15075" cy="14325"/>
            </a:xfrm>
            <a:custGeom>
              <a:avLst/>
              <a:gdLst/>
              <a:ahLst/>
              <a:cxnLst/>
              <a:rect l="l" t="t" r="r" b="b"/>
              <a:pathLst>
                <a:path w="603" h="573" extrusionOk="0">
                  <a:moveTo>
                    <a:pt x="301" y="0"/>
                  </a:moveTo>
                  <a:lnTo>
                    <a:pt x="231" y="221"/>
                  </a:lnTo>
                  <a:lnTo>
                    <a:pt x="0" y="221"/>
                  </a:lnTo>
                  <a:lnTo>
                    <a:pt x="181" y="351"/>
                  </a:lnTo>
                  <a:lnTo>
                    <a:pt x="111" y="572"/>
                  </a:lnTo>
                  <a:lnTo>
                    <a:pt x="301" y="442"/>
                  </a:lnTo>
                  <a:lnTo>
                    <a:pt x="482" y="572"/>
                  </a:lnTo>
                  <a:lnTo>
                    <a:pt x="412"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9"/>
            <p:cNvSpPr/>
            <p:nvPr/>
          </p:nvSpPr>
          <p:spPr>
            <a:xfrm>
              <a:off x="5274950" y="691013"/>
              <a:ext cx="15075" cy="14325"/>
            </a:xfrm>
            <a:custGeom>
              <a:avLst/>
              <a:gdLst/>
              <a:ahLst/>
              <a:cxnLst/>
              <a:rect l="l" t="t" r="r" b="b"/>
              <a:pathLst>
                <a:path w="603" h="573" extrusionOk="0">
                  <a:moveTo>
                    <a:pt x="302" y="0"/>
                  </a:moveTo>
                  <a:lnTo>
                    <a:pt x="232" y="221"/>
                  </a:lnTo>
                  <a:lnTo>
                    <a:pt x="1" y="221"/>
                  </a:lnTo>
                  <a:lnTo>
                    <a:pt x="181" y="351"/>
                  </a:lnTo>
                  <a:lnTo>
                    <a:pt x="111" y="572"/>
                  </a:lnTo>
                  <a:lnTo>
                    <a:pt x="302" y="442"/>
                  </a:lnTo>
                  <a:lnTo>
                    <a:pt x="482" y="572"/>
                  </a:lnTo>
                  <a:lnTo>
                    <a:pt x="41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p:cNvSpPr/>
            <p:nvPr/>
          </p:nvSpPr>
          <p:spPr>
            <a:xfrm>
              <a:off x="5304800" y="691013"/>
              <a:ext cx="15075" cy="14325"/>
            </a:xfrm>
            <a:custGeom>
              <a:avLst/>
              <a:gdLst/>
              <a:ahLst/>
              <a:cxnLst/>
              <a:rect l="l" t="t" r="r" b="b"/>
              <a:pathLst>
                <a:path w="603" h="573" extrusionOk="0">
                  <a:moveTo>
                    <a:pt x="301" y="0"/>
                  </a:moveTo>
                  <a:lnTo>
                    <a:pt x="231" y="221"/>
                  </a:lnTo>
                  <a:lnTo>
                    <a:pt x="1" y="221"/>
                  </a:lnTo>
                  <a:lnTo>
                    <a:pt x="181" y="351"/>
                  </a:lnTo>
                  <a:lnTo>
                    <a:pt x="111" y="572"/>
                  </a:lnTo>
                  <a:lnTo>
                    <a:pt x="301" y="442"/>
                  </a:lnTo>
                  <a:lnTo>
                    <a:pt x="482" y="572"/>
                  </a:lnTo>
                  <a:lnTo>
                    <a:pt x="412" y="35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p:cNvSpPr/>
            <p:nvPr/>
          </p:nvSpPr>
          <p:spPr>
            <a:xfrm>
              <a:off x="5334650" y="691013"/>
              <a:ext cx="15075" cy="14325"/>
            </a:xfrm>
            <a:custGeom>
              <a:avLst/>
              <a:gdLst/>
              <a:ahLst/>
              <a:cxnLst/>
              <a:rect l="l" t="t" r="r" b="b"/>
              <a:pathLst>
                <a:path w="603" h="573" extrusionOk="0">
                  <a:moveTo>
                    <a:pt x="301" y="0"/>
                  </a:moveTo>
                  <a:lnTo>
                    <a:pt x="231" y="221"/>
                  </a:lnTo>
                  <a:lnTo>
                    <a:pt x="0" y="221"/>
                  </a:lnTo>
                  <a:lnTo>
                    <a:pt x="181" y="351"/>
                  </a:lnTo>
                  <a:lnTo>
                    <a:pt x="111" y="572"/>
                  </a:lnTo>
                  <a:lnTo>
                    <a:pt x="301" y="442"/>
                  </a:lnTo>
                  <a:lnTo>
                    <a:pt x="492" y="572"/>
                  </a:lnTo>
                  <a:lnTo>
                    <a:pt x="411"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p:cNvSpPr/>
            <p:nvPr/>
          </p:nvSpPr>
          <p:spPr>
            <a:xfrm>
              <a:off x="5364475" y="691013"/>
              <a:ext cx="15075" cy="14325"/>
            </a:xfrm>
            <a:custGeom>
              <a:avLst/>
              <a:gdLst/>
              <a:ahLst/>
              <a:cxnLst/>
              <a:rect l="l" t="t" r="r" b="b"/>
              <a:pathLst>
                <a:path w="603" h="573" extrusionOk="0">
                  <a:moveTo>
                    <a:pt x="302" y="0"/>
                  </a:moveTo>
                  <a:lnTo>
                    <a:pt x="232" y="221"/>
                  </a:lnTo>
                  <a:lnTo>
                    <a:pt x="1" y="221"/>
                  </a:lnTo>
                  <a:lnTo>
                    <a:pt x="191" y="351"/>
                  </a:lnTo>
                  <a:lnTo>
                    <a:pt x="121" y="572"/>
                  </a:lnTo>
                  <a:lnTo>
                    <a:pt x="302" y="442"/>
                  </a:lnTo>
                  <a:lnTo>
                    <a:pt x="492" y="572"/>
                  </a:lnTo>
                  <a:lnTo>
                    <a:pt x="42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p:cNvSpPr/>
            <p:nvPr/>
          </p:nvSpPr>
          <p:spPr>
            <a:xfrm>
              <a:off x="5231325" y="705313"/>
              <a:ext cx="15075" cy="14300"/>
            </a:xfrm>
            <a:custGeom>
              <a:avLst/>
              <a:gdLst/>
              <a:ahLst/>
              <a:cxnLst/>
              <a:rect l="l" t="t" r="r" b="b"/>
              <a:pathLst>
                <a:path w="603" h="572" extrusionOk="0">
                  <a:moveTo>
                    <a:pt x="302" y="0"/>
                  </a:moveTo>
                  <a:lnTo>
                    <a:pt x="231" y="221"/>
                  </a:lnTo>
                  <a:lnTo>
                    <a:pt x="1" y="221"/>
                  </a:lnTo>
                  <a:lnTo>
                    <a:pt x="181" y="351"/>
                  </a:lnTo>
                  <a:lnTo>
                    <a:pt x="111" y="572"/>
                  </a:lnTo>
                  <a:lnTo>
                    <a:pt x="111" y="572"/>
                  </a:lnTo>
                  <a:lnTo>
                    <a:pt x="302" y="441"/>
                  </a:lnTo>
                  <a:lnTo>
                    <a:pt x="482" y="572"/>
                  </a:lnTo>
                  <a:lnTo>
                    <a:pt x="412" y="351"/>
                  </a:lnTo>
                  <a:lnTo>
                    <a:pt x="602"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p:cNvSpPr/>
            <p:nvPr/>
          </p:nvSpPr>
          <p:spPr>
            <a:xfrm>
              <a:off x="5261175" y="705313"/>
              <a:ext cx="15075" cy="14300"/>
            </a:xfrm>
            <a:custGeom>
              <a:avLst/>
              <a:gdLst/>
              <a:ahLst/>
              <a:cxnLst/>
              <a:rect l="l" t="t" r="r" b="b"/>
              <a:pathLst>
                <a:path w="603" h="572" extrusionOk="0">
                  <a:moveTo>
                    <a:pt x="301" y="0"/>
                  </a:moveTo>
                  <a:lnTo>
                    <a:pt x="231" y="221"/>
                  </a:lnTo>
                  <a:lnTo>
                    <a:pt x="0" y="221"/>
                  </a:lnTo>
                  <a:lnTo>
                    <a:pt x="191" y="351"/>
                  </a:lnTo>
                  <a:lnTo>
                    <a:pt x="111" y="572"/>
                  </a:lnTo>
                  <a:lnTo>
                    <a:pt x="111" y="572"/>
                  </a:lnTo>
                  <a:lnTo>
                    <a:pt x="301" y="441"/>
                  </a:lnTo>
                  <a:lnTo>
                    <a:pt x="492" y="572"/>
                  </a:lnTo>
                  <a:lnTo>
                    <a:pt x="422"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p:cNvSpPr/>
            <p:nvPr/>
          </p:nvSpPr>
          <p:spPr>
            <a:xfrm>
              <a:off x="5291000" y="705313"/>
              <a:ext cx="15075" cy="14300"/>
            </a:xfrm>
            <a:custGeom>
              <a:avLst/>
              <a:gdLst/>
              <a:ahLst/>
              <a:cxnLst/>
              <a:rect l="l" t="t" r="r" b="b"/>
              <a:pathLst>
                <a:path w="603" h="572" extrusionOk="0">
                  <a:moveTo>
                    <a:pt x="302" y="0"/>
                  </a:moveTo>
                  <a:lnTo>
                    <a:pt x="232" y="221"/>
                  </a:lnTo>
                  <a:lnTo>
                    <a:pt x="1" y="221"/>
                  </a:lnTo>
                  <a:lnTo>
                    <a:pt x="191" y="351"/>
                  </a:lnTo>
                  <a:lnTo>
                    <a:pt x="121" y="572"/>
                  </a:lnTo>
                  <a:lnTo>
                    <a:pt x="302" y="441"/>
                  </a:lnTo>
                  <a:lnTo>
                    <a:pt x="492" y="572"/>
                  </a:lnTo>
                  <a:lnTo>
                    <a:pt x="492" y="572"/>
                  </a:lnTo>
                  <a:lnTo>
                    <a:pt x="422" y="351"/>
                  </a:lnTo>
                  <a:lnTo>
                    <a:pt x="603" y="221"/>
                  </a:lnTo>
                  <a:lnTo>
                    <a:pt x="372" y="221"/>
                  </a:lnTo>
                  <a:lnTo>
                    <a:pt x="30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p:cNvSpPr/>
            <p:nvPr/>
          </p:nvSpPr>
          <p:spPr>
            <a:xfrm>
              <a:off x="5320850" y="705313"/>
              <a:ext cx="15075" cy="14300"/>
            </a:xfrm>
            <a:custGeom>
              <a:avLst/>
              <a:gdLst/>
              <a:ahLst/>
              <a:cxnLst/>
              <a:rect l="l" t="t" r="r" b="b"/>
              <a:pathLst>
                <a:path w="603" h="572" extrusionOk="0">
                  <a:moveTo>
                    <a:pt x="301" y="0"/>
                  </a:moveTo>
                  <a:lnTo>
                    <a:pt x="231" y="221"/>
                  </a:lnTo>
                  <a:lnTo>
                    <a:pt x="1" y="221"/>
                  </a:lnTo>
                  <a:lnTo>
                    <a:pt x="191" y="351"/>
                  </a:lnTo>
                  <a:lnTo>
                    <a:pt x="121" y="572"/>
                  </a:lnTo>
                  <a:lnTo>
                    <a:pt x="301" y="441"/>
                  </a:lnTo>
                  <a:lnTo>
                    <a:pt x="492" y="572"/>
                  </a:lnTo>
                  <a:lnTo>
                    <a:pt x="492" y="572"/>
                  </a:lnTo>
                  <a:lnTo>
                    <a:pt x="422" y="351"/>
                  </a:lnTo>
                  <a:lnTo>
                    <a:pt x="602" y="221"/>
                  </a:lnTo>
                  <a:lnTo>
                    <a:pt x="372"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p:cNvSpPr/>
            <p:nvPr/>
          </p:nvSpPr>
          <p:spPr>
            <a:xfrm>
              <a:off x="5350700" y="705313"/>
              <a:ext cx="15050" cy="14300"/>
            </a:xfrm>
            <a:custGeom>
              <a:avLst/>
              <a:gdLst/>
              <a:ahLst/>
              <a:cxnLst/>
              <a:rect l="l" t="t" r="r" b="b"/>
              <a:pathLst>
                <a:path w="602" h="572" extrusionOk="0">
                  <a:moveTo>
                    <a:pt x="301" y="0"/>
                  </a:moveTo>
                  <a:lnTo>
                    <a:pt x="231" y="221"/>
                  </a:lnTo>
                  <a:lnTo>
                    <a:pt x="0" y="221"/>
                  </a:lnTo>
                  <a:lnTo>
                    <a:pt x="191" y="351"/>
                  </a:lnTo>
                  <a:lnTo>
                    <a:pt x="121" y="572"/>
                  </a:lnTo>
                  <a:lnTo>
                    <a:pt x="301" y="441"/>
                  </a:lnTo>
                  <a:lnTo>
                    <a:pt x="492" y="572"/>
                  </a:lnTo>
                  <a:lnTo>
                    <a:pt x="492" y="572"/>
                  </a:lnTo>
                  <a:lnTo>
                    <a:pt x="421" y="351"/>
                  </a:lnTo>
                  <a:lnTo>
                    <a:pt x="602" y="221"/>
                  </a:lnTo>
                  <a:lnTo>
                    <a:pt x="371" y="221"/>
                  </a:lnTo>
                  <a:lnTo>
                    <a:pt x="301"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9"/>
            <p:cNvSpPr/>
            <p:nvPr/>
          </p:nvSpPr>
          <p:spPr>
            <a:xfrm>
              <a:off x="5380525" y="705313"/>
              <a:ext cx="15325" cy="14300"/>
            </a:xfrm>
            <a:custGeom>
              <a:avLst/>
              <a:gdLst/>
              <a:ahLst/>
              <a:cxnLst/>
              <a:rect l="l" t="t" r="r" b="b"/>
              <a:pathLst>
                <a:path w="613" h="572" extrusionOk="0">
                  <a:moveTo>
                    <a:pt x="312" y="0"/>
                  </a:moveTo>
                  <a:lnTo>
                    <a:pt x="231" y="221"/>
                  </a:lnTo>
                  <a:lnTo>
                    <a:pt x="1" y="221"/>
                  </a:lnTo>
                  <a:lnTo>
                    <a:pt x="191" y="351"/>
                  </a:lnTo>
                  <a:lnTo>
                    <a:pt x="121" y="572"/>
                  </a:lnTo>
                  <a:lnTo>
                    <a:pt x="121" y="572"/>
                  </a:lnTo>
                  <a:lnTo>
                    <a:pt x="312" y="441"/>
                  </a:lnTo>
                  <a:lnTo>
                    <a:pt x="492" y="572"/>
                  </a:lnTo>
                  <a:lnTo>
                    <a:pt x="422" y="351"/>
                  </a:lnTo>
                  <a:lnTo>
                    <a:pt x="613" y="221"/>
                  </a:lnTo>
                  <a:lnTo>
                    <a:pt x="382" y="221"/>
                  </a:lnTo>
                  <a:lnTo>
                    <a:pt x="312"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9"/>
            <p:cNvSpPr/>
            <p:nvPr/>
          </p:nvSpPr>
          <p:spPr>
            <a:xfrm>
              <a:off x="5245125" y="719588"/>
              <a:ext cx="15075" cy="14325"/>
            </a:xfrm>
            <a:custGeom>
              <a:avLst/>
              <a:gdLst/>
              <a:ahLst/>
              <a:cxnLst/>
              <a:rect l="l" t="t" r="r" b="b"/>
              <a:pathLst>
                <a:path w="603" h="573" extrusionOk="0">
                  <a:moveTo>
                    <a:pt x="301" y="1"/>
                  </a:moveTo>
                  <a:lnTo>
                    <a:pt x="231" y="221"/>
                  </a:lnTo>
                  <a:lnTo>
                    <a:pt x="0" y="221"/>
                  </a:lnTo>
                  <a:lnTo>
                    <a:pt x="181" y="362"/>
                  </a:lnTo>
                  <a:lnTo>
                    <a:pt x="111" y="573"/>
                  </a:lnTo>
                  <a:lnTo>
                    <a:pt x="111" y="573"/>
                  </a:lnTo>
                  <a:lnTo>
                    <a:pt x="301" y="442"/>
                  </a:lnTo>
                  <a:lnTo>
                    <a:pt x="482" y="573"/>
                  </a:lnTo>
                  <a:lnTo>
                    <a:pt x="41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p:cNvSpPr/>
            <p:nvPr/>
          </p:nvSpPr>
          <p:spPr>
            <a:xfrm>
              <a:off x="5274950" y="719588"/>
              <a:ext cx="15075" cy="14325"/>
            </a:xfrm>
            <a:custGeom>
              <a:avLst/>
              <a:gdLst/>
              <a:ahLst/>
              <a:cxnLst/>
              <a:rect l="l" t="t" r="r" b="b"/>
              <a:pathLst>
                <a:path w="603" h="573" extrusionOk="0">
                  <a:moveTo>
                    <a:pt x="302" y="1"/>
                  </a:moveTo>
                  <a:lnTo>
                    <a:pt x="232" y="221"/>
                  </a:lnTo>
                  <a:lnTo>
                    <a:pt x="1" y="221"/>
                  </a:lnTo>
                  <a:lnTo>
                    <a:pt x="181" y="362"/>
                  </a:lnTo>
                  <a:lnTo>
                    <a:pt x="111" y="573"/>
                  </a:lnTo>
                  <a:lnTo>
                    <a:pt x="111" y="573"/>
                  </a:lnTo>
                  <a:lnTo>
                    <a:pt x="302" y="442"/>
                  </a:lnTo>
                  <a:lnTo>
                    <a:pt x="482" y="573"/>
                  </a:lnTo>
                  <a:lnTo>
                    <a:pt x="41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p:cNvSpPr/>
            <p:nvPr/>
          </p:nvSpPr>
          <p:spPr>
            <a:xfrm>
              <a:off x="5304800" y="719588"/>
              <a:ext cx="15075" cy="14325"/>
            </a:xfrm>
            <a:custGeom>
              <a:avLst/>
              <a:gdLst/>
              <a:ahLst/>
              <a:cxnLst/>
              <a:rect l="l" t="t" r="r" b="b"/>
              <a:pathLst>
                <a:path w="603" h="573" extrusionOk="0">
                  <a:moveTo>
                    <a:pt x="301" y="1"/>
                  </a:moveTo>
                  <a:lnTo>
                    <a:pt x="231" y="221"/>
                  </a:lnTo>
                  <a:lnTo>
                    <a:pt x="1" y="221"/>
                  </a:lnTo>
                  <a:lnTo>
                    <a:pt x="181" y="362"/>
                  </a:lnTo>
                  <a:lnTo>
                    <a:pt x="111" y="573"/>
                  </a:lnTo>
                  <a:lnTo>
                    <a:pt x="111" y="573"/>
                  </a:lnTo>
                  <a:lnTo>
                    <a:pt x="301" y="442"/>
                  </a:lnTo>
                  <a:lnTo>
                    <a:pt x="482" y="573"/>
                  </a:lnTo>
                  <a:lnTo>
                    <a:pt x="482" y="573"/>
                  </a:lnTo>
                  <a:lnTo>
                    <a:pt x="41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p:cNvSpPr/>
            <p:nvPr/>
          </p:nvSpPr>
          <p:spPr>
            <a:xfrm>
              <a:off x="5334650" y="719588"/>
              <a:ext cx="15075" cy="14325"/>
            </a:xfrm>
            <a:custGeom>
              <a:avLst/>
              <a:gdLst/>
              <a:ahLst/>
              <a:cxnLst/>
              <a:rect l="l" t="t" r="r" b="b"/>
              <a:pathLst>
                <a:path w="603" h="573" extrusionOk="0">
                  <a:moveTo>
                    <a:pt x="301" y="1"/>
                  </a:moveTo>
                  <a:lnTo>
                    <a:pt x="231" y="221"/>
                  </a:lnTo>
                  <a:lnTo>
                    <a:pt x="0" y="221"/>
                  </a:lnTo>
                  <a:lnTo>
                    <a:pt x="181" y="362"/>
                  </a:lnTo>
                  <a:lnTo>
                    <a:pt x="111" y="573"/>
                  </a:lnTo>
                  <a:lnTo>
                    <a:pt x="111" y="573"/>
                  </a:lnTo>
                  <a:lnTo>
                    <a:pt x="301" y="442"/>
                  </a:lnTo>
                  <a:lnTo>
                    <a:pt x="492" y="573"/>
                  </a:lnTo>
                  <a:lnTo>
                    <a:pt x="41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p:cNvSpPr/>
            <p:nvPr/>
          </p:nvSpPr>
          <p:spPr>
            <a:xfrm>
              <a:off x="5364475" y="719588"/>
              <a:ext cx="15075" cy="14325"/>
            </a:xfrm>
            <a:custGeom>
              <a:avLst/>
              <a:gdLst/>
              <a:ahLst/>
              <a:cxnLst/>
              <a:rect l="l" t="t" r="r" b="b"/>
              <a:pathLst>
                <a:path w="603" h="573" extrusionOk="0">
                  <a:moveTo>
                    <a:pt x="302" y="1"/>
                  </a:moveTo>
                  <a:lnTo>
                    <a:pt x="232" y="221"/>
                  </a:lnTo>
                  <a:lnTo>
                    <a:pt x="1" y="221"/>
                  </a:lnTo>
                  <a:lnTo>
                    <a:pt x="191" y="362"/>
                  </a:lnTo>
                  <a:lnTo>
                    <a:pt x="121" y="573"/>
                  </a:lnTo>
                  <a:lnTo>
                    <a:pt x="121" y="573"/>
                  </a:lnTo>
                  <a:lnTo>
                    <a:pt x="302" y="442"/>
                  </a:lnTo>
                  <a:lnTo>
                    <a:pt x="492" y="573"/>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9"/>
            <p:cNvSpPr/>
            <p:nvPr/>
          </p:nvSpPr>
          <p:spPr>
            <a:xfrm>
              <a:off x="5231325" y="733888"/>
              <a:ext cx="15075" cy="14325"/>
            </a:xfrm>
            <a:custGeom>
              <a:avLst/>
              <a:gdLst/>
              <a:ahLst/>
              <a:cxnLst/>
              <a:rect l="l" t="t" r="r" b="b"/>
              <a:pathLst>
                <a:path w="603" h="573" extrusionOk="0">
                  <a:moveTo>
                    <a:pt x="302" y="1"/>
                  </a:moveTo>
                  <a:lnTo>
                    <a:pt x="231" y="221"/>
                  </a:lnTo>
                  <a:lnTo>
                    <a:pt x="1" y="221"/>
                  </a:lnTo>
                  <a:lnTo>
                    <a:pt x="181" y="362"/>
                  </a:lnTo>
                  <a:lnTo>
                    <a:pt x="111" y="572"/>
                  </a:lnTo>
                  <a:lnTo>
                    <a:pt x="302" y="442"/>
                  </a:lnTo>
                  <a:lnTo>
                    <a:pt x="482" y="572"/>
                  </a:lnTo>
                  <a:lnTo>
                    <a:pt x="412" y="362"/>
                  </a:lnTo>
                  <a:lnTo>
                    <a:pt x="602"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9"/>
            <p:cNvSpPr/>
            <p:nvPr/>
          </p:nvSpPr>
          <p:spPr>
            <a:xfrm>
              <a:off x="5261175" y="733888"/>
              <a:ext cx="15075" cy="14325"/>
            </a:xfrm>
            <a:custGeom>
              <a:avLst/>
              <a:gdLst/>
              <a:ahLst/>
              <a:cxnLst/>
              <a:rect l="l" t="t" r="r" b="b"/>
              <a:pathLst>
                <a:path w="603" h="573" extrusionOk="0">
                  <a:moveTo>
                    <a:pt x="301" y="1"/>
                  </a:moveTo>
                  <a:lnTo>
                    <a:pt x="231" y="221"/>
                  </a:lnTo>
                  <a:lnTo>
                    <a:pt x="0" y="221"/>
                  </a:lnTo>
                  <a:lnTo>
                    <a:pt x="191" y="362"/>
                  </a:lnTo>
                  <a:lnTo>
                    <a:pt x="111" y="572"/>
                  </a:lnTo>
                  <a:lnTo>
                    <a:pt x="301" y="442"/>
                  </a:lnTo>
                  <a:lnTo>
                    <a:pt x="492" y="572"/>
                  </a:lnTo>
                  <a:lnTo>
                    <a:pt x="422"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p:cNvSpPr/>
            <p:nvPr/>
          </p:nvSpPr>
          <p:spPr>
            <a:xfrm>
              <a:off x="5291000" y="733888"/>
              <a:ext cx="15075" cy="14325"/>
            </a:xfrm>
            <a:custGeom>
              <a:avLst/>
              <a:gdLst/>
              <a:ahLst/>
              <a:cxnLst/>
              <a:rect l="l" t="t" r="r" b="b"/>
              <a:pathLst>
                <a:path w="603" h="573" extrusionOk="0">
                  <a:moveTo>
                    <a:pt x="302" y="1"/>
                  </a:moveTo>
                  <a:lnTo>
                    <a:pt x="232" y="221"/>
                  </a:lnTo>
                  <a:lnTo>
                    <a:pt x="1" y="221"/>
                  </a:lnTo>
                  <a:lnTo>
                    <a:pt x="191" y="362"/>
                  </a:lnTo>
                  <a:lnTo>
                    <a:pt x="121" y="572"/>
                  </a:lnTo>
                  <a:lnTo>
                    <a:pt x="302" y="442"/>
                  </a:lnTo>
                  <a:lnTo>
                    <a:pt x="492" y="572"/>
                  </a:lnTo>
                  <a:lnTo>
                    <a:pt x="422" y="362"/>
                  </a:lnTo>
                  <a:lnTo>
                    <a:pt x="603" y="221"/>
                  </a:lnTo>
                  <a:lnTo>
                    <a:pt x="372" y="221"/>
                  </a:lnTo>
                  <a:lnTo>
                    <a:pt x="30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p:cNvSpPr/>
            <p:nvPr/>
          </p:nvSpPr>
          <p:spPr>
            <a:xfrm>
              <a:off x="5320850" y="733888"/>
              <a:ext cx="15075" cy="14325"/>
            </a:xfrm>
            <a:custGeom>
              <a:avLst/>
              <a:gdLst/>
              <a:ahLst/>
              <a:cxnLst/>
              <a:rect l="l" t="t" r="r" b="b"/>
              <a:pathLst>
                <a:path w="603" h="573" extrusionOk="0">
                  <a:moveTo>
                    <a:pt x="301" y="1"/>
                  </a:moveTo>
                  <a:lnTo>
                    <a:pt x="231" y="221"/>
                  </a:lnTo>
                  <a:lnTo>
                    <a:pt x="1" y="221"/>
                  </a:lnTo>
                  <a:lnTo>
                    <a:pt x="191" y="362"/>
                  </a:lnTo>
                  <a:lnTo>
                    <a:pt x="121" y="572"/>
                  </a:lnTo>
                  <a:lnTo>
                    <a:pt x="301" y="442"/>
                  </a:lnTo>
                  <a:lnTo>
                    <a:pt x="492" y="572"/>
                  </a:lnTo>
                  <a:lnTo>
                    <a:pt x="422" y="362"/>
                  </a:lnTo>
                  <a:lnTo>
                    <a:pt x="602" y="221"/>
                  </a:lnTo>
                  <a:lnTo>
                    <a:pt x="372"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p:cNvSpPr/>
            <p:nvPr/>
          </p:nvSpPr>
          <p:spPr>
            <a:xfrm>
              <a:off x="5350700" y="733888"/>
              <a:ext cx="15050" cy="14325"/>
            </a:xfrm>
            <a:custGeom>
              <a:avLst/>
              <a:gdLst/>
              <a:ahLst/>
              <a:cxnLst/>
              <a:rect l="l" t="t" r="r" b="b"/>
              <a:pathLst>
                <a:path w="602" h="573" extrusionOk="0">
                  <a:moveTo>
                    <a:pt x="301" y="1"/>
                  </a:moveTo>
                  <a:lnTo>
                    <a:pt x="231" y="221"/>
                  </a:lnTo>
                  <a:lnTo>
                    <a:pt x="0" y="221"/>
                  </a:lnTo>
                  <a:lnTo>
                    <a:pt x="191" y="362"/>
                  </a:lnTo>
                  <a:lnTo>
                    <a:pt x="121" y="572"/>
                  </a:lnTo>
                  <a:lnTo>
                    <a:pt x="301" y="442"/>
                  </a:lnTo>
                  <a:lnTo>
                    <a:pt x="492" y="572"/>
                  </a:lnTo>
                  <a:lnTo>
                    <a:pt x="421" y="362"/>
                  </a:lnTo>
                  <a:lnTo>
                    <a:pt x="602" y="221"/>
                  </a:lnTo>
                  <a:lnTo>
                    <a:pt x="371" y="221"/>
                  </a:lnTo>
                  <a:lnTo>
                    <a:pt x="301"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p:cNvSpPr/>
            <p:nvPr/>
          </p:nvSpPr>
          <p:spPr>
            <a:xfrm>
              <a:off x="5380525" y="733888"/>
              <a:ext cx="15325" cy="14325"/>
            </a:xfrm>
            <a:custGeom>
              <a:avLst/>
              <a:gdLst/>
              <a:ahLst/>
              <a:cxnLst/>
              <a:rect l="l" t="t" r="r" b="b"/>
              <a:pathLst>
                <a:path w="613" h="573" extrusionOk="0">
                  <a:moveTo>
                    <a:pt x="312" y="1"/>
                  </a:moveTo>
                  <a:lnTo>
                    <a:pt x="231" y="221"/>
                  </a:lnTo>
                  <a:lnTo>
                    <a:pt x="1" y="221"/>
                  </a:lnTo>
                  <a:lnTo>
                    <a:pt x="191" y="362"/>
                  </a:lnTo>
                  <a:lnTo>
                    <a:pt x="121" y="572"/>
                  </a:lnTo>
                  <a:lnTo>
                    <a:pt x="312" y="442"/>
                  </a:lnTo>
                  <a:lnTo>
                    <a:pt x="492" y="572"/>
                  </a:lnTo>
                  <a:lnTo>
                    <a:pt x="422" y="362"/>
                  </a:lnTo>
                  <a:lnTo>
                    <a:pt x="613" y="221"/>
                  </a:lnTo>
                  <a:lnTo>
                    <a:pt x="382" y="221"/>
                  </a:lnTo>
                  <a:lnTo>
                    <a:pt x="312"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76" name="Google Shape;2376;p49"/>
          <p:cNvGrpSpPr/>
          <p:nvPr/>
        </p:nvGrpSpPr>
        <p:grpSpPr>
          <a:xfrm>
            <a:off x="8130024" y="539406"/>
            <a:ext cx="417650" cy="283469"/>
            <a:chOff x="2347049" y="448056"/>
            <a:chExt cx="417650" cy="283469"/>
          </a:xfrm>
        </p:grpSpPr>
        <p:grpSp>
          <p:nvGrpSpPr>
            <p:cNvPr id="2377" name="Google Shape;2377;p49"/>
            <p:cNvGrpSpPr/>
            <p:nvPr/>
          </p:nvGrpSpPr>
          <p:grpSpPr>
            <a:xfrm>
              <a:off x="2347049" y="448056"/>
              <a:ext cx="195915" cy="283469"/>
              <a:chOff x="7644384" y="448056"/>
              <a:chExt cx="195915" cy="283469"/>
            </a:xfrm>
          </p:grpSpPr>
          <p:sp>
            <p:nvSpPr>
              <p:cNvPr id="2378" name="Google Shape;2378;p49"/>
              <p:cNvSpPr/>
              <p:nvPr/>
            </p:nvSpPr>
            <p:spPr>
              <a:xfrm>
                <a:off x="7726615" y="448056"/>
                <a:ext cx="31484" cy="79977"/>
              </a:xfrm>
              <a:custGeom>
                <a:avLst/>
                <a:gdLst/>
                <a:ahLst/>
                <a:cxnLst/>
                <a:rect l="l" t="t" r="r" b="b"/>
                <a:pathLst>
                  <a:path w="1064" h="2669" extrusionOk="0">
                    <a:moveTo>
                      <a:pt x="532" y="1"/>
                    </a:moveTo>
                    <a:cubicBezTo>
                      <a:pt x="241" y="1"/>
                      <a:pt x="0" y="231"/>
                      <a:pt x="0" y="532"/>
                    </a:cubicBezTo>
                    <a:lnTo>
                      <a:pt x="0" y="2137"/>
                    </a:lnTo>
                    <a:cubicBezTo>
                      <a:pt x="0" y="2428"/>
                      <a:pt x="241" y="2669"/>
                      <a:pt x="532" y="2669"/>
                    </a:cubicBezTo>
                    <a:cubicBezTo>
                      <a:pt x="833" y="2669"/>
                      <a:pt x="1063" y="2428"/>
                      <a:pt x="1063" y="2137"/>
                    </a:cubicBezTo>
                    <a:lnTo>
                      <a:pt x="1063" y="532"/>
                    </a:lnTo>
                    <a:cubicBezTo>
                      <a:pt x="1063" y="231"/>
                      <a:pt x="833" y="1"/>
                      <a:pt x="53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9"/>
              <p:cNvSpPr/>
              <p:nvPr/>
            </p:nvSpPr>
            <p:spPr>
              <a:xfrm>
                <a:off x="7644384" y="479010"/>
                <a:ext cx="195915" cy="252515"/>
              </a:xfrm>
              <a:custGeom>
                <a:avLst/>
                <a:gdLst/>
                <a:ahLst/>
                <a:cxnLst/>
                <a:rect l="l" t="t" r="r" b="b"/>
                <a:pathLst>
                  <a:path w="6621" h="8427" extrusionOk="0">
                    <a:moveTo>
                      <a:pt x="2087" y="1"/>
                    </a:moveTo>
                    <a:lnTo>
                      <a:pt x="1" y="8427"/>
                    </a:lnTo>
                    <a:lnTo>
                      <a:pt x="6621" y="8427"/>
                    </a:lnTo>
                    <a:lnTo>
                      <a:pt x="4535"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9"/>
              <p:cNvSpPr/>
              <p:nvPr/>
            </p:nvSpPr>
            <p:spPr>
              <a:xfrm>
                <a:off x="7698119" y="479010"/>
                <a:ext cx="88474" cy="32812"/>
              </a:xfrm>
              <a:custGeom>
                <a:avLst/>
                <a:gdLst/>
                <a:ahLst/>
                <a:cxnLst/>
                <a:rect l="l" t="t" r="r" b="b"/>
                <a:pathLst>
                  <a:path w="2990" h="1095" extrusionOk="0">
                    <a:moveTo>
                      <a:pt x="271" y="1"/>
                    </a:moveTo>
                    <a:lnTo>
                      <a:pt x="0" y="1094"/>
                    </a:lnTo>
                    <a:lnTo>
                      <a:pt x="2989" y="1094"/>
                    </a:lnTo>
                    <a:lnTo>
                      <a:pt x="2719"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9"/>
              <p:cNvSpPr/>
              <p:nvPr/>
            </p:nvSpPr>
            <p:spPr>
              <a:xfrm>
                <a:off x="7672287" y="565878"/>
                <a:ext cx="140138" cy="51420"/>
              </a:xfrm>
              <a:custGeom>
                <a:avLst/>
                <a:gdLst/>
                <a:ahLst/>
                <a:cxnLst/>
                <a:rect l="l" t="t" r="r" b="b"/>
                <a:pathLst>
                  <a:path w="4736" h="1716" extrusionOk="0">
                    <a:moveTo>
                      <a:pt x="432" y="1"/>
                    </a:moveTo>
                    <a:lnTo>
                      <a:pt x="1" y="1716"/>
                    </a:lnTo>
                    <a:lnTo>
                      <a:pt x="4735" y="1716"/>
                    </a:lnTo>
                    <a:lnTo>
                      <a:pt x="4314"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9"/>
              <p:cNvSpPr/>
              <p:nvPr/>
            </p:nvSpPr>
            <p:spPr>
              <a:xfrm>
                <a:off x="7644384" y="671685"/>
                <a:ext cx="195915" cy="59840"/>
              </a:xfrm>
              <a:custGeom>
                <a:avLst/>
                <a:gdLst/>
                <a:ahLst/>
                <a:cxnLst/>
                <a:rect l="l" t="t" r="r" b="b"/>
                <a:pathLst>
                  <a:path w="6621" h="1997" extrusionOk="0">
                    <a:moveTo>
                      <a:pt x="502" y="0"/>
                    </a:moveTo>
                    <a:lnTo>
                      <a:pt x="1" y="1997"/>
                    </a:lnTo>
                    <a:lnTo>
                      <a:pt x="6621" y="1997"/>
                    </a:lnTo>
                    <a:lnTo>
                      <a:pt x="6129"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9"/>
              <p:cNvSpPr/>
              <p:nvPr/>
            </p:nvSpPr>
            <p:spPr>
              <a:xfrm>
                <a:off x="7745611" y="479010"/>
                <a:ext cx="94688" cy="252515"/>
              </a:xfrm>
              <a:custGeom>
                <a:avLst/>
                <a:gdLst/>
                <a:ahLst/>
                <a:cxnLst/>
                <a:rect l="l" t="t" r="r" b="b"/>
                <a:pathLst>
                  <a:path w="3200" h="8427" extrusionOk="0">
                    <a:moveTo>
                      <a:pt x="0" y="1"/>
                    </a:moveTo>
                    <a:lnTo>
                      <a:pt x="0" y="8427"/>
                    </a:lnTo>
                    <a:lnTo>
                      <a:pt x="3200" y="8427"/>
                    </a:lnTo>
                    <a:lnTo>
                      <a:pt x="1114" y="1"/>
                    </a:ln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9"/>
              <p:cNvSpPr/>
              <p:nvPr/>
            </p:nvSpPr>
            <p:spPr>
              <a:xfrm>
                <a:off x="7694835" y="466694"/>
                <a:ext cx="93534" cy="12945"/>
              </a:xfrm>
              <a:custGeom>
                <a:avLst/>
                <a:gdLst/>
                <a:ahLst/>
                <a:cxnLst/>
                <a:rect l="l" t="t" r="r" b="b"/>
                <a:pathLst>
                  <a:path w="3161" h="432" extrusionOk="0">
                    <a:moveTo>
                      <a:pt x="212" y="1"/>
                    </a:moveTo>
                    <a:cubicBezTo>
                      <a:pt x="91" y="1"/>
                      <a:pt x="1" y="101"/>
                      <a:pt x="1" y="211"/>
                    </a:cubicBezTo>
                    <a:cubicBezTo>
                      <a:pt x="1" y="332"/>
                      <a:pt x="101" y="432"/>
                      <a:pt x="222" y="432"/>
                    </a:cubicBezTo>
                    <a:lnTo>
                      <a:pt x="2940" y="432"/>
                    </a:lnTo>
                    <a:cubicBezTo>
                      <a:pt x="3060" y="432"/>
                      <a:pt x="3161" y="332"/>
                      <a:pt x="3161" y="211"/>
                    </a:cubicBezTo>
                    <a:cubicBezTo>
                      <a:pt x="3161" y="101"/>
                      <a:pt x="3060" y="1"/>
                      <a:pt x="294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5" name="Google Shape;2385;p49"/>
            <p:cNvGrpSpPr/>
            <p:nvPr/>
          </p:nvGrpSpPr>
          <p:grpSpPr>
            <a:xfrm>
              <a:off x="2642966" y="579123"/>
              <a:ext cx="121733" cy="152402"/>
              <a:chOff x="8032901" y="579123"/>
              <a:chExt cx="121733" cy="152402"/>
            </a:xfrm>
          </p:grpSpPr>
          <p:sp>
            <p:nvSpPr>
              <p:cNvPr id="2386" name="Google Shape;2386;p49"/>
              <p:cNvSpPr/>
              <p:nvPr/>
            </p:nvSpPr>
            <p:spPr>
              <a:xfrm>
                <a:off x="8078913" y="579423"/>
                <a:ext cx="34147" cy="29605"/>
              </a:xfrm>
              <a:custGeom>
                <a:avLst/>
                <a:gdLst/>
                <a:ahLst/>
                <a:cxnLst/>
                <a:rect l="l" t="t" r="r" b="b"/>
                <a:pathLst>
                  <a:path w="1154" h="988" extrusionOk="0">
                    <a:moveTo>
                      <a:pt x="487" y="270"/>
                    </a:moveTo>
                    <a:cubicBezTo>
                      <a:pt x="553" y="270"/>
                      <a:pt x="620" y="295"/>
                      <a:pt x="673" y="351"/>
                    </a:cubicBezTo>
                    <a:cubicBezTo>
                      <a:pt x="823" y="502"/>
                      <a:pt x="713" y="772"/>
                      <a:pt x="492" y="772"/>
                    </a:cubicBezTo>
                    <a:cubicBezTo>
                      <a:pt x="352" y="762"/>
                      <a:pt x="241" y="642"/>
                      <a:pt x="241" y="502"/>
                    </a:cubicBezTo>
                    <a:cubicBezTo>
                      <a:pt x="248" y="358"/>
                      <a:pt x="365" y="270"/>
                      <a:pt x="487" y="270"/>
                    </a:cubicBezTo>
                    <a:close/>
                    <a:moveTo>
                      <a:pt x="502" y="0"/>
                    </a:moveTo>
                    <a:cubicBezTo>
                      <a:pt x="221" y="0"/>
                      <a:pt x="0" y="231"/>
                      <a:pt x="0" y="502"/>
                    </a:cubicBezTo>
                    <a:cubicBezTo>
                      <a:pt x="7" y="796"/>
                      <a:pt x="246" y="988"/>
                      <a:pt x="496" y="988"/>
                    </a:cubicBezTo>
                    <a:cubicBezTo>
                      <a:pt x="621" y="988"/>
                      <a:pt x="749" y="940"/>
                      <a:pt x="853" y="833"/>
                    </a:cubicBezTo>
                    <a:cubicBezTo>
                      <a:pt x="1154" y="522"/>
                      <a:pt x="933" y="0"/>
                      <a:pt x="5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7" name="Google Shape;2387;p49"/>
              <p:cNvSpPr/>
              <p:nvPr/>
            </p:nvSpPr>
            <p:spPr>
              <a:xfrm>
                <a:off x="8094063" y="579123"/>
                <a:ext cx="18997" cy="30385"/>
              </a:xfrm>
              <a:custGeom>
                <a:avLst/>
                <a:gdLst/>
                <a:ahLst/>
                <a:cxnLst/>
                <a:rect l="l" t="t" r="r" b="b"/>
                <a:pathLst>
                  <a:path w="642" h="1014" extrusionOk="0">
                    <a:moveTo>
                      <a:pt x="0" y="0"/>
                    </a:moveTo>
                    <a:lnTo>
                      <a:pt x="0" y="251"/>
                    </a:lnTo>
                    <a:cubicBezTo>
                      <a:pt x="311" y="281"/>
                      <a:pt x="311" y="752"/>
                      <a:pt x="0" y="782"/>
                    </a:cubicBezTo>
                    <a:lnTo>
                      <a:pt x="0" y="1013"/>
                    </a:lnTo>
                    <a:cubicBezTo>
                      <a:pt x="642" y="983"/>
                      <a:pt x="642" y="30"/>
                      <a:pt x="0" y="0"/>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8" name="Google Shape;2388;p49"/>
              <p:cNvSpPr/>
              <p:nvPr/>
            </p:nvSpPr>
            <p:spPr>
              <a:xfrm>
                <a:off x="8032901" y="604653"/>
                <a:ext cx="121733" cy="126872"/>
              </a:xfrm>
              <a:custGeom>
                <a:avLst/>
                <a:gdLst/>
                <a:ahLst/>
                <a:cxnLst/>
                <a:rect l="l" t="t" r="r" b="b"/>
                <a:pathLst>
                  <a:path w="4114" h="4234" extrusionOk="0">
                    <a:moveTo>
                      <a:pt x="2057" y="1"/>
                    </a:moveTo>
                    <a:cubicBezTo>
                      <a:pt x="924" y="1"/>
                      <a:pt x="1" y="944"/>
                      <a:pt x="1" y="2117"/>
                    </a:cubicBezTo>
                    <a:cubicBezTo>
                      <a:pt x="1" y="3281"/>
                      <a:pt x="924" y="4234"/>
                      <a:pt x="2057" y="4234"/>
                    </a:cubicBezTo>
                    <a:cubicBezTo>
                      <a:pt x="3190" y="4234"/>
                      <a:pt x="4113" y="3281"/>
                      <a:pt x="4113" y="2117"/>
                    </a:cubicBezTo>
                    <a:cubicBezTo>
                      <a:pt x="4113" y="944"/>
                      <a:pt x="3190" y="1"/>
                      <a:pt x="205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9" name="Google Shape;2389;p49"/>
              <p:cNvSpPr/>
              <p:nvPr/>
            </p:nvSpPr>
            <p:spPr>
              <a:xfrm>
                <a:off x="8066752" y="604503"/>
                <a:ext cx="54327" cy="6802"/>
              </a:xfrm>
              <a:custGeom>
                <a:avLst/>
                <a:gdLst/>
                <a:ahLst/>
                <a:cxnLst/>
                <a:rect l="l" t="t" r="r" b="b"/>
                <a:pathLst>
                  <a:path w="1836" h="227" extrusionOk="0">
                    <a:moveTo>
                      <a:pt x="914" y="1"/>
                    </a:moveTo>
                    <a:cubicBezTo>
                      <a:pt x="600" y="1"/>
                      <a:pt x="286" y="76"/>
                      <a:pt x="0" y="226"/>
                    </a:cubicBezTo>
                    <a:lnTo>
                      <a:pt x="1836" y="226"/>
                    </a:lnTo>
                    <a:cubicBezTo>
                      <a:pt x="1545" y="76"/>
                      <a:pt x="1229" y="1"/>
                      <a:pt x="914"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0" name="Google Shape;2390;p49"/>
              <p:cNvSpPr/>
              <p:nvPr/>
            </p:nvSpPr>
            <p:spPr>
              <a:xfrm>
                <a:off x="8033197" y="640431"/>
                <a:ext cx="121437" cy="25860"/>
              </a:xfrm>
              <a:custGeom>
                <a:avLst/>
                <a:gdLst/>
                <a:ahLst/>
                <a:cxnLst/>
                <a:rect l="l" t="t" r="r" b="b"/>
                <a:pathLst>
                  <a:path w="4104" h="863" extrusionOk="0">
                    <a:moveTo>
                      <a:pt x="201" y="0"/>
                    </a:moveTo>
                    <a:cubicBezTo>
                      <a:pt x="71" y="271"/>
                      <a:pt x="1" y="562"/>
                      <a:pt x="1" y="863"/>
                    </a:cubicBezTo>
                    <a:lnTo>
                      <a:pt x="4103" y="863"/>
                    </a:lnTo>
                    <a:cubicBezTo>
                      <a:pt x="4093" y="562"/>
                      <a:pt x="4023" y="271"/>
                      <a:pt x="390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1" name="Google Shape;2391;p49"/>
              <p:cNvSpPr/>
              <p:nvPr/>
            </p:nvSpPr>
            <p:spPr>
              <a:xfrm>
                <a:off x="8039144" y="695117"/>
                <a:ext cx="109838" cy="23493"/>
              </a:xfrm>
              <a:custGeom>
                <a:avLst/>
                <a:gdLst/>
                <a:ahLst/>
                <a:cxnLst/>
                <a:rect l="l" t="t" r="r" b="b"/>
                <a:pathLst>
                  <a:path w="3712" h="784" extrusionOk="0">
                    <a:moveTo>
                      <a:pt x="0" y="1"/>
                    </a:moveTo>
                    <a:cubicBezTo>
                      <a:pt x="141" y="312"/>
                      <a:pt x="351" y="573"/>
                      <a:pt x="612" y="783"/>
                    </a:cubicBezTo>
                    <a:lnTo>
                      <a:pt x="3090" y="783"/>
                    </a:lnTo>
                    <a:cubicBezTo>
                      <a:pt x="3351" y="573"/>
                      <a:pt x="3571" y="312"/>
                      <a:pt x="371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2" name="Google Shape;2392;p49"/>
              <p:cNvSpPr/>
              <p:nvPr/>
            </p:nvSpPr>
            <p:spPr>
              <a:xfrm>
                <a:off x="8094063" y="604653"/>
                <a:ext cx="60571" cy="126872"/>
              </a:xfrm>
              <a:custGeom>
                <a:avLst/>
                <a:gdLst/>
                <a:ahLst/>
                <a:cxnLst/>
                <a:rect l="l" t="t" r="r" b="b"/>
                <a:pathLst>
                  <a:path w="2047" h="4234" extrusionOk="0">
                    <a:moveTo>
                      <a:pt x="0" y="1"/>
                    </a:moveTo>
                    <a:lnTo>
                      <a:pt x="0" y="4234"/>
                    </a:lnTo>
                    <a:cubicBezTo>
                      <a:pt x="1144" y="4193"/>
                      <a:pt x="2046" y="3251"/>
                      <a:pt x="2046" y="2117"/>
                    </a:cubicBezTo>
                    <a:cubicBezTo>
                      <a:pt x="2046" y="974"/>
                      <a:pt x="1144" y="41"/>
                      <a:pt x="0" y="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393" name="Google Shape;2393;p49"/>
          <p:cNvGrpSpPr/>
          <p:nvPr/>
        </p:nvGrpSpPr>
        <p:grpSpPr>
          <a:xfrm>
            <a:off x="6752684" y="1245079"/>
            <a:ext cx="1890182" cy="3231185"/>
            <a:chOff x="6752684" y="1245079"/>
            <a:chExt cx="1890182" cy="3231185"/>
          </a:xfrm>
        </p:grpSpPr>
        <p:grpSp>
          <p:nvGrpSpPr>
            <p:cNvPr id="2394" name="Google Shape;2394;p49"/>
            <p:cNvGrpSpPr/>
            <p:nvPr/>
          </p:nvGrpSpPr>
          <p:grpSpPr>
            <a:xfrm>
              <a:off x="6825172" y="1245079"/>
              <a:ext cx="1745097" cy="523972"/>
              <a:chOff x="1184796" y="1005791"/>
              <a:chExt cx="8266682" cy="2447325"/>
            </a:xfrm>
          </p:grpSpPr>
          <p:sp>
            <p:nvSpPr>
              <p:cNvPr id="2395" name="Google Shape;2395;p49"/>
              <p:cNvSpPr/>
              <p:nvPr/>
            </p:nvSpPr>
            <p:spPr>
              <a:xfrm>
                <a:off x="1793588" y="2279394"/>
                <a:ext cx="167783" cy="177882"/>
              </a:xfrm>
              <a:custGeom>
                <a:avLst/>
                <a:gdLst/>
                <a:ahLst/>
                <a:cxnLst/>
                <a:rect l="l" t="t" r="r" b="b"/>
                <a:pathLst>
                  <a:path w="1125" h="1195" extrusionOk="0">
                    <a:moveTo>
                      <a:pt x="522" y="11"/>
                    </a:moveTo>
                    <a:cubicBezTo>
                      <a:pt x="903" y="21"/>
                      <a:pt x="1124" y="1195"/>
                      <a:pt x="663" y="1195"/>
                    </a:cubicBezTo>
                    <a:cubicBezTo>
                      <a:pt x="392" y="1195"/>
                      <a:pt x="1" y="1175"/>
                      <a:pt x="1" y="844"/>
                    </a:cubicBezTo>
                    <a:cubicBezTo>
                      <a:pt x="1" y="513"/>
                      <a:pt x="141" y="1"/>
                      <a:pt x="522"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6" name="Google Shape;2396;p49"/>
              <p:cNvSpPr/>
              <p:nvPr/>
            </p:nvSpPr>
            <p:spPr>
              <a:xfrm>
                <a:off x="1748697" y="2348165"/>
                <a:ext cx="303798" cy="98691"/>
              </a:xfrm>
              <a:custGeom>
                <a:avLst/>
                <a:gdLst/>
                <a:ahLst/>
                <a:cxnLst/>
                <a:rect l="l" t="t" r="r" b="b"/>
                <a:pathLst>
                  <a:path w="2037" h="663" extrusionOk="0">
                    <a:moveTo>
                      <a:pt x="1" y="40"/>
                    </a:moveTo>
                    <a:lnTo>
                      <a:pt x="2037" y="0"/>
                    </a:lnTo>
                    <a:lnTo>
                      <a:pt x="1997" y="662"/>
                    </a:lnTo>
                    <a:lnTo>
                      <a:pt x="121" y="41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7" name="Google Shape;2397;p49"/>
              <p:cNvSpPr/>
              <p:nvPr/>
            </p:nvSpPr>
            <p:spPr>
              <a:xfrm>
                <a:off x="1760628" y="2369005"/>
                <a:ext cx="262039" cy="74874"/>
              </a:xfrm>
              <a:custGeom>
                <a:avLst/>
                <a:gdLst/>
                <a:ahLst/>
                <a:cxnLst/>
                <a:rect l="l" t="t" r="r" b="b"/>
                <a:pathLst>
                  <a:path w="1757" h="503" extrusionOk="0">
                    <a:moveTo>
                      <a:pt x="1726" y="502"/>
                    </a:moveTo>
                    <a:lnTo>
                      <a:pt x="41" y="272"/>
                    </a:lnTo>
                    <a:lnTo>
                      <a:pt x="1" y="1"/>
                    </a:lnTo>
                    <a:lnTo>
                      <a:pt x="1756" y="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8" name="Google Shape;2398;p49"/>
              <p:cNvSpPr/>
              <p:nvPr/>
            </p:nvSpPr>
            <p:spPr>
              <a:xfrm>
                <a:off x="2143622" y="2145127"/>
                <a:ext cx="18195" cy="147962"/>
              </a:xfrm>
              <a:custGeom>
                <a:avLst/>
                <a:gdLst/>
                <a:ahLst/>
                <a:cxnLst/>
                <a:rect l="l" t="t" r="r" b="b"/>
                <a:pathLst>
                  <a:path w="122" h="994" extrusionOk="0">
                    <a:moveTo>
                      <a:pt x="1" y="0"/>
                    </a:moveTo>
                    <a:lnTo>
                      <a:pt x="121" y="0"/>
                    </a:lnTo>
                    <a:lnTo>
                      <a:pt x="121" y="993"/>
                    </a:lnTo>
                    <a:lnTo>
                      <a:pt x="1" y="99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9" name="Google Shape;2399;p49"/>
              <p:cNvSpPr/>
              <p:nvPr/>
            </p:nvSpPr>
            <p:spPr>
              <a:xfrm>
                <a:off x="1929754" y="2294429"/>
                <a:ext cx="465317" cy="222538"/>
              </a:xfrm>
              <a:custGeom>
                <a:avLst/>
                <a:gdLst/>
                <a:ahLst/>
                <a:cxnLst/>
                <a:rect l="l" t="t" r="r" b="b"/>
                <a:pathLst>
                  <a:path w="3120" h="1495" extrusionOk="0">
                    <a:moveTo>
                      <a:pt x="1555" y="0"/>
                    </a:moveTo>
                    <a:cubicBezTo>
                      <a:pt x="2418" y="0"/>
                      <a:pt x="3120" y="331"/>
                      <a:pt x="3120" y="753"/>
                    </a:cubicBezTo>
                    <a:cubicBezTo>
                      <a:pt x="3120" y="1164"/>
                      <a:pt x="2418" y="1495"/>
                      <a:pt x="1555" y="1495"/>
                    </a:cubicBezTo>
                    <a:cubicBezTo>
                      <a:pt x="703" y="1495"/>
                      <a:pt x="0" y="1164"/>
                      <a:pt x="0" y="753"/>
                    </a:cubicBezTo>
                    <a:cubicBezTo>
                      <a:pt x="0" y="341"/>
                      <a:pt x="693" y="0"/>
                      <a:pt x="155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0" name="Google Shape;2400;p49"/>
              <p:cNvSpPr/>
              <p:nvPr/>
            </p:nvSpPr>
            <p:spPr>
              <a:xfrm>
                <a:off x="2013571" y="2292940"/>
                <a:ext cx="381500" cy="180710"/>
              </a:xfrm>
              <a:custGeom>
                <a:avLst/>
                <a:gdLst/>
                <a:ahLst/>
                <a:cxnLst/>
                <a:rect l="l" t="t" r="r" b="b"/>
                <a:pathLst>
                  <a:path w="2558" h="1214" extrusionOk="0">
                    <a:moveTo>
                      <a:pt x="993" y="10"/>
                    </a:moveTo>
                    <a:cubicBezTo>
                      <a:pt x="1856" y="10"/>
                      <a:pt x="2558" y="341"/>
                      <a:pt x="2558" y="763"/>
                    </a:cubicBezTo>
                    <a:cubicBezTo>
                      <a:pt x="2548" y="893"/>
                      <a:pt x="2488" y="1013"/>
                      <a:pt x="2377" y="1104"/>
                    </a:cubicBezTo>
                    <a:cubicBezTo>
                      <a:pt x="2107" y="1174"/>
                      <a:pt x="1836" y="1214"/>
                      <a:pt x="1555" y="1214"/>
                    </a:cubicBezTo>
                    <a:cubicBezTo>
                      <a:pt x="692" y="1214"/>
                      <a:pt x="0" y="883"/>
                      <a:pt x="0" y="462"/>
                    </a:cubicBezTo>
                    <a:cubicBezTo>
                      <a:pt x="0" y="331"/>
                      <a:pt x="70" y="201"/>
                      <a:pt x="171" y="121"/>
                    </a:cubicBezTo>
                    <a:cubicBezTo>
                      <a:pt x="441" y="40"/>
                      <a:pt x="712" y="0"/>
                      <a:pt x="993" y="1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1" name="Google Shape;2401;p49"/>
              <p:cNvSpPr/>
              <p:nvPr/>
            </p:nvSpPr>
            <p:spPr>
              <a:xfrm>
                <a:off x="2067411" y="2313780"/>
                <a:ext cx="327661" cy="144985"/>
              </a:xfrm>
              <a:custGeom>
                <a:avLst/>
                <a:gdLst/>
                <a:ahLst/>
                <a:cxnLst/>
                <a:rect l="l" t="t" r="r" b="b"/>
                <a:pathLst>
                  <a:path w="2197" h="974" extrusionOk="0">
                    <a:moveTo>
                      <a:pt x="1545" y="1"/>
                    </a:moveTo>
                    <a:cubicBezTo>
                      <a:pt x="1946" y="141"/>
                      <a:pt x="2197" y="372"/>
                      <a:pt x="2197" y="613"/>
                    </a:cubicBezTo>
                    <a:cubicBezTo>
                      <a:pt x="2197" y="703"/>
                      <a:pt x="2157" y="793"/>
                      <a:pt x="2107" y="863"/>
                    </a:cubicBezTo>
                    <a:cubicBezTo>
                      <a:pt x="1545" y="974"/>
                      <a:pt x="963" y="974"/>
                      <a:pt x="411" y="863"/>
                    </a:cubicBezTo>
                    <a:cubicBezTo>
                      <a:pt x="191" y="813"/>
                      <a:pt x="0" y="683"/>
                      <a:pt x="0" y="452"/>
                    </a:cubicBezTo>
                    <a:lnTo>
                      <a:pt x="0" y="412"/>
                    </a:lnTo>
                    <a:cubicBezTo>
                      <a:pt x="0" y="181"/>
                      <a:pt x="181" y="1"/>
                      <a:pt x="41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2" name="Google Shape;2402;p49"/>
              <p:cNvSpPr/>
              <p:nvPr/>
            </p:nvSpPr>
            <p:spPr>
              <a:xfrm>
                <a:off x="1690383" y="2279394"/>
                <a:ext cx="167633" cy="177882"/>
              </a:xfrm>
              <a:custGeom>
                <a:avLst/>
                <a:gdLst/>
                <a:ahLst/>
                <a:cxnLst/>
                <a:rect l="l" t="t" r="r" b="b"/>
                <a:pathLst>
                  <a:path w="1124" h="1195" extrusionOk="0">
                    <a:moveTo>
                      <a:pt x="532" y="11"/>
                    </a:moveTo>
                    <a:cubicBezTo>
                      <a:pt x="903" y="21"/>
                      <a:pt x="1124" y="1195"/>
                      <a:pt x="663" y="1195"/>
                    </a:cubicBezTo>
                    <a:cubicBezTo>
                      <a:pt x="392" y="1195"/>
                      <a:pt x="1" y="1175"/>
                      <a:pt x="1" y="844"/>
                    </a:cubicBezTo>
                    <a:cubicBezTo>
                      <a:pt x="1" y="513"/>
                      <a:pt x="141" y="1"/>
                      <a:pt x="532" y="1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3" name="Google Shape;2403;p49"/>
              <p:cNvSpPr/>
              <p:nvPr/>
            </p:nvSpPr>
            <p:spPr>
              <a:xfrm>
                <a:off x="1495903" y="2124585"/>
                <a:ext cx="1159564" cy="132630"/>
              </a:xfrm>
              <a:custGeom>
                <a:avLst/>
                <a:gdLst/>
                <a:ahLst/>
                <a:cxnLst/>
                <a:rect l="l" t="t" r="r" b="b"/>
                <a:pathLst>
                  <a:path w="7775" h="891" extrusionOk="0">
                    <a:moveTo>
                      <a:pt x="2635" y="1"/>
                    </a:moveTo>
                    <a:cubicBezTo>
                      <a:pt x="2192" y="1"/>
                      <a:pt x="1761" y="6"/>
                      <a:pt x="1335" y="18"/>
                    </a:cubicBezTo>
                    <a:cubicBezTo>
                      <a:pt x="1315" y="18"/>
                      <a:pt x="1305" y="28"/>
                      <a:pt x="1305" y="48"/>
                    </a:cubicBezTo>
                    <a:cubicBezTo>
                      <a:pt x="1305" y="58"/>
                      <a:pt x="1315" y="78"/>
                      <a:pt x="1335" y="78"/>
                    </a:cubicBezTo>
                    <a:cubicBezTo>
                      <a:pt x="1787" y="66"/>
                      <a:pt x="2246" y="60"/>
                      <a:pt x="2717" y="60"/>
                    </a:cubicBezTo>
                    <a:cubicBezTo>
                      <a:pt x="4198" y="60"/>
                      <a:pt x="5803" y="122"/>
                      <a:pt x="7744" y="259"/>
                    </a:cubicBezTo>
                    <a:cubicBezTo>
                      <a:pt x="7754" y="259"/>
                      <a:pt x="7774" y="249"/>
                      <a:pt x="7774" y="228"/>
                    </a:cubicBezTo>
                    <a:cubicBezTo>
                      <a:pt x="7774" y="218"/>
                      <a:pt x="7764" y="198"/>
                      <a:pt x="7744" y="198"/>
                    </a:cubicBezTo>
                    <a:cubicBezTo>
                      <a:pt x="5768" y="67"/>
                      <a:pt x="4139" y="1"/>
                      <a:pt x="2635" y="1"/>
                    </a:cubicBezTo>
                    <a:close/>
                    <a:moveTo>
                      <a:pt x="3491" y="748"/>
                    </a:moveTo>
                    <a:cubicBezTo>
                      <a:pt x="2443" y="748"/>
                      <a:pt x="1310" y="775"/>
                      <a:pt x="31" y="830"/>
                    </a:cubicBezTo>
                    <a:cubicBezTo>
                      <a:pt x="11" y="830"/>
                      <a:pt x="1" y="840"/>
                      <a:pt x="1" y="860"/>
                    </a:cubicBezTo>
                    <a:cubicBezTo>
                      <a:pt x="1" y="870"/>
                      <a:pt x="11" y="890"/>
                      <a:pt x="31" y="890"/>
                    </a:cubicBezTo>
                    <a:lnTo>
                      <a:pt x="31" y="880"/>
                    </a:lnTo>
                    <a:cubicBezTo>
                      <a:pt x="1310" y="830"/>
                      <a:pt x="2441" y="805"/>
                      <a:pt x="3487" y="805"/>
                    </a:cubicBezTo>
                    <a:cubicBezTo>
                      <a:pt x="4534" y="805"/>
                      <a:pt x="5497" y="830"/>
                      <a:pt x="6440" y="880"/>
                    </a:cubicBezTo>
                    <a:cubicBezTo>
                      <a:pt x="6442" y="882"/>
                      <a:pt x="6444" y="883"/>
                      <a:pt x="6447" y="883"/>
                    </a:cubicBezTo>
                    <a:cubicBezTo>
                      <a:pt x="6457" y="883"/>
                      <a:pt x="6470" y="869"/>
                      <a:pt x="6470" y="860"/>
                    </a:cubicBezTo>
                    <a:cubicBezTo>
                      <a:pt x="6470" y="840"/>
                      <a:pt x="6460" y="830"/>
                      <a:pt x="6440" y="830"/>
                    </a:cubicBezTo>
                    <a:cubicBezTo>
                      <a:pt x="5502" y="775"/>
                      <a:pt x="4539" y="748"/>
                      <a:pt x="3491" y="748"/>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4" name="Google Shape;2404;p49"/>
              <p:cNvSpPr/>
              <p:nvPr/>
            </p:nvSpPr>
            <p:spPr>
              <a:xfrm>
                <a:off x="6842452" y="2291452"/>
                <a:ext cx="209542" cy="29920"/>
              </a:xfrm>
              <a:custGeom>
                <a:avLst/>
                <a:gdLst/>
                <a:ahLst/>
                <a:cxnLst/>
                <a:rect l="l" t="t" r="r" b="b"/>
                <a:pathLst>
                  <a:path w="1405" h="201" extrusionOk="0">
                    <a:moveTo>
                      <a:pt x="11" y="0"/>
                    </a:moveTo>
                    <a:lnTo>
                      <a:pt x="1405" y="40"/>
                    </a:lnTo>
                    <a:lnTo>
                      <a:pt x="1405" y="201"/>
                    </a:lnTo>
                    <a:lnTo>
                      <a:pt x="1" y="1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5" name="Google Shape;2405;p49"/>
              <p:cNvSpPr/>
              <p:nvPr/>
            </p:nvSpPr>
            <p:spPr>
              <a:xfrm>
                <a:off x="7807393" y="2257066"/>
                <a:ext cx="95897" cy="41977"/>
              </a:xfrm>
              <a:custGeom>
                <a:avLst/>
                <a:gdLst/>
                <a:ahLst/>
                <a:cxnLst/>
                <a:rect l="l" t="t" r="r" b="b"/>
                <a:pathLst>
                  <a:path w="643" h="282" extrusionOk="0">
                    <a:moveTo>
                      <a:pt x="632" y="281"/>
                    </a:moveTo>
                    <a:lnTo>
                      <a:pt x="0" y="281"/>
                    </a:lnTo>
                    <a:cubicBezTo>
                      <a:pt x="0" y="171"/>
                      <a:pt x="41" y="71"/>
                      <a:pt x="121" y="0"/>
                    </a:cubicBezTo>
                    <a:cubicBezTo>
                      <a:pt x="331" y="31"/>
                      <a:pt x="622" y="121"/>
                      <a:pt x="642" y="28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6" name="Google Shape;2406;p49"/>
              <p:cNvSpPr/>
              <p:nvPr/>
            </p:nvSpPr>
            <p:spPr>
              <a:xfrm>
                <a:off x="9247944" y="2300383"/>
                <a:ext cx="107977" cy="162847"/>
              </a:xfrm>
              <a:custGeom>
                <a:avLst/>
                <a:gdLst/>
                <a:ahLst/>
                <a:cxnLst/>
                <a:rect l="l" t="t" r="r" b="b"/>
                <a:pathLst>
                  <a:path w="724" h="1094" extrusionOk="0">
                    <a:moveTo>
                      <a:pt x="713" y="101"/>
                    </a:moveTo>
                    <a:lnTo>
                      <a:pt x="51" y="1094"/>
                    </a:lnTo>
                    <a:lnTo>
                      <a:pt x="51" y="1084"/>
                    </a:lnTo>
                    <a:lnTo>
                      <a:pt x="1" y="1064"/>
                    </a:lnTo>
                    <a:lnTo>
                      <a:pt x="72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7" name="Google Shape;2407;p49"/>
              <p:cNvSpPr/>
              <p:nvPr/>
            </p:nvSpPr>
            <p:spPr>
              <a:xfrm>
                <a:off x="3418179" y="1922589"/>
                <a:ext cx="100371" cy="10569"/>
              </a:xfrm>
              <a:custGeom>
                <a:avLst/>
                <a:gdLst/>
                <a:ahLst/>
                <a:cxnLst/>
                <a:rect l="l" t="t" r="r" b="b"/>
                <a:pathLst>
                  <a:path w="673" h="71" extrusionOk="0">
                    <a:moveTo>
                      <a:pt x="1" y="1"/>
                    </a:moveTo>
                    <a:lnTo>
                      <a:pt x="673" y="1"/>
                    </a:lnTo>
                    <a:lnTo>
                      <a:pt x="673" y="71"/>
                    </a:lnTo>
                    <a:lnTo>
                      <a:pt x="1" y="7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8" name="Google Shape;2408;p49"/>
              <p:cNvSpPr/>
              <p:nvPr/>
            </p:nvSpPr>
            <p:spPr>
              <a:xfrm>
                <a:off x="5045902" y="1292486"/>
                <a:ext cx="224456" cy="927367"/>
              </a:xfrm>
              <a:custGeom>
                <a:avLst/>
                <a:gdLst/>
                <a:ahLst/>
                <a:cxnLst/>
                <a:rect l="l" t="t" r="r" b="b"/>
                <a:pathLst>
                  <a:path w="1505" h="6230" extrusionOk="0">
                    <a:moveTo>
                      <a:pt x="0" y="31"/>
                    </a:moveTo>
                    <a:lnTo>
                      <a:pt x="151" y="1"/>
                    </a:lnTo>
                    <a:lnTo>
                      <a:pt x="1505" y="6200"/>
                    </a:lnTo>
                    <a:lnTo>
                      <a:pt x="1354" y="623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9" name="Google Shape;2409;p49"/>
              <p:cNvSpPr/>
              <p:nvPr/>
            </p:nvSpPr>
            <p:spPr>
              <a:xfrm>
                <a:off x="7406502" y="2252600"/>
                <a:ext cx="101863" cy="9080"/>
              </a:xfrm>
              <a:custGeom>
                <a:avLst/>
                <a:gdLst/>
                <a:ahLst/>
                <a:cxnLst/>
                <a:rect l="l" t="t" r="r" b="b"/>
                <a:pathLst>
                  <a:path w="683" h="61" extrusionOk="0">
                    <a:moveTo>
                      <a:pt x="682" y="0"/>
                    </a:moveTo>
                    <a:lnTo>
                      <a:pt x="0" y="0"/>
                    </a:lnTo>
                    <a:lnTo>
                      <a:pt x="0" y="61"/>
                    </a:lnTo>
                    <a:lnTo>
                      <a:pt x="682" y="6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0" name="Google Shape;2410;p49"/>
              <p:cNvSpPr/>
              <p:nvPr/>
            </p:nvSpPr>
            <p:spPr>
              <a:xfrm>
                <a:off x="9396040" y="2004757"/>
                <a:ext cx="10738" cy="28431"/>
              </a:xfrm>
              <a:custGeom>
                <a:avLst/>
                <a:gdLst/>
                <a:ahLst/>
                <a:cxnLst/>
                <a:rect l="l" t="t" r="r" b="b"/>
                <a:pathLst>
                  <a:path w="72" h="191" extrusionOk="0">
                    <a:moveTo>
                      <a:pt x="71" y="0"/>
                    </a:moveTo>
                    <a:lnTo>
                      <a:pt x="1" y="0"/>
                    </a:lnTo>
                    <a:lnTo>
                      <a:pt x="1" y="191"/>
                    </a:lnTo>
                    <a:lnTo>
                      <a:pt x="71" y="19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1" name="Google Shape;2411;p49"/>
              <p:cNvSpPr/>
              <p:nvPr/>
            </p:nvSpPr>
            <p:spPr>
              <a:xfrm>
                <a:off x="9315355" y="2015177"/>
                <a:ext cx="91423" cy="7592"/>
              </a:xfrm>
              <a:custGeom>
                <a:avLst/>
                <a:gdLst/>
                <a:ahLst/>
                <a:cxnLst/>
                <a:rect l="l" t="t" r="r" b="b"/>
                <a:pathLst>
                  <a:path w="613" h="51" extrusionOk="0">
                    <a:moveTo>
                      <a:pt x="0" y="1"/>
                    </a:moveTo>
                    <a:lnTo>
                      <a:pt x="612" y="1"/>
                    </a:lnTo>
                    <a:lnTo>
                      <a:pt x="612" y="51"/>
                    </a:lnTo>
                    <a:lnTo>
                      <a:pt x="0" y="5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2" name="Google Shape;2412;p49"/>
              <p:cNvSpPr/>
              <p:nvPr/>
            </p:nvSpPr>
            <p:spPr>
              <a:xfrm>
                <a:off x="9343692" y="2052539"/>
                <a:ext cx="12229" cy="7592"/>
              </a:xfrm>
              <a:custGeom>
                <a:avLst/>
                <a:gdLst/>
                <a:ahLst/>
                <a:cxnLst/>
                <a:rect l="l" t="t" r="r" b="b"/>
                <a:pathLst>
                  <a:path w="82" h="51" extrusionOk="0">
                    <a:moveTo>
                      <a:pt x="1" y="0"/>
                    </a:moveTo>
                    <a:lnTo>
                      <a:pt x="81" y="0"/>
                    </a:lnTo>
                    <a:lnTo>
                      <a:pt x="81" y="50"/>
                    </a:lnTo>
                    <a:lnTo>
                      <a:pt x="1" y="5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3" name="Google Shape;2413;p49"/>
              <p:cNvSpPr/>
              <p:nvPr/>
            </p:nvSpPr>
            <p:spPr>
              <a:xfrm>
                <a:off x="9318338" y="2004757"/>
                <a:ext cx="10589" cy="28431"/>
              </a:xfrm>
              <a:custGeom>
                <a:avLst/>
                <a:gdLst/>
                <a:ahLst/>
                <a:cxnLst/>
                <a:rect l="l" t="t" r="r" b="b"/>
                <a:pathLst>
                  <a:path w="71" h="191" extrusionOk="0">
                    <a:moveTo>
                      <a:pt x="70" y="0"/>
                    </a:moveTo>
                    <a:lnTo>
                      <a:pt x="0" y="0"/>
                    </a:lnTo>
                    <a:lnTo>
                      <a:pt x="0" y="191"/>
                    </a:lnTo>
                    <a:lnTo>
                      <a:pt x="70" y="19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4" name="Google Shape;2414;p49"/>
              <p:cNvSpPr/>
              <p:nvPr/>
            </p:nvSpPr>
            <p:spPr>
              <a:xfrm>
                <a:off x="7307771" y="2225658"/>
                <a:ext cx="116777" cy="133076"/>
              </a:xfrm>
              <a:custGeom>
                <a:avLst/>
                <a:gdLst/>
                <a:ahLst/>
                <a:cxnLst/>
                <a:rect l="l" t="t" r="r" b="b"/>
                <a:pathLst>
                  <a:path w="783" h="894" extrusionOk="0">
                    <a:moveTo>
                      <a:pt x="502" y="1"/>
                    </a:moveTo>
                    <a:lnTo>
                      <a:pt x="281" y="1"/>
                    </a:lnTo>
                    <a:cubicBezTo>
                      <a:pt x="121" y="1"/>
                      <a:pt x="0" y="131"/>
                      <a:pt x="0" y="282"/>
                    </a:cubicBezTo>
                    <a:lnTo>
                      <a:pt x="0" y="613"/>
                    </a:lnTo>
                    <a:cubicBezTo>
                      <a:pt x="0" y="763"/>
                      <a:pt x="121" y="884"/>
                      <a:pt x="281" y="884"/>
                    </a:cubicBezTo>
                    <a:lnTo>
                      <a:pt x="502" y="884"/>
                    </a:lnTo>
                    <a:cubicBezTo>
                      <a:pt x="652" y="894"/>
                      <a:pt x="783" y="763"/>
                      <a:pt x="783" y="613"/>
                    </a:cubicBezTo>
                    <a:lnTo>
                      <a:pt x="783" y="282"/>
                    </a:lnTo>
                    <a:cubicBezTo>
                      <a:pt x="783" y="131"/>
                      <a:pt x="662" y="1"/>
                      <a:pt x="5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5" name="Google Shape;2415;p49"/>
              <p:cNvSpPr/>
              <p:nvPr/>
            </p:nvSpPr>
            <p:spPr>
              <a:xfrm>
                <a:off x="7306280" y="2243669"/>
                <a:ext cx="97388" cy="113576"/>
              </a:xfrm>
              <a:custGeom>
                <a:avLst/>
                <a:gdLst/>
                <a:ahLst/>
                <a:cxnLst/>
                <a:rect l="l" t="t" r="r" b="b"/>
                <a:pathLst>
                  <a:path w="653" h="763" extrusionOk="0">
                    <a:moveTo>
                      <a:pt x="40" y="20"/>
                    </a:moveTo>
                    <a:cubicBezTo>
                      <a:pt x="20" y="60"/>
                      <a:pt x="0" y="111"/>
                      <a:pt x="0" y="161"/>
                    </a:cubicBezTo>
                    <a:lnTo>
                      <a:pt x="0" y="492"/>
                    </a:lnTo>
                    <a:cubicBezTo>
                      <a:pt x="0" y="642"/>
                      <a:pt x="131" y="763"/>
                      <a:pt x="281" y="763"/>
                    </a:cubicBezTo>
                    <a:lnTo>
                      <a:pt x="512" y="763"/>
                    </a:lnTo>
                    <a:cubicBezTo>
                      <a:pt x="542" y="763"/>
                      <a:pt x="582" y="763"/>
                      <a:pt x="612" y="742"/>
                    </a:cubicBezTo>
                    <a:cubicBezTo>
                      <a:pt x="632" y="702"/>
                      <a:pt x="652" y="652"/>
                      <a:pt x="652" y="612"/>
                    </a:cubicBezTo>
                    <a:lnTo>
                      <a:pt x="652" y="281"/>
                    </a:lnTo>
                    <a:cubicBezTo>
                      <a:pt x="652" y="131"/>
                      <a:pt x="522" y="0"/>
                      <a:pt x="371" y="0"/>
                    </a:cubicBezTo>
                    <a:lnTo>
                      <a:pt x="151" y="0"/>
                    </a:lnTo>
                    <a:cubicBezTo>
                      <a:pt x="111" y="0"/>
                      <a:pt x="80" y="10"/>
                      <a:pt x="40" y="2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6" name="Google Shape;2416;p49"/>
              <p:cNvSpPr/>
              <p:nvPr/>
            </p:nvSpPr>
            <p:spPr>
              <a:xfrm>
                <a:off x="7285251" y="2284009"/>
                <a:ext cx="163308" cy="46294"/>
              </a:xfrm>
              <a:custGeom>
                <a:avLst/>
                <a:gdLst/>
                <a:ahLst/>
                <a:cxnLst/>
                <a:rect l="l" t="t" r="r" b="b"/>
                <a:pathLst>
                  <a:path w="1095" h="311" extrusionOk="0">
                    <a:moveTo>
                      <a:pt x="974" y="0"/>
                    </a:moveTo>
                    <a:lnTo>
                      <a:pt x="111" y="0"/>
                    </a:lnTo>
                    <a:lnTo>
                      <a:pt x="1" y="311"/>
                    </a:lnTo>
                    <a:lnTo>
                      <a:pt x="1094" y="31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7" name="Google Shape;2417;p49"/>
              <p:cNvSpPr/>
              <p:nvPr/>
            </p:nvSpPr>
            <p:spPr>
              <a:xfrm>
                <a:off x="7415451" y="2289963"/>
                <a:ext cx="24012" cy="35874"/>
              </a:xfrm>
              <a:custGeom>
                <a:avLst/>
                <a:gdLst/>
                <a:ahLst/>
                <a:cxnLst/>
                <a:rect l="l" t="t" r="r" b="b"/>
                <a:pathLst>
                  <a:path w="161" h="241" extrusionOk="0">
                    <a:moveTo>
                      <a:pt x="71" y="0"/>
                    </a:moveTo>
                    <a:lnTo>
                      <a:pt x="0" y="0"/>
                    </a:lnTo>
                    <a:lnTo>
                      <a:pt x="101" y="241"/>
                    </a:lnTo>
                    <a:lnTo>
                      <a:pt x="161" y="24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8" name="Google Shape;2418;p49"/>
              <p:cNvSpPr/>
              <p:nvPr/>
            </p:nvSpPr>
            <p:spPr>
              <a:xfrm>
                <a:off x="7394422" y="2289963"/>
                <a:ext cx="18195" cy="37363"/>
              </a:xfrm>
              <a:custGeom>
                <a:avLst/>
                <a:gdLst/>
                <a:ahLst/>
                <a:cxnLst/>
                <a:rect l="l" t="t" r="r" b="b"/>
                <a:pathLst>
                  <a:path w="122" h="251" extrusionOk="0">
                    <a:moveTo>
                      <a:pt x="61" y="0"/>
                    </a:moveTo>
                    <a:lnTo>
                      <a:pt x="1" y="0"/>
                    </a:lnTo>
                    <a:cubicBezTo>
                      <a:pt x="21" y="80"/>
                      <a:pt x="41" y="161"/>
                      <a:pt x="61" y="251"/>
                    </a:cubicBezTo>
                    <a:lnTo>
                      <a:pt x="121" y="251"/>
                    </a:lnTo>
                    <a:cubicBezTo>
                      <a:pt x="101" y="171"/>
                      <a:pt x="81" y="80"/>
                      <a:pt x="6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9" name="Google Shape;2419;p49"/>
              <p:cNvSpPr/>
              <p:nvPr/>
            </p:nvSpPr>
            <p:spPr>
              <a:xfrm>
                <a:off x="7372051" y="2289963"/>
                <a:ext cx="13572" cy="37363"/>
              </a:xfrm>
              <a:custGeom>
                <a:avLst/>
                <a:gdLst/>
                <a:ahLst/>
                <a:cxnLst/>
                <a:rect l="l" t="t" r="r" b="b"/>
                <a:pathLst>
                  <a:path w="91" h="251" extrusionOk="0">
                    <a:moveTo>
                      <a:pt x="71" y="0"/>
                    </a:moveTo>
                    <a:lnTo>
                      <a:pt x="1" y="0"/>
                    </a:lnTo>
                    <a:cubicBezTo>
                      <a:pt x="11" y="80"/>
                      <a:pt x="21" y="161"/>
                      <a:pt x="31" y="251"/>
                    </a:cubicBezTo>
                    <a:lnTo>
                      <a:pt x="91" y="251"/>
                    </a:lnTo>
                    <a:cubicBezTo>
                      <a:pt x="81" y="171"/>
                      <a:pt x="71" y="80"/>
                      <a:pt x="7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0" name="Google Shape;2420;p49"/>
              <p:cNvSpPr/>
              <p:nvPr/>
            </p:nvSpPr>
            <p:spPr>
              <a:xfrm>
                <a:off x="7348188" y="2289963"/>
                <a:ext cx="12080" cy="37363"/>
              </a:xfrm>
              <a:custGeom>
                <a:avLst/>
                <a:gdLst/>
                <a:ahLst/>
                <a:cxnLst/>
                <a:rect l="l" t="t" r="r" b="b"/>
                <a:pathLst>
                  <a:path w="81" h="251" extrusionOk="0">
                    <a:moveTo>
                      <a:pt x="80" y="0"/>
                    </a:moveTo>
                    <a:lnTo>
                      <a:pt x="20" y="0"/>
                    </a:lnTo>
                    <a:cubicBezTo>
                      <a:pt x="20" y="80"/>
                      <a:pt x="10" y="161"/>
                      <a:pt x="0" y="251"/>
                    </a:cubicBezTo>
                    <a:lnTo>
                      <a:pt x="60" y="2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1" name="Google Shape;2421;p49"/>
              <p:cNvSpPr/>
              <p:nvPr/>
            </p:nvSpPr>
            <p:spPr>
              <a:xfrm>
                <a:off x="7321194" y="2289963"/>
                <a:ext cx="18046" cy="37363"/>
              </a:xfrm>
              <a:custGeom>
                <a:avLst/>
                <a:gdLst/>
                <a:ahLst/>
                <a:cxnLst/>
                <a:rect l="l" t="t" r="r" b="b"/>
                <a:pathLst>
                  <a:path w="121" h="251" extrusionOk="0">
                    <a:moveTo>
                      <a:pt x="121" y="0"/>
                    </a:moveTo>
                    <a:lnTo>
                      <a:pt x="61" y="0"/>
                    </a:lnTo>
                    <a:lnTo>
                      <a:pt x="0" y="251"/>
                    </a:lnTo>
                    <a:lnTo>
                      <a:pt x="61" y="2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2" name="Google Shape;2422;p49"/>
              <p:cNvSpPr/>
              <p:nvPr/>
            </p:nvSpPr>
            <p:spPr>
              <a:xfrm>
                <a:off x="7294199" y="2289963"/>
                <a:ext cx="22669" cy="35874"/>
              </a:xfrm>
              <a:custGeom>
                <a:avLst/>
                <a:gdLst/>
                <a:ahLst/>
                <a:cxnLst/>
                <a:rect l="l" t="t" r="r" b="b"/>
                <a:pathLst>
                  <a:path w="152" h="241" extrusionOk="0">
                    <a:moveTo>
                      <a:pt x="151" y="0"/>
                    </a:moveTo>
                    <a:lnTo>
                      <a:pt x="91" y="0"/>
                    </a:lnTo>
                    <a:lnTo>
                      <a:pt x="1" y="241"/>
                    </a:lnTo>
                    <a:lnTo>
                      <a:pt x="61" y="24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3" name="Google Shape;2423;p49"/>
              <p:cNvSpPr/>
              <p:nvPr/>
            </p:nvSpPr>
            <p:spPr>
              <a:xfrm>
                <a:off x="3501996" y="1897284"/>
                <a:ext cx="116777" cy="131439"/>
              </a:xfrm>
              <a:custGeom>
                <a:avLst/>
                <a:gdLst/>
                <a:ahLst/>
                <a:cxnLst/>
                <a:rect l="l" t="t" r="r" b="b"/>
                <a:pathLst>
                  <a:path w="783" h="883" extrusionOk="0">
                    <a:moveTo>
                      <a:pt x="281" y="0"/>
                    </a:moveTo>
                    <a:lnTo>
                      <a:pt x="502" y="0"/>
                    </a:lnTo>
                    <a:cubicBezTo>
                      <a:pt x="653" y="0"/>
                      <a:pt x="783" y="121"/>
                      <a:pt x="783" y="281"/>
                    </a:cubicBezTo>
                    <a:lnTo>
                      <a:pt x="783" y="602"/>
                    </a:lnTo>
                    <a:cubicBezTo>
                      <a:pt x="783" y="762"/>
                      <a:pt x="653" y="883"/>
                      <a:pt x="502" y="883"/>
                    </a:cubicBezTo>
                    <a:lnTo>
                      <a:pt x="281" y="883"/>
                    </a:lnTo>
                    <a:cubicBezTo>
                      <a:pt x="121" y="883"/>
                      <a:pt x="1" y="762"/>
                      <a:pt x="1" y="602"/>
                    </a:cubicBezTo>
                    <a:lnTo>
                      <a:pt x="1" y="281"/>
                    </a:lnTo>
                    <a:cubicBezTo>
                      <a:pt x="1" y="131"/>
                      <a:pt x="121" y="0"/>
                      <a:pt x="28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4" name="Google Shape;2424;p49"/>
              <p:cNvSpPr/>
              <p:nvPr/>
            </p:nvSpPr>
            <p:spPr>
              <a:xfrm>
                <a:off x="3501996" y="1912169"/>
                <a:ext cx="94406" cy="116553"/>
              </a:xfrm>
              <a:custGeom>
                <a:avLst/>
                <a:gdLst/>
                <a:ahLst/>
                <a:cxnLst/>
                <a:rect l="l" t="t" r="r" b="b"/>
                <a:pathLst>
                  <a:path w="633" h="783" extrusionOk="0">
                    <a:moveTo>
                      <a:pt x="562" y="783"/>
                    </a:moveTo>
                    <a:cubicBezTo>
                      <a:pt x="542" y="783"/>
                      <a:pt x="522" y="783"/>
                      <a:pt x="502" y="783"/>
                    </a:cubicBezTo>
                    <a:lnTo>
                      <a:pt x="281" y="783"/>
                    </a:lnTo>
                    <a:cubicBezTo>
                      <a:pt x="121" y="783"/>
                      <a:pt x="1" y="662"/>
                      <a:pt x="1" y="502"/>
                    </a:cubicBezTo>
                    <a:lnTo>
                      <a:pt x="1" y="181"/>
                    </a:lnTo>
                    <a:cubicBezTo>
                      <a:pt x="1" y="111"/>
                      <a:pt x="21" y="51"/>
                      <a:pt x="61" y="0"/>
                    </a:cubicBezTo>
                    <a:cubicBezTo>
                      <a:pt x="81" y="0"/>
                      <a:pt x="101" y="0"/>
                      <a:pt x="121" y="0"/>
                    </a:cubicBezTo>
                    <a:lnTo>
                      <a:pt x="352" y="0"/>
                    </a:lnTo>
                    <a:cubicBezTo>
                      <a:pt x="502" y="0"/>
                      <a:pt x="632" y="121"/>
                      <a:pt x="632" y="271"/>
                    </a:cubicBezTo>
                    <a:lnTo>
                      <a:pt x="632" y="602"/>
                    </a:lnTo>
                    <a:cubicBezTo>
                      <a:pt x="632" y="662"/>
                      <a:pt x="602" y="733"/>
                      <a:pt x="562" y="7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5" name="Google Shape;2425;p49"/>
              <p:cNvSpPr/>
              <p:nvPr/>
            </p:nvSpPr>
            <p:spPr>
              <a:xfrm>
                <a:off x="4888707" y="1868852"/>
                <a:ext cx="631459" cy="97202"/>
              </a:xfrm>
              <a:custGeom>
                <a:avLst/>
                <a:gdLst/>
                <a:ahLst/>
                <a:cxnLst/>
                <a:rect l="l" t="t" r="r" b="b"/>
                <a:pathLst>
                  <a:path w="4234" h="653" extrusionOk="0">
                    <a:moveTo>
                      <a:pt x="813" y="71"/>
                    </a:moveTo>
                    <a:lnTo>
                      <a:pt x="813" y="221"/>
                    </a:lnTo>
                    <a:lnTo>
                      <a:pt x="91" y="221"/>
                    </a:lnTo>
                    <a:lnTo>
                      <a:pt x="91" y="71"/>
                    </a:lnTo>
                    <a:close/>
                    <a:moveTo>
                      <a:pt x="1636" y="71"/>
                    </a:moveTo>
                    <a:lnTo>
                      <a:pt x="1636" y="221"/>
                    </a:lnTo>
                    <a:lnTo>
                      <a:pt x="904" y="221"/>
                    </a:lnTo>
                    <a:lnTo>
                      <a:pt x="904" y="71"/>
                    </a:lnTo>
                    <a:close/>
                    <a:moveTo>
                      <a:pt x="2458" y="71"/>
                    </a:moveTo>
                    <a:lnTo>
                      <a:pt x="2458" y="221"/>
                    </a:lnTo>
                    <a:lnTo>
                      <a:pt x="1726" y="221"/>
                    </a:lnTo>
                    <a:lnTo>
                      <a:pt x="1736" y="71"/>
                    </a:lnTo>
                    <a:close/>
                    <a:moveTo>
                      <a:pt x="3281" y="71"/>
                    </a:moveTo>
                    <a:lnTo>
                      <a:pt x="3281" y="221"/>
                    </a:lnTo>
                    <a:lnTo>
                      <a:pt x="2549" y="221"/>
                    </a:lnTo>
                    <a:lnTo>
                      <a:pt x="2549" y="71"/>
                    </a:lnTo>
                    <a:close/>
                    <a:moveTo>
                      <a:pt x="4143" y="71"/>
                    </a:moveTo>
                    <a:lnTo>
                      <a:pt x="4143" y="221"/>
                    </a:lnTo>
                    <a:lnTo>
                      <a:pt x="3371" y="221"/>
                    </a:lnTo>
                    <a:lnTo>
                      <a:pt x="3371" y="71"/>
                    </a:lnTo>
                    <a:close/>
                    <a:moveTo>
                      <a:pt x="813" y="271"/>
                    </a:moveTo>
                    <a:lnTo>
                      <a:pt x="813" y="432"/>
                    </a:lnTo>
                    <a:lnTo>
                      <a:pt x="91" y="432"/>
                    </a:lnTo>
                    <a:lnTo>
                      <a:pt x="91" y="271"/>
                    </a:lnTo>
                    <a:close/>
                    <a:moveTo>
                      <a:pt x="1636" y="271"/>
                    </a:moveTo>
                    <a:lnTo>
                      <a:pt x="1636" y="432"/>
                    </a:lnTo>
                    <a:lnTo>
                      <a:pt x="904" y="432"/>
                    </a:lnTo>
                    <a:lnTo>
                      <a:pt x="904" y="271"/>
                    </a:lnTo>
                    <a:close/>
                    <a:moveTo>
                      <a:pt x="2458" y="271"/>
                    </a:moveTo>
                    <a:lnTo>
                      <a:pt x="2458" y="432"/>
                    </a:lnTo>
                    <a:lnTo>
                      <a:pt x="1726" y="432"/>
                    </a:lnTo>
                    <a:lnTo>
                      <a:pt x="1736" y="271"/>
                    </a:lnTo>
                    <a:close/>
                    <a:moveTo>
                      <a:pt x="3281" y="271"/>
                    </a:moveTo>
                    <a:lnTo>
                      <a:pt x="3281" y="432"/>
                    </a:lnTo>
                    <a:lnTo>
                      <a:pt x="2549" y="432"/>
                    </a:lnTo>
                    <a:lnTo>
                      <a:pt x="2549" y="271"/>
                    </a:lnTo>
                    <a:close/>
                    <a:moveTo>
                      <a:pt x="4143" y="271"/>
                    </a:moveTo>
                    <a:lnTo>
                      <a:pt x="4143" y="432"/>
                    </a:lnTo>
                    <a:lnTo>
                      <a:pt x="3371" y="432"/>
                    </a:lnTo>
                    <a:lnTo>
                      <a:pt x="3371" y="271"/>
                    </a:lnTo>
                    <a:close/>
                    <a:moveTo>
                      <a:pt x="813" y="492"/>
                    </a:moveTo>
                    <a:lnTo>
                      <a:pt x="813" y="582"/>
                    </a:lnTo>
                    <a:lnTo>
                      <a:pt x="91" y="582"/>
                    </a:lnTo>
                    <a:lnTo>
                      <a:pt x="91" y="492"/>
                    </a:lnTo>
                    <a:close/>
                    <a:moveTo>
                      <a:pt x="1636" y="492"/>
                    </a:moveTo>
                    <a:lnTo>
                      <a:pt x="1636" y="582"/>
                    </a:lnTo>
                    <a:lnTo>
                      <a:pt x="904" y="582"/>
                    </a:lnTo>
                    <a:lnTo>
                      <a:pt x="904" y="492"/>
                    </a:lnTo>
                    <a:close/>
                    <a:moveTo>
                      <a:pt x="2458" y="492"/>
                    </a:moveTo>
                    <a:lnTo>
                      <a:pt x="2458" y="582"/>
                    </a:lnTo>
                    <a:lnTo>
                      <a:pt x="1726" y="582"/>
                    </a:lnTo>
                    <a:lnTo>
                      <a:pt x="1736" y="492"/>
                    </a:lnTo>
                    <a:close/>
                    <a:moveTo>
                      <a:pt x="3281" y="492"/>
                    </a:moveTo>
                    <a:lnTo>
                      <a:pt x="3281" y="582"/>
                    </a:lnTo>
                    <a:lnTo>
                      <a:pt x="2549" y="582"/>
                    </a:lnTo>
                    <a:lnTo>
                      <a:pt x="2549" y="492"/>
                    </a:lnTo>
                    <a:close/>
                    <a:moveTo>
                      <a:pt x="4143" y="492"/>
                    </a:moveTo>
                    <a:lnTo>
                      <a:pt x="4143" y="582"/>
                    </a:lnTo>
                    <a:lnTo>
                      <a:pt x="3371" y="582"/>
                    </a:lnTo>
                    <a:lnTo>
                      <a:pt x="3371" y="492"/>
                    </a:lnTo>
                    <a:close/>
                    <a:moveTo>
                      <a:pt x="1" y="1"/>
                    </a:moveTo>
                    <a:lnTo>
                      <a:pt x="1" y="653"/>
                    </a:lnTo>
                    <a:lnTo>
                      <a:pt x="4224" y="653"/>
                    </a:lnTo>
                    <a:lnTo>
                      <a:pt x="4234" y="643"/>
                    </a:lnTo>
                    <a:lnTo>
                      <a:pt x="4234" y="592"/>
                    </a:lnTo>
                    <a:lnTo>
                      <a:pt x="4234" y="492"/>
                    </a:lnTo>
                    <a:lnTo>
                      <a:pt x="4234" y="432"/>
                    </a:lnTo>
                    <a:lnTo>
                      <a:pt x="4234" y="281"/>
                    </a:lnTo>
                    <a:lnTo>
                      <a:pt x="4234" y="221"/>
                    </a:lnTo>
                    <a:lnTo>
                      <a:pt x="4234" y="71"/>
                    </a:lnTo>
                    <a:lnTo>
                      <a:pt x="4234" y="11"/>
                    </a:lnTo>
                    <a:lnTo>
                      <a:pt x="3371" y="11"/>
                    </a:lnTo>
                    <a:lnTo>
                      <a:pt x="3371" y="1"/>
                    </a:lnTo>
                    <a:lnTo>
                      <a:pt x="3281" y="1"/>
                    </a:lnTo>
                    <a:lnTo>
                      <a:pt x="3281" y="11"/>
                    </a:lnTo>
                    <a:lnTo>
                      <a:pt x="2549" y="11"/>
                    </a:lnTo>
                    <a:lnTo>
                      <a:pt x="2549" y="1"/>
                    </a:lnTo>
                    <a:lnTo>
                      <a:pt x="2458" y="1"/>
                    </a:lnTo>
                    <a:lnTo>
                      <a:pt x="2458" y="11"/>
                    </a:lnTo>
                    <a:lnTo>
                      <a:pt x="1736" y="11"/>
                    </a:lnTo>
                    <a:lnTo>
                      <a:pt x="1736" y="1"/>
                    </a:lnTo>
                    <a:lnTo>
                      <a:pt x="1646" y="1"/>
                    </a:lnTo>
                    <a:lnTo>
                      <a:pt x="1646" y="11"/>
                    </a:lnTo>
                    <a:lnTo>
                      <a:pt x="914" y="11"/>
                    </a:lnTo>
                    <a:lnTo>
                      <a:pt x="914" y="1"/>
                    </a:lnTo>
                    <a:lnTo>
                      <a:pt x="823" y="1"/>
                    </a:lnTo>
                    <a:lnTo>
                      <a:pt x="823" y="11"/>
                    </a:lnTo>
                    <a:lnTo>
                      <a:pt x="91" y="11"/>
                    </a:lnTo>
                    <a:lnTo>
                      <a:pt x="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6" name="Google Shape;2426;p49"/>
              <p:cNvSpPr/>
              <p:nvPr/>
            </p:nvSpPr>
            <p:spPr>
              <a:xfrm>
                <a:off x="5428746" y="1794276"/>
                <a:ext cx="323336" cy="212118"/>
              </a:xfrm>
              <a:custGeom>
                <a:avLst/>
                <a:gdLst/>
                <a:ahLst/>
                <a:cxnLst/>
                <a:rect l="l" t="t" r="r" b="b"/>
                <a:pathLst>
                  <a:path w="2168" h="1425" extrusionOk="0">
                    <a:moveTo>
                      <a:pt x="1" y="10"/>
                    </a:moveTo>
                    <a:lnTo>
                      <a:pt x="2167" y="0"/>
                    </a:lnTo>
                    <a:lnTo>
                      <a:pt x="1877" y="1424"/>
                    </a:lnTo>
                    <a:lnTo>
                      <a:pt x="422" y="142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7" name="Google Shape;2427;p49"/>
              <p:cNvSpPr/>
              <p:nvPr/>
            </p:nvSpPr>
            <p:spPr>
              <a:xfrm>
                <a:off x="4604594" y="1998803"/>
                <a:ext cx="12080" cy="153916"/>
              </a:xfrm>
              <a:custGeom>
                <a:avLst/>
                <a:gdLst/>
                <a:ahLst/>
                <a:cxnLst/>
                <a:rect l="l" t="t" r="r" b="b"/>
                <a:pathLst>
                  <a:path w="81" h="1034" extrusionOk="0">
                    <a:moveTo>
                      <a:pt x="0" y="0"/>
                    </a:moveTo>
                    <a:lnTo>
                      <a:pt x="80" y="0"/>
                    </a:lnTo>
                    <a:lnTo>
                      <a:pt x="80" y="1033"/>
                    </a:lnTo>
                    <a:lnTo>
                      <a:pt x="0" y="10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8" name="Google Shape;2428;p49"/>
              <p:cNvSpPr/>
              <p:nvPr/>
            </p:nvSpPr>
            <p:spPr>
              <a:xfrm>
                <a:off x="4549114" y="1998803"/>
                <a:ext cx="55629" cy="153916"/>
              </a:xfrm>
              <a:custGeom>
                <a:avLst/>
                <a:gdLst/>
                <a:ahLst/>
                <a:cxnLst/>
                <a:rect l="l" t="t" r="r" b="b"/>
                <a:pathLst>
                  <a:path w="373" h="1034" extrusionOk="0">
                    <a:moveTo>
                      <a:pt x="292" y="0"/>
                    </a:moveTo>
                    <a:lnTo>
                      <a:pt x="372" y="0"/>
                    </a:lnTo>
                    <a:lnTo>
                      <a:pt x="81" y="1033"/>
                    </a:lnTo>
                    <a:lnTo>
                      <a:pt x="1" y="10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9" name="Google Shape;2429;p49"/>
              <p:cNvSpPr/>
              <p:nvPr/>
            </p:nvSpPr>
            <p:spPr>
              <a:xfrm>
                <a:off x="4618017" y="1998803"/>
                <a:ext cx="55480" cy="153916"/>
              </a:xfrm>
              <a:custGeom>
                <a:avLst/>
                <a:gdLst/>
                <a:ahLst/>
                <a:cxnLst/>
                <a:rect l="l" t="t" r="r" b="b"/>
                <a:pathLst>
                  <a:path w="372" h="1034" extrusionOk="0">
                    <a:moveTo>
                      <a:pt x="81" y="0"/>
                    </a:moveTo>
                    <a:lnTo>
                      <a:pt x="0" y="0"/>
                    </a:lnTo>
                    <a:lnTo>
                      <a:pt x="291" y="1033"/>
                    </a:lnTo>
                    <a:lnTo>
                      <a:pt x="371" y="10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0" name="Google Shape;2430;p49"/>
              <p:cNvSpPr/>
              <p:nvPr/>
            </p:nvSpPr>
            <p:spPr>
              <a:xfrm>
                <a:off x="7025000" y="3202147"/>
                <a:ext cx="634442" cy="250970"/>
              </a:xfrm>
              <a:custGeom>
                <a:avLst/>
                <a:gdLst/>
                <a:ahLst/>
                <a:cxnLst/>
                <a:rect l="l" t="t" r="r" b="b"/>
                <a:pathLst>
                  <a:path w="4254" h="1686" extrusionOk="0">
                    <a:moveTo>
                      <a:pt x="0" y="1"/>
                    </a:moveTo>
                    <a:cubicBezTo>
                      <a:pt x="372" y="252"/>
                      <a:pt x="362" y="462"/>
                      <a:pt x="572" y="853"/>
                    </a:cubicBezTo>
                    <a:cubicBezTo>
                      <a:pt x="833" y="1355"/>
                      <a:pt x="1696" y="1515"/>
                      <a:pt x="2418" y="1586"/>
                    </a:cubicBezTo>
                    <a:cubicBezTo>
                      <a:pt x="3501" y="1686"/>
                      <a:pt x="3892" y="984"/>
                      <a:pt x="4253" y="26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1" name="Google Shape;2431;p49"/>
              <p:cNvSpPr/>
              <p:nvPr/>
            </p:nvSpPr>
            <p:spPr>
              <a:xfrm>
                <a:off x="3092157" y="2155547"/>
                <a:ext cx="691264" cy="401760"/>
              </a:xfrm>
              <a:custGeom>
                <a:avLst/>
                <a:gdLst/>
                <a:ahLst/>
                <a:cxnLst/>
                <a:rect l="l" t="t" r="r" b="b"/>
                <a:pathLst>
                  <a:path w="4635" h="2699" extrusionOk="0">
                    <a:moveTo>
                      <a:pt x="783" y="0"/>
                    </a:moveTo>
                    <a:lnTo>
                      <a:pt x="4634" y="0"/>
                    </a:lnTo>
                    <a:lnTo>
                      <a:pt x="4574" y="2699"/>
                    </a:lnTo>
                    <a:lnTo>
                      <a:pt x="0" y="267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2" name="Google Shape;2432;p49"/>
              <p:cNvSpPr/>
              <p:nvPr/>
            </p:nvSpPr>
            <p:spPr>
              <a:xfrm>
                <a:off x="1350789" y="2458616"/>
                <a:ext cx="1941952" cy="97202"/>
              </a:xfrm>
              <a:custGeom>
                <a:avLst/>
                <a:gdLst/>
                <a:ahLst/>
                <a:cxnLst/>
                <a:rect l="l" t="t" r="r" b="b"/>
                <a:pathLst>
                  <a:path w="13021" h="653" extrusionOk="0">
                    <a:moveTo>
                      <a:pt x="923" y="71"/>
                    </a:moveTo>
                    <a:lnTo>
                      <a:pt x="923" y="221"/>
                    </a:lnTo>
                    <a:lnTo>
                      <a:pt x="91" y="221"/>
                    </a:lnTo>
                    <a:lnTo>
                      <a:pt x="91" y="71"/>
                    </a:lnTo>
                    <a:close/>
                    <a:moveTo>
                      <a:pt x="1856" y="71"/>
                    </a:moveTo>
                    <a:lnTo>
                      <a:pt x="1856" y="221"/>
                    </a:lnTo>
                    <a:lnTo>
                      <a:pt x="1014" y="221"/>
                    </a:lnTo>
                    <a:lnTo>
                      <a:pt x="1024" y="71"/>
                    </a:lnTo>
                    <a:close/>
                    <a:moveTo>
                      <a:pt x="2779" y="71"/>
                    </a:moveTo>
                    <a:lnTo>
                      <a:pt x="2779" y="221"/>
                    </a:lnTo>
                    <a:lnTo>
                      <a:pt x="1947" y="221"/>
                    </a:lnTo>
                    <a:lnTo>
                      <a:pt x="1947" y="71"/>
                    </a:lnTo>
                    <a:close/>
                    <a:moveTo>
                      <a:pt x="3712" y="71"/>
                    </a:moveTo>
                    <a:lnTo>
                      <a:pt x="3712" y="221"/>
                    </a:lnTo>
                    <a:lnTo>
                      <a:pt x="2869" y="221"/>
                    </a:lnTo>
                    <a:lnTo>
                      <a:pt x="2869" y="71"/>
                    </a:lnTo>
                    <a:close/>
                    <a:moveTo>
                      <a:pt x="4645" y="71"/>
                    </a:moveTo>
                    <a:lnTo>
                      <a:pt x="4645" y="221"/>
                    </a:lnTo>
                    <a:lnTo>
                      <a:pt x="3802" y="221"/>
                    </a:lnTo>
                    <a:lnTo>
                      <a:pt x="3802" y="71"/>
                    </a:lnTo>
                    <a:close/>
                    <a:moveTo>
                      <a:pt x="5568" y="71"/>
                    </a:moveTo>
                    <a:lnTo>
                      <a:pt x="5568" y="221"/>
                    </a:lnTo>
                    <a:lnTo>
                      <a:pt x="4735" y="221"/>
                    </a:lnTo>
                    <a:lnTo>
                      <a:pt x="4735" y="71"/>
                    </a:lnTo>
                    <a:close/>
                    <a:moveTo>
                      <a:pt x="6500" y="71"/>
                    </a:moveTo>
                    <a:lnTo>
                      <a:pt x="6500" y="221"/>
                    </a:lnTo>
                    <a:lnTo>
                      <a:pt x="5658" y="221"/>
                    </a:lnTo>
                    <a:lnTo>
                      <a:pt x="5658" y="71"/>
                    </a:lnTo>
                    <a:close/>
                    <a:moveTo>
                      <a:pt x="7423" y="71"/>
                    </a:moveTo>
                    <a:lnTo>
                      <a:pt x="7423" y="221"/>
                    </a:lnTo>
                    <a:lnTo>
                      <a:pt x="6591" y="221"/>
                    </a:lnTo>
                    <a:lnTo>
                      <a:pt x="6591" y="71"/>
                    </a:lnTo>
                    <a:close/>
                    <a:moveTo>
                      <a:pt x="8356" y="71"/>
                    </a:moveTo>
                    <a:lnTo>
                      <a:pt x="8356" y="221"/>
                    </a:lnTo>
                    <a:lnTo>
                      <a:pt x="7513" y="221"/>
                    </a:lnTo>
                    <a:lnTo>
                      <a:pt x="7513" y="71"/>
                    </a:lnTo>
                    <a:close/>
                    <a:moveTo>
                      <a:pt x="9279" y="71"/>
                    </a:moveTo>
                    <a:lnTo>
                      <a:pt x="9279" y="221"/>
                    </a:lnTo>
                    <a:lnTo>
                      <a:pt x="8446" y="221"/>
                    </a:lnTo>
                    <a:lnTo>
                      <a:pt x="8446" y="71"/>
                    </a:lnTo>
                    <a:close/>
                    <a:moveTo>
                      <a:pt x="10212" y="71"/>
                    </a:moveTo>
                    <a:lnTo>
                      <a:pt x="10212" y="221"/>
                    </a:lnTo>
                    <a:lnTo>
                      <a:pt x="9369" y="221"/>
                    </a:lnTo>
                    <a:lnTo>
                      <a:pt x="9369" y="71"/>
                    </a:lnTo>
                    <a:close/>
                    <a:moveTo>
                      <a:pt x="11135" y="71"/>
                    </a:moveTo>
                    <a:lnTo>
                      <a:pt x="11135" y="221"/>
                    </a:lnTo>
                    <a:lnTo>
                      <a:pt x="10302" y="221"/>
                    </a:lnTo>
                    <a:lnTo>
                      <a:pt x="10302" y="71"/>
                    </a:lnTo>
                    <a:close/>
                    <a:moveTo>
                      <a:pt x="12067" y="71"/>
                    </a:moveTo>
                    <a:lnTo>
                      <a:pt x="12067" y="221"/>
                    </a:lnTo>
                    <a:lnTo>
                      <a:pt x="11225" y="221"/>
                    </a:lnTo>
                    <a:lnTo>
                      <a:pt x="11225" y="71"/>
                    </a:lnTo>
                    <a:close/>
                    <a:moveTo>
                      <a:pt x="12930" y="71"/>
                    </a:moveTo>
                    <a:lnTo>
                      <a:pt x="12930" y="221"/>
                    </a:lnTo>
                    <a:lnTo>
                      <a:pt x="12158" y="221"/>
                    </a:lnTo>
                    <a:lnTo>
                      <a:pt x="12158" y="71"/>
                    </a:lnTo>
                    <a:close/>
                    <a:moveTo>
                      <a:pt x="923" y="271"/>
                    </a:moveTo>
                    <a:lnTo>
                      <a:pt x="923" y="432"/>
                    </a:lnTo>
                    <a:lnTo>
                      <a:pt x="91" y="432"/>
                    </a:lnTo>
                    <a:lnTo>
                      <a:pt x="91" y="271"/>
                    </a:lnTo>
                    <a:close/>
                    <a:moveTo>
                      <a:pt x="1856" y="271"/>
                    </a:moveTo>
                    <a:lnTo>
                      <a:pt x="1856" y="432"/>
                    </a:lnTo>
                    <a:lnTo>
                      <a:pt x="1014" y="432"/>
                    </a:lnTo>
                    <a:lnTo>
                      <a:pt x="1024" y="271"/>
                    </a:lnTo>
                    <a:close/>
                    <a:moveTo>
                      <a:pt x="2779" y="271"/>
                    </a:moveTo>
                    <a:lnTo>
                      <a:pt x="2779" y="432"/>
                    </a:lnTo>
                    <a:lnTo>
                      <a:pt x="1947" y="432"/>
                    </a:lnTo>
                    <a:lnTo>
                      <a:pt x="1947" y="271"/>
                    </a:lnTo>
                    <a:close/>
                    <a:moveTo>
                      <a:pt x="3712" y="271"/>
                    </a:moveTo>
                    <a:lnTo>
                      <a:pt x="3712" y="432"/>
                    </a:lnTo>
                    <a:lnTo>
                      <a:pt x="2869" y="432"/>
                    </a:lnTo>
                    <a:lnTo>
                      <a:pt x="2869" y="271"/>
                    </a:lnTo>
                    <a:close/>
                    <a:moveTo>
                      <a:pt x="4645" y="271"/>
                    </a:moveTo>
                    <a:lnTo>
                      <a:pt x="4645" y="432"/>
                    </a:lnTo>
                    <a:lnTo>
                      <a:pt x="3802" y="432"/>
                    </a:lnTo>
                    <a:lnTo>
                      <a:pt x="3802" y="271"/>
                    </a:lnTo>
                    <a:close/>
                    <a:moveTo>
                      <a:pt x="5568" y="271"/>
                    </a:moveTo>
                    <a:lnTo>
                      <a:pt x="5568" y="432"/>
                    </a:lnTo>
                    <a:lnTo>
                      <a:pt x="4735" y="432"/>
                    </a:lnTo>
                    <a:lnTo>
                      <a:pt x="4735" y="271"/>
                    </a:lnTo>
                    <a:close/>
                    <a:moveTo>
                      <a:pt x="6500" y="271"/>
                    </a:moveTo>
                    <a:lnTo>
                      <a:pt x="6500" y="432"/>
                    </a:lnTo>
                    <a:lnTo>
                      <a:pt x="5658" y="432"/>
                    </a:lnTo>
                    <a:lnTo>
                      <a:pt x="5658" y="271"/>
                    </a:lnTo>
                    <a:close/>
                    <a:moveTo>
                      <a:pt x="7423" y="271"/>
                    </a:moveTo>
                    <a:lnTo>
                      <a:pt x="7423" y="432"/>
                    </a:lnTo>
                    <a:lnTo>
                      <a:pt x="6591" y="432"/>
                    </a:lnTo>
                    <a:lnTo>
                      <a:pt x="6591" y="271"/>
                    </a:lnTo>
                    <a:close/>
                    <a:moveTo>
                      <a:pt x="8356" y="271"/>
                    </a:moveTo>
                    <a:lnTo>
                      <a:pt x="8356" y="432"/>
                    </a:lnTo>
                    <a:lnTo>
                      <a:pt x="7513" y="432"/>
                    </a:lnTo>
                    <a:lnTo>
                      <a:pt x="7513" y="271"/>
                    </a:lnTo>
                    <a:close/>
                    <a:moveTo>
                      <a:pt x="9279" y="271"/>
                    </a:moveTo>
                    <a:lnTo>
                      <a:pt x="9279" y="432"/>
                    </a:lnTo>
                    <a:lnTo>
                      <a:pt x="8446" y="432"/>
                    </a:lnTo>
                    <a:lnTo>
                      <a:pt x="8446" y="271"/>
                    </a:lnTo>
                    <a:close/>
                    <a:moveTo>
                      <a:pt x="10212" y="271"/>
                    </a:moveTo>
                    <a:lnTo>
                      <a:pt x="10212" y="432"/>
                    </a:lnTo>
                    <a:lnTo>
                      <a:pt x="9369" y="432"/>
                    </a:lnTo>
                    <a:lnTo>
                      <a:pt x="9369" y="271"/>
                    </a:lnTo>
                    <a:close/>
                    <a:moveTo>
                      <a:pt x="11135" y="271"/>
                    </a:moveTo>
                    <a:lnTo>
                      <a:pt x="11135" y="432"/>
                    </a:lnTo>
                    <a:lnTo>
                      <a:pt x="10302" y="432"/>
                    </a:lnTo>
                    <a:lnTo>
                      <a:pt x="10302" y="271"/>
                    </a:lnTo>
                    <a:close/>
                    <a:moveTo>
                      <a:pt x="12067" y="271"/>
                    </a:moveTo>
                    <a:lnTo>
                      <a:pt x="12067" y="432"/>
                    </a:lnTo>
                    <a:lnTo>
                      <a:pt x="11225" y="432"/>
                    </a:lnTo>
                    <a:lnTo>
                      <a:pt x="11225" y="271"/>
                    </a:lnTo>
                    <a:close/>
                    <a:moveTo>
                      <a:pt x="12930" y="271"/>
                    </a:moveTo>
                    <a:lnTo>
                      <a:pt x="12930" y="432"/>
                    </a:lnTo>
                    <a:lnTo>
                      <a:pt x="12158" y="432"/>
                    </a:lnTo>
                    <a:lnTo>
                      <a:pt x="12158" y="271"/>
                    </a:lnTo>
                    <a:close/>
                    <a:moveTo>
                      <a:pt x="923" y="482"/>
                    </a:moveTo>
                    <a:lnTo>
                      <a:pt x="923" y="582"/>
                    </a:lnTo>
                    <a:lnTo>
                      <a:pt x="91" y="582"/>
                    </a:lnTo>
                    <a:lnTo>
                      <a:pt x="91" y="482"/>
                    </a:lnTo>
                    <a:close/>
                    <a:moveTo>
                      <a:pt x="1856" y="482"/>
                    </a:moveTo>
                    <a:lnTo>
                      <a:pt x="1856" y="582"/>
                    </a:lnTo>
                    <a:lnTo>
                      <a:pt x="1014" y="582"/>
                    </a:lnTo>
                    <a:lnTo>
                      <a:pt x="1024" y="482"/>
                    </a:lnTo>
                    <a:close/>
                    <a:moveTo>
                      <a:pt x="2779" y="482"/>
                    </a:moveTo>
                    <a:lnTo>
                      <a:pt x="2779" y="582"/>
                    </a:lnTo>
                    <a:lnTo>
                      <a:pt x="1947" y="582"/>
                    </a:lnTo>
                    <a:lnTo>
                      <a:pt x="1947" y="482"/>
                    </a:lnTo>
                    <a:close/>
                    <a:moveTo>
                      <a:pt x="3712" y="482"/>
                    </a:moveTo>
                    <a:lnTo>
                      <a:pt x="3712" y="582"/>
                    </a:lnTo>
                    <a:lnTo>
                      <a:pt x="2869" y="582"/>
                    </a:lnTo>
                    <a:lnTo>
                      <a:pt x="2869" y="482"/>
                    </a:lnTo>
                    <a:close/>
                    <a:moveTo>
                      <a:pt x="4645" y="482"/>
                    </a:moveTo>
                    <a:lnTo>
                      <a:pt x="4645" y="582"/>
                    </a:lnTo>
                    <a:lnTo>
                      <a:pt x="3802" y="582"/>
                    </a:lnTo>
                    <a:lnTo>
                      <a:pt x="3802" y="482"/>
                    </a:lnTo>
                    <a:close/>
                    <a:moveTo>
                      <a:pt x="5568" y="482"/>
                    </a:moveTo>
                    <a:lnTo>
                      <a:pt x="5568" y="582"/>
                    </a:lnTo>
                    <a:lnTo>
                      <a:pt x="4735" y="582"/>
                    </a:lnTo>
                    <a:lnTo>
                      <a:pt x="4735" y="482"/>
                    </a:lnTo>
                    <a:close/>
                    <a:moveTo>
                      <a:pt x="6500" y="482"/>
                    </a:moveTo>
                    <a:lnTo>
                      <a:pt x="6500" y="582"/>
                    </a:lnTo>
                    <a:lnTo>
                      <a:pt x="5658" y="582"/>
                    </a:lnTo>
                    <a:lnTo>
                      <a:pt x="5658" y="482"/>
                    </a:lnTo>
                    <a:close/>
                    <a:moveTo>
                      <a:pt x="7423" y="482"/>
                    </a:moveTo>
                    <a:lnTo>
                      <a:pt x="7423" y="582"/>
                    </a:lnTo>
                    <a:lnTo>
                      <a:pt x="6591" y="582"/>
                    </a:lnTo>
                    <a:lnTo>
                      <a:pt x="6591" y="482"/>
                    </a:lnTo>
                    <a:close/>
                    <a:moveTo>
                      <a:pt x="8356" y="482"/>
                    </a:moveTo>
                    <a:lnTo>
                      <a:pt x="8356" y="582"/>
                    </a:lnTo>
                    <a:lnTo>
                      <a:pt x="7513" y="582"/>
                    </a:lnTo>
                    <a:lnTo>
                      <a:pt x="7513" y="482"/>
                    </a:lnTo>
                    <a:close/>
                    <a:moveTo>
                      <a:pt x="9279" y="482"/>
                    </a:moveTo>
                    <a:lnTo>
                      <a:pt x="9279" y="582"/>
                    </a:lnTo>
                    <a:lnTo>
                      <a:pt x="8446" y="582"/>
                    </a:lnTo>
                    <a:lnTo>
                      <a:pt x="8446" y="482"/>
                    </a:lnTo>
                    <a:close/>
                    <a:moveTo>
                      <a:pt x="10212" y="482"/>
                    </a:moveTo>
                    <a:lnTo>
                      <a:pt x="10212" y="582"/>
                    </a:lnTo>
                    <a:lnTo>
                      <a:pt x="9369" y="582"/>
                    </a:lnTo>
                    <a:lnTo>
                      <a:pt x="9369" y="482"/>
                    </a:lnTo>
                    <a:close/>
                    <a:moveTo>
                      <a:pt x="11135" y="482"/>
                    </a:moveTo>
                    <a:lnTo>
                      <a:pt x="11135" y="582"/>
                    </a:lnTo>
                    <a:lnTo>
                      <a:pt x="10302" y="582"/>
                    </a:lnTo>
                    <a:lnTo>
                      <a:pt x="10302" y="482"/>
                    </a:lnTo>
                    <a:close/>
                    <a:moveTo>
                      <a:pt x="12067" y="482"/>
                    </a:moveTo>
                    <a:lnTo>
                      <a:pt x="12067" y="582"/>
                    </a:lnTo>
                    <a:lnTo>
                      <a:pt x="11235" y="582"/>
                    </a:lnTo>
                    <a:lnTo>
                      <a:pt x="11235" y="482"/>
                    </a:lnTo>
                    <a:close/>
                    <a:moveTo>
                      <a:pt x="12930" y="482"/>
                    </a:moveTo>
                    <a:lnTo>
                      <a:pt x="12930" y="582"/>
                    </a:lnTo>
                    <a:lnTo>
                      <a:pt x="12158" y="582"/>
                    </a:lnTo>
                    <a:lnTo>
                      <a:pt x="12158" y="482"/>
                    </a:lnTo>
                    <a:close/>
                    <a:moveTo>
                      <a:pt x="1" y="1"/>
                    </a:moveTo>
                    <a:lnTo>
                      <a:pt x="1" y="653"/>
                    </a:lnTo>
                    <a:lnTo>
                      <a:pt x="13020" y="653"/>
                    </a:lnTo>
                    <a:lnTo>
                      <a:pt x="13020" y="582"/>
                    </a:lnTo>
                    <a:lnTo>
                      <a:pt x="13020" y="482"/>
                    </a:lnTo>
                    <a:lnTo>
                      <a:pt x="13020" y="432"/>
                    </a:lnTo>
                    <a:lnTo>
                      <a:pt x="13020" y="271"/>
                    </a:lnTo>
                    <a:lnTo>
                      <a:pt x="13020" y="221"/>
                    </a:lnTo>
                    <a:lnTo>
                      <a:pt x="13020" y="71"/>
                    </a:lnTo>
                    <a:lnTo>
                      <a:pt x="13020" y="11"/>
                    </a:lnTo>
                    <a:lnTo>
                      <a:pt x="12158" y="11"/>
                    </a:lnTo>
                    <a:lnTo>
                      <a:pt x="12158" y="1"/>
                    </a:lnTo>
                    <a:lnTo>
                      <a:pt x="12067" y="1"/>
                    </a:lnTo>
                    <a:lnTo>
                      <a:pt x="12067" y="11"/>
                    </a:lnTo>
                    <a:lnTo>
                      <a:pt x="11225" y="11"/>
                    </a:lnTo>
                    <a:lnTo>
                      <a:pt x="11225" y="1"/>
                    </a:lnTo>
                    <a:lnTo>
                      <a:pt x="11135" y="1"/>
                    </a:lnTo>
                    <a:lnTo>
                      <a:pt x="11135" y="11"/>
                    </a:lnTo>
                    <a:lnTo>
                      <a:pt x="10302" y="11"/>
                    </a:lnTo>
                    <a:lnTo>
                      <a:pt x="10302" y="1"/>
                    </a:lnTo>
                    <a:lnTo>
                      <a:pt x="10212" y="1"/>
                    </a:lnTo>
                    <a:lnTo>
                      <a:pt x="10212" y="11"/>
                    </a:lnTo>
                    <a:lnTo>
                      <a:pt x="9369" y="11"/>
                    </a:lnTo>
                    <a:lnTo>
                      <a:pt x="9369" y="1"/>
                    </a:lnTo>
                    <a:lnTo>
                      <a:pt x="9279" y="1"/>
                    </a:lnTo>
                    <a:lnTo>
                      <a:pt x="9279" y="11"/>
                    </a:lnTo>
                    <a:lnTo>
                      <a:pt x="8446" y="11"/>
                    </a:lnTo>
                    <a:lnTo>
                      <a:pt x="8446" y="1"/>
                    </a:lnTo>
                    <a:lnTo>
                      <a:pt x="8356" y="1"/>
                    </a:lnTo>
                    <a:lnTo>
                      <a:pt x="8356" y="11"/>
                    </a:lnTo>
                    <a:lnTo>
                      <a:pt x="7513" y="11"/>
                    </a:lnTo>
                    <a:lnTo>
                      <a:pt x="7513" y="1"/>
                    </a:lnTo>
                    <a:lnTo>
                      <a:pt x="7423" y="1"/>
                    </a:lnTo>
                    <a:lnTo>
                      <a:pt x="7423" y="11"/>
                    </a:lnTo>
                    <a:lnTo>
                      <a:pt x="6591" y="11"/>
                    </a:lnTo>
                    <a:lnTo>
                      <a:pt x="6591" y="1"/>
                    </a:lnTo>
                    <a:lnTo>
                      <a:pt x="6500" y="1"/>
                    </a:lnTo>
                    <a:lnTo>
                      <a:pt x="6500" y="11"/>
                    </a:lnTo>
                    <a:lnTo>
                      <a:pt x="5658" y="11"/>
                    </a:lnTo>
                    <a:lnTo>
                      <a:pt x="5658" y="1"/>
                    </a:lnTo>
                    <a:lnTo>
                      <a:pt x="5578" y="1"/>
                    </a:lnTo>
                    <a:lnTo>
                      <a:pt x="5578" y="11"/>
                    </a:lnTo>
                    <a:lnTo>
                      <a:pt x="4735" y="11"/>
                    </a:lnTo>
                    <a:lnTo>
                      <a:pt x="4735" y="1"/>
                    </a:lnTo>
                    <a:lnTo>
                      <a:pt x="4645" y="1"/>
                    </a:lnTo>
                    <a:lnTo>
                      <a:pt x="4645" y="11"/>
                    </a:lnTo>
                    <a:lnTo>
                      <a:pt x="3802" y="11"/>
                    </a:lnTo>
                    <a:lnTo>
                      <a:pt x="3802" y="1"/>
                    </a:lnTo>
                    <a:lnTo>
                      <a:pt x="3712" y="1"/>
                    </a:lnTo>
                    <a:lnTo>
                      <a:pt x="3712" y="11"/>
                    </a:lnTo>
                    <a:lnTo>
                      <a:pt x="2879" y="11"/>
                    </a:lnTo>
                    <a:lnTo>
                      <a:pt x="2879" y="1"/>
                    </a:lnTo>
                    <a:lnTo>
                      <a:pt x="2789" y="1"/>
                    </a:lnTo>
                    <a:lnTo>
                      <a:pt x="2789" y="11"/>
                    </a:lnTo>
                    <a:lnTo>
                      <a:pt x="1947" y="11"/>
                    </a:lnTo>
                    <a:lnTo>
                      <a:pt x="1947" y="1"/>
                    </a:lnTo>
                    <a:lnTo>
                      <a:pt x="1856" y="1"/>
                    </a:lnTo>
                    <a:lnTo>
                      <a:pt x="1856" y="11"/>
                    </a:lnTo>
                    <a:lnTo>
                      <a:pt x="1014" y="11"/>
                    </a:lnTo>
                    <a:lnTo>
                      <a:pt x="1014" y="1"/>
                    </a:lnTo>
                    <a:lnTo>
                      <a:pt x="923" y="1"/>
                    </a:lnTo>
                    <a:lnTo>
                      <a:pt x="923" y="11"/>
                    </a:lnTo>
                    <a:lnTo>
                      <a:pt x="91" y="11"/>
                    </a:lnTo>
                    <a:lnTo>
                      <a:pt x="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3" name="Google Shape;2433;p49"/>
              <p:cNvSpPr/>
              <p:nvPr/>
            </p:nvSpPr>
            <p:spPr>
              <a:xfrm>
                <a:off x="3208785" y="2001780"/>
                <a:ext cx="565688" cy="153916"/>
              </a:xfrm>
              <a:custGeom>
                <a:avLst/>
                <a:gdLst/>
                <a:ahLst/>
                <a:cxnLst/>
                <a:rect l="l" t="t" r="r" b="b"/>
                <a:pathLst>
                  <a:path w="3793" h="1034" extrusionOk="0">
                    <a:moveTo>
                      <a:pt x="281" y="0"/>
                    </a:moveTo>
                    <a:lnTo>
                      <a:pt x="3792" y="0"/>
                    </a:lnTo>
                    <a:lnTo>
                      <a:pt x="3531" y="1033"/>
                    </a:lnTo>
                    <a:lnTo>
                      <a:pt x="1" y="10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4" name="Google Shape;2434;p49"/>
              <p:cNvSpPr/>
              <p:nvPr/>
            </p:nvSpPr>
            <p:spPr>
              <a:xfrm>
                <a:off x="2245336" y="2552692"/>
                <a:ext cx="588059" cy="197233"/>
              </a:xfrm>
              <a:custGeom>
                <a:avLst/>
                <a:gdLst/>
                <a:ahLst/>
                <a:cxnLst/>
                <a:rect l="l" t="t" r="r" b="b"/>
                <a:pathLst>
                  <a:path w="3943" h="1325" extrusionOk="0">
                    <a:moveTo>
                      <a:pt x="1" y="1"/>
                    </a:moveTo>
                    <a:lnTo>
                      <a:pt x="3943" y="1"/>
                    </a:lnTo>
                    <a:lnTo>
                      <a:pt x="3943" y="1325"/>
                    </a:lnTo>
                    <a:lnTo>
                      <a:pt x="1" y="132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5" name="Google Shape;2435;p49"/>
              <p:cNvSpPr/>
              <p:nvPr/>
            </p:nvSpPr>
            <p:spPr>
              <a:xfrm>
                <a:off x="2134673" y="2645280"/>
                <a:ext cx="631459" cy="97202"/>
              </a:xfrm>
              <a:custGeom>
                <a:avLst/>
                <a:gdLst/>
                <a:ahLst/>
                <a:cxnLst/>
                <a:rect l="l" t="t" r="r" b="b"/>
                <a:pathLst>
                  <a:path w="4234" h="653" extrusionOk="0">
                    <a:moveTo>
                      <a:pt x="823" y="71"/>
                    </a:moveTo>
                    <a:lnTo>
                      <a:pt x="823" y="211"/>
                    </a:lnTo>
                    <a:lnTo>
                      <a:pt x="91" y="211"/>
                    </a:lnTo>
                    <a:lnTo>
                      <a:pt x="91" y="71"/>
                    </a:lnTo>
                    <a:close/>
                    <a:moveTo>
                      <a:pt x="1646" y="71"/>
                    </a:moveTo>
                    <a:lnTo>
                      <a:pt x="1646" y="211"/>
                    </a:lnTo>
                    <a:lnTo>
                      <a:pt x="913" y="211"/>
                    </a:lnTo>
                    <a:lnTo>
                      <a:pt x="913" y="71"/>
                    </a:lnTo>
                    <a:close/>
                    <a:moveTo>
                      <a:pt x="2468" y="71"/>
                    </a:moveTo>
                    <a:lnTo>
                      <a:pt x="2468" y="211"/>
                    </a:lnTo>
                    <a:lnTo>
                      <a:pt x="1736" y="211"/>
                    </a:lnTo>
                    <a:lnTo>
                      <a:pt x="1736" y="71"/>
                    </a:lnTo>
                    <a:close/>
                    <a:moveTo>
                      <a:pt x="3281" y="71"/>
                    </a:moveTo>
                    <a:lnTo>
                      <a:pt x="3281" y="211"/>
                    </a:lnTo>
                    <a:lnTo>
                      <a:pt x="2558" y="211"/>
                    </a:lnTo>
                    <a:lnTo>
                      <a:pt x="2558" y="71"/>
                    </a:lnTo>
                    <a:close/>
                    <a:moveTo>
                      <a:pt x="4143" y="71"/>
                    </a:moveTo>
                    <a:lnTo>
                      <a:pt x="4143" y="211"/>
                    </a:lnTo>
                    <a:lnTo>
                      <a:pt x="3371" y="211"/>
                    </a:lnTo>
                    <a:lnTo>
                      <a:pt x="3371" y="71"/>
                    </a:lnTo>
                    <a:close/>
                    <a:moveTo>
                      <a:pt x="823" y="271"/>
                    </a:moveTo>
                    <a:lnTo>
                      <a:pt x="823" y="422"/>
                    </a:lnTo>
                    <a:lnTo>
                      <a:pt x="91" y="422"/>
                    </a:lnTo>
                    <a:lnTo>
                      <a:pt x="91" y="271"/>
                    </a:lnTo>
                    <a:close/>
                    <a:moveTo>
                      <a:pt x="1646" y="271"/>
                    </a:moveTo>
                    <a:lnTo>
                      <a:pt x="1646" y="422"/>
                    </a:lnTo>
                    <a:lnTo>
                      <a:pt x="913" y="422"/>
                    </a:lnTo>
                    <a:lnTo>
                      <a:pt x="913" y="271"/>
                    </a:lnTo>
                    <a:close/>
                    <a:moveTo>
                      <a:pt x="2468" y="271"/>
                    </a:moveTo>
                    <a:lnTo>
                      <a:pt x="2468" y="422"/>
                    </a:lnTo>
                    <a:lnTo>
                      <a:pt x="1736" y="422"/>
                    </a:lnTo>
                    <a:lnTo>
                      <a:pt x="1736" y="271"/>
                    </a:lnTo>
                    <a:close/>
                    <a:moveTo>
                      <a:pt x="3281" y="271"/>
                    </a:moveTo>
                    <a:lnTo>
                      <a:pt x="3281" y="422"/>
                    </a:lnTo>
                    <a:lnTo>
                      <a:pt x="2558" y="422"/>
                    </a:lnTo>
                    <a:lnTo>
                      <a:pt x="2558" y="271"/>
                    </a:lnTo>
                    <a:close/>
                    <a:moveTo>
                      <a:pt x="4143" y="271"/>
                    </a:moveTo>
                    <a:lnTo>
                      <a:pt x="4143" y="422"/>
                    </a:lnTo>
                    <a:lnTo>
                      <a:pt x="3371" y="422"/>
                    </a:lnTo>
                    <a:lnTo>
                      <a:pt x="3371" y="271"/>
                    </a:lnTo>
                    <a:close/>
                    <a:moveTo>
                      <a:pt x="813" y="482"/>
                    </a:moveTo>
                    <a:lnTo>
                      <a:pt x="813" y="582"/>
                    </a:lnTo>
                    <a:lnTo>
                      <a:pt x="91" y="582"/>
                    </a:lnTo>
                    <a:lnTo>
                      <a:pt x="91" y="482"/>
                    </a:lnTo>
                    <a:close/>
                    <a:moveTo>
                      <a:pt x="1636" y="482"/>
                    </a:moveTo>
                    <a:lnTo>
                      <a:pt x="1636" y="582"/>
                    </a:lnTo>
                    <a:lnTo>
                      <a:pt x="903" y="582"/>
                    </a:lnTo>
                    <a:lnTo>
                      <a:pt x="903" y="482"/>
                    </a:lnTo>
                    <a:close/>
                    <a:moveTo>
                      <a:pt x="2458" y="482"/>
                    </a:moveTo>
                    <a:lnTo>
                      <a:pt x="2458" y="582"/>
                    </a:lnTo>
                    <a:lnTo>
                      <a:pt x="1726" y="582"/>
                    </a:lnTo>
                    <a:lnTo>
                      <a:pt x="1726" y="482"/>
                    </a:lnTo>
                    <a:close/>
                    <a:moveTo>
                      <a:pt x="3281" y="482"/>
                    </a:moveTo>
                    <a:lnTo>
                      <a:pt x="3281" y="582"/>
                    </a:lnTo>
                    <a:lnTo>
                      <a:pt x="2548" y="582"/>
                    </a:lnTo>
                    <a:lnTo>
                      <a:pt x="2548" y="482"/>
                    </a:lnTo>
                    <a:close/>
                    <a:moveTo>
                      <a:pt x="4133" y="482"/>
                    </a:moveTo>
                    <a:lnTo>
                      <a:pt x="4133" y="582"/>
                    </a:lnTo>
                    <a:lnTo>
                      <a:pt x="3371" y="582"/>
                    </a:lnTo>
                    <a:lnTo>
                      <a:pt x="3371" y="482"/>
                    </a:lnTo>
                    <a:close/>
                    <a:moveTo>
                      <a:pt x="1" y="0"/>
                    </a:moveTo>
                    <a:lnTo>
                      <a:pt x="1" y="652"/>
                    </a:lnTo>
                    <a:lnTo>
                      <a:pt x="4223" y="652"/>
                    </a:lnTo>
                    <a:lnTo>
                      <a:pt x="4234" y="642"/>
                    </a:lnTo>
                    <a:lnTo>
                      <a:pt x="4234" y="582"/>
                    </a:lnTo>
                    <a:lnTo>
                      <a:pt x="4234" y="482"/>
                    </a:lnTo>
                    <a:lnTo>
                      <a:pt x="4234" y="432"/>
                    </a:lnTo>
                    <a:lnTo>
                      <a:pt x="4234" y="271"/>
                    </a:lnTo>
                    <a:lnTo>
                      <a:pt x="4234" y="211"/>
                    </a:lnTo>
                    <a:lnTo>
                      <a:pt x="4234" y="71"/>
                    </a:lnTo>
                    <a:lnTo>
                      <a:pt x="4234" y="10"/>
                    </a:lnTo>
                    <a:lnTo>
                      <a:pt x="4234" y="0"/>
                    </a:lnTo>
                    <a:lnTo>
                      <a:pt x="4143" y="0"/>
                    </a:lnTo>
                    <a:lnTo>
                      <a:pt x="4143" y="10"/>
                    </a:lnTo>
                    <a:lnTo>
                      <a:pt x="3371" y="10"/>
                    </a:lnTo>
                    <a:lnTo>
                      <a:pt x="3371" y="0"/>
                    </a:lnTo>
                    <a:lnTo>
                      <a:pt x="3281" y="0"/>
                    </a:lnTo>
                    <a:lnTo>
                      <a:pt x="3281" y="10"/>
                    </a:lnTo>
                    <a:lnTo>
                      <a:pt x="2548" y="10"/>
                    </a:lnTo>
                    <a:lnTo>
                      <a:pt x="2548" y="0"/>
                    </a:lnTo>
                    <a:lnTo>
                      <a:pt x="2458" y="0"/>
                    </a:lnTo>
                    <a:lnTo>
                      <a:pt x="2458" y="10"/>
                    </a:lnTo>
                    <a:lnTo>
                      <a:pt x="1726" y="10"/>
                    </a:lnTo>
                    <a:lnTo>
                      <a:pt x="1726" y="0"/>
                    </a:lnTo>
                    <a:lnTo>
                      <a:pt x="1636" y="0"/>
                    </a:lnTo>
                    <a:lnTo>
                      <a:pt x="1636" y="10"/>
                    </a:lnTo>
                    <a:lnTo>
                      <a:pt x="913" y="10"/>
                    </a:lnTo>
                    <a:lnTo>
                      <a:pt x="913" y="0"/>
                    </a:lnTo>
                    <a:lnTo>
                      <a:pt x="823" y="0"/>
                    </a:lnTo>
                    <a:lnTo>
                      <a:pt x="823" y="10"/>
                    </a:lnTo>
                    <a:lnTo>
                      <a:pt x="91" y="10"/>
                    </a:lnTo>
                    <a:lnTo>
                      <a:pt x="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6" name="Google Shape;2436;p49"/>
              <p:cNvSpPr/>
              <p:nvPr/>
            </p:nvSpPr>
            <p:spPr>
              <a:xfrm>
                <a:off x="4327789" y="1930032"/>
                <a:ext cx="109320" cy="40489"/>
              </a:xfrm>
              <a:custGeom>
                <a:avLst/>
                <a:gdLst/>
                <a:ahLst/>
                <a:cxnLst/>
                <a:rect l="l" t="t" r="r" b="b"/>
                <a:pathLst>
                  <a:path w="733" h="272" extrusionOk="0">
                    <a:moveTo>
                      <a:pt x="0" y="1"/>
                    </a:moveTo>
                    <a:lnTo>
                      <a:pt x="733" y="1"/>
                    </a:lnTo>
                    <a:lnTo>
                      <a:pt x="713" y="111"/>
                    </a:lnTo>
                    <a:lnTo>
                      <a:pt x="30" y="27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7" name="Google Shape;2437;p49"/>
              <p:cNvSpPr/>
              <p:nvPr/>
            </p:nvSpPr>
            <p:spPr>
              <a:xfrm>
                <a:off x="4385357" y="1115944"/>
                <a:ext cx="21029" cy="823168"/>
              </a:xfrm>
              <a:custGeom>
                <a:avLst/>
                <a:gdLst/>
                <a:ahLst/>
                <a:cxnLst/>
                <a:rect l="l" t="t" r="r" b="b"/>
                <a:pathLst>
                  <a:path w="141" h="5530" extrusionOk="0">
                    <a:moveTo>
                      <a:pt x="71" y="1"/>
                    </a:moveTo>
                    <a:cubicBezTo>
                      <a:pt x="36" y="1"/>
                      <a:pt x="1" y="18"/>
                      <a:pt x="6" y="53"/>
                    </a:cubicBezTo>
                    <a:lnTo>
                      <a:pt x="6" y="5460"/>
                    </a:lnTo>
                    <a:cubicBezTo>
                      <a:pt x="6" y="5500"/>
                      <a:pt x="36" y="5530"/>
                      <a:pt x="66" y="5530"/>
                    </a:cubicBezTo>
                    <a:cubicBezTo>
                      <a:pt x="106" y="5530"/>
                      <a:pt x="136" y="5500"/>
                      <a:pt x="136" y="5460"/>
                    </a:cubicBezTo>
                    <a:lnTo>
                      <a:pt x="136" y="53"/>
                    </a:lnTo>
                    <a:cubicBezTo>
                      <a:pt x="141" y="18"/>
                      <a:pt x="106" y="1"/>
                      <a:pt x="7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8" name="Google Shape;2438;p49"/>
              <p:cNvSpPr/>
              <p:nvPr/>
            </p:nvSpPr>
            <p:spPr>
              <a:xfrm>
                <a:off x="3478134" y="1953997"/>
                <a:ext cx="163159" cy="47931"/>
              </a:xfrm>
              <a:custGeom>
                <a:avLst/>
                <a:gdLst/>
                <a:ahLst/>
                <a:cxnLst/>
                <a:rect l="l" t="t" r="r" b="b"/>
                <a:pathLst>
                  <a:path w="1094" h="322" extrusionOk="0">
                    <a:moveTo>
                      <a:pt x="120" y="0"/>
                    </a:moveTo>
                    <a:lnTo>
                      <a:pt x="983" y="0"/>
                    </a:lnTo>
                    <a:lnTo>
                      <a:pt x="1093" y="321"/>
                    </a:lnTo>
                    <a:lnTo>
                      <a:pt x="0" y="32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9" name="Google Shape;2439;p49"/>
              <p:cNvSpPr/>
              <p:nvPr/>
            </p:nvSpPr>
            <p:spPr>
              <a:xfrm>
                <a:off x="3557327" y="2009223"/>
                <a:ext cx="217148" cy="219561"/>
              </a:xfrm>
              <a:custGeom>
                <a:avLst/>
                <a:gdLst/>
                <a:ahLst/>
                <a:cxnLst/>
                <a:rect l="l" t="t" r="r" b="b"/>
                <a:pathLst>
                  <a:path w="1456" h="1475" extrusionOk="0">
                    <a:moveTo>
                      <a:pt x="1" y="0"/>
                    </a:moveTo>
                    <a:lnTo>
                      <a:pt x="1455" y="0"/>
                    </a:lnTo>
                    <a:lnTo>
                      <a:pt x="1455" y="1475"/>
                    </a:lnTo>
                    <a:lnTo>
                      <a:pt x="1" y="147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0" name="Google Shape;2440;p49"/>
              <p:cNvSpPr/>
              <p:nvPr/>
            </p:nvSpPr>
            <p:spPr>
              <a:xfrm>
                <a:off x="6643498" y="2306337"/>
                <a:ext cx="923177" cy="313637"/>
              </a:xfrm>
              <a:custGeom>
                <a:avLst/>
                <a:gdLst/>
                <a:ahLst/>
                <a:cxnLst/>
                <a:rect l="l" t="t" r="r" b="b"/>
                <a:pathLst>
                  <a:path w="6190" h="2107" extrusionOk="0">
                    <a:moveTo>
                      <a:pt x="231" y="1"/>
                    </a:moveTo>
                    <a:lnTo>
                      <a:pt x="5818" y="171"/>
                    </a:lnTo>
                    <a:lnTo>
                      <a:pt x="6190" y="2017"/>
                    </a:lnTo>
                    <a:lnTo>
                      <a:pt x="1" y="210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1" name="Google Shape;2441;p49"/>
              <p:cNvSpPr/>
              <p:nvPr/>
            </p:nvSpPr>
            <p:spPr>
              <a:xfrm>
                <a:off x="7051845" y="2331791"/>
                <a:ext cx="514831" cy="282229"/>
              </a:xfrm>
              <a:custGeom>
                <a:avLst/>
                <a:gdLst/>
                <a:ahLst/>
                <a:cxnLst/>
                <a:rect l="l" t="t" r="r" b="b"/>
                <a:pathLst>
                  <a:path w="3452" h="1896" extrusionOk="0">
                    <a:moveTo>
                      <a:pt x="3070" y="0"/>
                    </a:moveTo>
                    <a:lnTo>
                      <a:pt x="3080" y="0"/>
                    </a:lnTo>
                    <a:lnTo>
                      <a:pt x="3452" y="1846"/>
                    </a:lnTo>
                    <a:lnTo>
                      <a:pt x="1" y="1896"/>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2" name="Google Shape;2442;p49"/>
              <p:cNvSpPr/>
              <p:nvPr/>
            </p:nvSpPr>
            <p:spPr>
              <a:xfrm>
                <a:off x="4781028" y="1615055"/>
                <a:ext cx="1029364" cy="583958"/>
              </a:xfrm>
              <a:custGeom>
                <a:avLst/>
                <a:gdLst/>
                <a:ahLst/>
                <a:cxnLst/>
                <a:rect l="l" t="t" r="r" b="b"/>
                <a:pathLst>
                  <a:path w="6902" h="3923" extrusionOk="0">
                    <a:moveTo>
                      <a:pt x="1" y="3922"/>
                    </a:moveTo>
                    <a:lnTo>
                      <a:pt x="713" y="2348"/>
                    </a:lnTo>
                    <a:lnTo>
                      <a:pt x="2368" y="2317"/>
                    </a:lnTo>
                    <a:lnTo>
                      <a:pt x="3261" y="0"/>
                    </a:lnTo>
                    <a:lnTo>
                      <a:pt x="4003" y="0"/>
                    </a:lnTo>
                    <a:lnTo>
                      <a:pt x="4886" y="2388"/>
                    </a:lnTo>
                    <a:lnTo>
                      <a:pt x="6280" y="2388"/>
                    </a:lnTo>
                    <a:lnTo>
                      <a:pt x="6902" y="384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3" name="Google Shape;2443;p49"/>
              <p:cNvSpPr/>
              <p:nvPr/>
            </p:nvSpPr>
            <p:spPr>
              <a:xfrm>
                <a:off x="4800565" y="1615055"/>
                <a:ext cx="626835" cy="542130"/>
              </a:xfrm>
              <a:custGeom>
                <a:avLst/>
                <a:gdLst/>
                <a:ahLst/>
                <a:cxnLst/>
                <a:rect l="l" t="t" r="r" b="b"/>
                <a:pathLst>
                  <a:path w="4203" h="3642" extrusionOk="0">
                    <a:moveTo>
                      <a:pt x="0" y="3641"/>
                    </a:moveTo>
                    <a:lnTo>
                      <a:pt x="582" y="2348"/>
                    </a:lnTo>
                    <a:lnTo>
                      <a:pt x="2237" y="2317"/>
                    </a:lnTo>
                    <a:lnTo>
                      <a:pt x="3130" y="0"/>
                    </a:lnTo>
                    <a:lnTo>
                      <a:pt x="3872" y="0"/>
                    </a:lnTo>
                    <a:lnTo>
                      <a:pt x="4203" y="893"/>
                    </a:lnTo>
                    <a:lnTo>
                      <a:pt x="2999" y="364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4" name="Google Shape;2444;p49"/>
              <p:cNvSpPr/>
              <p:nvPr/>
            </p:nvSpPr>
            <p:spPr>
              <a:xfrm>
                <a:off x="5001010" y="1577692"/>
                <a:ext cx="507225" cy="39000"/>
              </a:xfrm>
              <a:custGeom>
                <a:avLst/>
                <a:gdLst/>
                <a:ahLst/>
                <a:cxnLst/>
                <a:rect l="l" t="t" r="r" b="b"/>
                <a:pathLst>
                  <a:path w="3401" h="262" extrusionOk="0">
                    <a:moveTo>
                      <a:pt x="80" y="1"/>
                    </a:moveTo>
                    <a:lnTo>
                      <a:pt x="3340" y="1"/>
                    </a:lnTo>
                    <a:cubicBezTo>
                      <a:pt x="3370" y="1"/>
                      <a:pt x="3390" y="21"/>
                      <a:pt x="3400" y="51"/>
                    </a:cubicBezTo>
                    <a:cubicBezTo>
                      <a:pt x="3400" y="81"/>
                      <a:pt x="3380" y="101"/>
                      <a:pt x="3360" y="111"/>
                    </a:cubicBezTo>
                    <a:lnTo>
                      <a:pt x="2658" y="261"/>
                    </a:lnTo>
                    <a:lnTo>
                      <a:pt x="732" y="261"/>
                    </a:lnTo>
                    <a:lnTo>
                      <a:pt x="60" y="111"/>
                    </a:lnTo>
                    <a:cubicBezTo>
                      <a:pt x="0" y="91"/>
                      <a:pt x="10" y="1"/>
                      <a:pt x="8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5" name="Google Shape;2445;p49"/>
              <p:cNvSpPr/>
              <p:nvPr/>
            </p:nvSpPr>
            <p:spPr>
              <a:xfrm>
                <a:off x="5005485" y="1577692"/>
                <a:ext cx="502751" cy="12057"/>
              </a:xfrm>
              <a:custGeom>
                <a:avLst/>
                <a:gdLst/>
                <a:ahLst/>
                <a:cxnLst/>
                <a:rect l="l" t="t" r="r" b="b"/>
                <a:pathLst>
                  <a:path w="3371" h="81" extrusionOk="0">
                    <a:moveTo>
                      <a:pt x="50" y="1"/>
                    </a:moveTo>
                    <a:lnTo>
                      <a:pt x="3310" y="1"/>
                    </a:lnTo>
                    <a:cubicBezTo>
                      <a:pt x="3340" y="1"/>
                      <a:pt x="3360" y="21"/>
                      <a:pt x="3370" y="51"/>
                    </a:cubicBezTo>
                    <a:cubicBezTo>
                      <a:pt x="3370" y="61"/>
                      <a:pt x="3370" y="71"/>
                      <a:pt x="3370" y="81"/>
                    </a:cubicBezTo>
                    <a:lnTo>
                      <a:pt x="0" y="81"/>
                    </a:lnTo>
                    <a:cubicBezTo>
                      <a:pt x="0" y="71"/>
                      <a:pt x="0" y="61"/>
                      <a:pt x="0" y="51"/>
                    </a:cubicBezTo>
                    <a:cubicBezTo>
                      <a:pt x="0" y="21"/>
                      <a:pt x="30" y="1"/>
                      <a:pt x="6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6" name="Google Shape;2446;p49"/>
              <p:cNvSpPr/>
              <p:nvPr/>
            </p:nvSpPr>
            <p:spPr>
              <a:xfrm>
                <a:off x="5291238" y="1295463"/>
                <a:ext cx="62937" cy="280889"/>
              </a:xfrm>
              <a:custGeom>
                <a:avLst/>
                <a:gdLst/>
                <a:ahLst/>
                <a:cxnLst/>
                <a:rect l="l" t="t" r="r" b="b"/>
                <a:pathLst>
                  <a:path w="422" h="1887" extrusionOk="0">
                    <a:moveTo>
                      <a:pt x="0" y="1"/>
                    </a:moveTo>
                    <a:lnTo>
                      <a:pt x="421" y="1"/>
                    </a:lnTo>
                    <a:lnTo>
                      <a:pt x="421" y="1887"/>
                    </a:lnTo>
                    <a:lnTo>
                      <a:pt x="0" y="1887"/>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7" name="Google Shape;2447;p49"/>
              <p:cNvSpPr/>
              <p:nvPr/>
            </p:nvSpPr>
            <p:spPr>
              <a:xfrm>
                <a:off x="5291238" y="1296951"/>
                <a:ext cx="24012" cy="279401"/>
              </a:xfrm>
              <a:custGeom>
                <a:avLst/>
                <a:gdLst/>
                <a:ahLst/>
                <a:cxnLst/>
                <a:rect l="l" t="t" r="r" b="b"/>
                <a:pathLst>
                  <a:path w="161" h="1877" extrusionOk="0">
                    <a:moveTo>
                      <a:pt x="161" y="1877"/>
                    </a:moveTo>
                    <a:lnTo>
                      <a:pt x="0" y="1877"/>
                    </a:lnTo>
                    <a:lnTo>
                      <a:pt x="0" y="1"/>
                    </a:lnTo>
                    <a:lnTo>
                      <a:pt x="16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8" name="Google Shape;2448;p49"/>
              <p:cNvSpPr/>
              <p:nvPr/>
            </p:nvSpPr>
            <p:spPr>
              <a:xfrm>
                <a:off x="5985340" y="2091391"/>
                <a:ext cx="276804" cy="71748"/>
              </a:xfrm>
              <a:custGeom>
                <a:avLst/>
                <a:gdLst/>
                <a:ahLst/>
                <a:cxnLst/>
                <a:rect l="l" t="t" r="r" b="b"/>
                <a:pathLst>
                  <a:path w="1856" h="482" extrusionOk="0">
                    <a:moveTo>
                      <a:pt x="0" y="482"/>
                    </a:moveTo>
                    <a:lnTo>
                      <a:pt x="1856" y="482"/>
                    </a:lnTo>
                    <a:lnTo>
                      <a:pt x="1856" y="0"/>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9" name="Google Shape;2449;p49"/>
              <p:cNvSpPr/>
              <p:nvPr/>
            </p:nvSpPr>
            <p:spPr>
              <a:xfrm>
                <a:off x="7753553" y="2280883"/>
                <a:ext cx="354655" cy="260050"/>
              </a:xfrm>
              <a:custGeom>
                <a:avLst/>
                <a:gdLst/>
                <a:ahLst/>
                <a:cxnLst/>
                <a:rect l="l" t="t" r="r" b="b"/>
                <a:pathLst>
                  <a:path w="2378" h="1747" extrusionOk="0">
                    <a:moveTo>
                      <a:pt x="402" y="1"/>
                    </a:moveTo>
                    <a:lnTo>
                      <a:pt x="1314" y="1"/>
                    </a:lnTo>
                    <a:cubicBezTo>
                      <a:pt x="1756" y="1"/>
                      <a:pt x="2378" y="693"/>
                      <a:pt x="2378" y="914"/>
                    </a:cubicBezTo>
                    <a:lnTo>
                      <a:pt x="2368" y="1345"/>
                    </a:lnTo>
                    <a:cubicBezTo>
                      <a:pt x="2357" y="1566"/>
                      <a:pt x="2187" y="1736"/>
                      <a:pt x="1976" y="1746"/>
                    </a:cubicBezTo>
                    <a:lnTo>
                      <a:pt x="402" y="1746"/>
                    </a:lnTo>
                    <a:cubicBezTo>
                      <a:pt x="181" y="1736"/>
                      <a:pt x="0" y="1566"/>
                      <a:pt x="0" y="1345"/>
                    </a:cubicBezTo>
                    <a:lnTo>
                      <a:pt x="0" y="402"/>
                    </a:lnTo>
                    <a:cubicBezTo>
                      <a:pt x="0" y="182"/>
                      <a:pt x="181" y="1"/>
                      <a:pt x="4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0" name="Google Shape;2450;p49"/>
              <p:cNvSpPr/>
              <p:nvPr/>
            </p:nvSpPr>
            <p:spPr>
              <a:xfrm>
                <a:off x="7753553" y="2304849"/>
                <a:ext cx="312747" cy="234595"/>
              </a:xfrm>
              <a:custGeom>
                <a:avLst/>
                <a:gdLst/>
                <a:ahLst/>
                <a:cxnLst/>
                <a:rect l="l" t="t" r="r" b="b"/>
                <a:pathLst>
                  <a:path w="2097" h="1576" extrusionOk="0">
                    <a:moveTo>
                      <a:pt x="1996" y="1575"/>
                    </a:moveTo>
                    <a:lnTo>
                      <a:pt x="402" y="1575"/>
                    </a:lnTo>
                    <a:cubicBezTo>
                      <a:pt x="181" y="1575"/>
                      <a:pt x="0" y="1405"/>
                      <a:pt x="0" y="1184"/>
                    </a:cubicBezTo>
                    <a:lnTo>
                      <a:pt x="0" y="241"/>
                    </a:lnTo>
                    <a:cubicBezTo>
                      <a:pt x="0" y="151"/>
                      <a:pt x="30" y="71"/>
                      <a:pt x="91" y="0"/>
                    </a:cubicBezTo>
                    <a:lnTo>
                      <a:pt x="1033" y="0"/>
                    </a:lnTo>
                    <a:cubicBezTo>
                      <a:pt x="1475" y="0"/>
                      <a:pt x="2097" y="693"/>
                      <a:pt x="2097" y="903"/>
                    </a:cubicBezTo>
                    <a:lnTo>
                      <a:pt x="2087" y="1345"/>
                    </a:lnTo>
                    <a:cubicBezTo>
                      <a:pt x="2077" y="1425"/>
                      <a:pt x="2047" y="1515"/>
                      <a:pt x="1996" y="1575"/>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1" name="Google Shape;2451;p49"/>
              <p:cNvSpPr/>
              <p:nvPr/>
            </p:nvSpPr>
            <p:spPr>
              <a:xfrm>
                <a:off x="7802918" y="2304849"/>
                <a:ext cx="263381" cy="218073"/>
              </a:xfrm>
              <a:custGeom>
                <a:avLst/>
                <a:gdLst/>
                <a:ahLst/>
                <a:cxnLst/>
                <a:rect l="l" t="t" r="r" b="b"/>
                <a:pathLst>
                  <a:path w="1766" h="1465" extrusionOk="0">
                    <a:moveTo>
                      <a:pt x="20" y="0"/>
                    </a:moveTo>
                    <a:lnTo>
                      <a:pt x="702" y="0"/>
                    </a:lnTo>
                    <a:cubicBezTo>
                      <a:pt x="1144" y="0"/>
                      <a:pt x="1766" y="693"/>
                      <a:pt x="1766" y="903"/>
                    </a:cubicBezTo>
                    <a:lnTo>
                      <a:pt x="1756" y="1345"/>
                    </a:lnTo>
                    <a:cubicBezTo>
                      <a:pt x="1746" y="1385"/>
                      <a:pt x="1746" y="1425"/>
                      <a:pt x="1726" y="1465"/>
                    </a:cubicBezTo>
                    <a:lnTo>
                      <a:pt x="392" y="1465"/>
                    </a:lnTo>
                    <a:cubicBezTo>
                      <a:pt x="171" y="1465"/>
                      <a:pt x="0" y="1294"/>
                      <a:pt x="0" y="1074"/>
                    </a:cubicBezTo>
                    <a:lnTo>
                      <a:pt x="0" y="131"/>
                    </a:lnTo>
                    <a:cubicBezTo>
                      <a:pt x="0" y="81"/>
                      <a:pt x="10" y="41"/>
                      <a:pt x="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2" name="Google Shape;2452;p49"/>
              <p:cNvSpPr/>
              <p:nvPr/>
            </p:nvSpPr>
            <p:spPr>
              <a:xfrm>
                <a:off x="1235653" y="2076356"/>
                <a:ext cx="8215824" cy="1167767"/>
              </a:xfrm>
              <a:custGeom>
                <a:avLst/>
                <a:gdLst/>
                <a:ahLst/>
                <a:cxnLst/>
                <a:rect l="l" t="t" r="r" b="b"/>
                <a:pathLst>
                  <a:path w="55088" h="7845" extrusionOk="0">
                    <a:moveTo>
                      <a:pt x="55088" y="2448"/>
                    </a:moveTo>
                    <a:lnTo>
                      <a:pt x="50233" y="7664"/>
                    </a:lnTo>
                    <a:cubicBezTo>
                      <a:pt x="50123" y="7784"/>
                      <a:pt x="49972" y="7845"/>
                      <a:pt x="49812" y="7845"/>
                    </a:cubicBezTo>
                    <a:lnTo>
                      <a:pt x="7684" y="7754"/>
                    </a:lnTo>
                    <a:lnTo>
                      <a:pt x="7353" y="7022"/>
                    </a:lnTo>
                    <a:lnTo>
                      <a:pt x="1936" y="6741"/>
                    </a:lnTo>
                    <a:lnTo>
                      <a:pt x="1986" y="5136"/>
                    </a:lnTo>
                    <a:lnTo>
                      <a:pt x="1003" y="5066"/>
                    </a:lnTo>
                    <a:lnTo>
                      <a:pt x="391" y="3913"/>
                    </a:lnTo>
                    <a:lnTo>
                      <a:pt x="3230" y="3913"/>
                    </a:lnTo>
                    <a:cubicBezTo>
                      <a:pt x="3280" y="3913"/>
                      <a:pt x="3330" y="3873"/>
                      <a:pt x="3340" y="3822"/>
                    </a:cubicBezTo>
                    <a:lnTo>
                      <a:pt x="3421" y="3501"/>
                    </a:lnTo>
                    <a:cubicBezTo>
                      <a:pt x="3431" y="3431"/>
                      <a:pt x="3381" y="3361"/>
                      <a:pt x="3300" y="3361"/>
                    </a:cubicBezTo>
                    <a:lnTo>
                      <a:pt x="91" y="3361"/>
                    </a:lnTo>
                    <a:lnTo>
                      <a:pt x="0" y="3180"/>
                    </a:lnTo>
                    <a:lnTo>
                      <a:pt x="13541" y="3221"/>
                    </a:lnTo>
                    <a:lnTo>
                      <a:pt x="14284" y="603"/>
                    </a:lnTo>
                    <a:lnTo>
                      <a:pt x="15628" y="603"/>
                    </a:lnTo>
                    <a:cubicBezTo>
                      <a:pt x="15658" y="603"/>
                      <a:pt x="15688" y="593"/>
                      <a:pt x="15708" y="573"/>
                    </a:cubicBezTo>
                    <a:cubicBezTo>
                      <a:pt x="15728" y="542"/>
                      <a:pt x="15738" y="512"/>
                      <a:pt x="15738" y="482"/>
                    </a:cubicBezTo>
                    <a:lnTo>
                      <a:pt x="15758" y="1"/>
                    </a:lnTo>
                    <a:lnTo>
                      <a:pt x="18105" y="1"/>
                    </a:lnTo>
                    <a:lnTo>
                      <a:pt x="18105" y="422"/>
                    </a:lnTo>
                    <a:cubicBezTo>
                      <a:pt x="18105" y="482"/>
                      <a:pt x="18156" y="542"/>
                      <a:pt x="18216" y="542"/>
                    </a:cubicBezTo>
                    <a:lnTo>
                      <a:pt x="34856" y="583"/>
                    </a:lnTo>
                    <a:lnTo>
                      <a:pt x="40484" y="2699"/>
                    </a:lnTo>
                    <a:lnTo>
                      <a:pt x="55088" y="2448"/>
                    </a:lnTo>
                    <a:close/>
                    <a:moveTo>
                      <a:pt x="6580" y="3341"/>
                    </a:moveTo>
                    <a:lnTo>
                      <a:pt x="9118" y="3341"/>
                    </a:lnTo>
                    <a:cubicBezTo>
                      <a:pt x="9228" y="3341"/>
                      <a:pt x="9319" y="3451"/>
                      <a:pt x="9289" y="3552"/>
                    </a:cubicBezTo>
                    <a:lnTo>
                      <a:pt x="9098" y="4304"/>
                    </a:lnTo>
                    <a:cubicBezTo>
                      <a:pt x="9078" y="4384"/>
                      <a:pt x="9008" y="4434"/>
                      <a:pt x="8927" y="4434"/>
                    </a:cubicBezTo>
                    <a:lnTo>
                      <a:pt x="6390" y="4434"/>
                    </a:lnTo>
                    <a:cubicBezTo>
                      <a:pt x="6279" y="4434"/>
                      <a:pt x="6199" y="4324"/>
                      <a:pt x="6229" y="4224"/>
                    </a:cubicBezTo>
                    <a:lnTo>
                      <a:pt x="6420" y="3471"/>
                    </a:lnTo>
                    <a:cubicBezTo>
                      <a:pt x="6440" y="3391"/>
                      <a:pt x="6500" y="3341"/>
                      <a:pt x="6580" y="3341"/>
                    </a:cubicBezTo>
                    <a:close/>
                    <a:moveTo>
                      <a:pt x="4023" y="3361"/>
                    </a:moveTo>
                    <a:lnTo>
                      <a:pt x="5808" y="3361"/>
                    </a:lnTo>
                    <a:cubicBezTo>
                      <a:pt x="5838" y="3361"/>
                      <a:pt x="5868" y="3371"/>
                      <a:pt x="5898" y="3401"/>
                    </a:cubicBezTo>
                    <a:cubicBezTo>
                      <a:pt x="5918" y="3431"/>
                      <a:pt x="5928" y="3461"/>
                      <a:pt x="5918" y="3501"/>
                    </a:cubicBezTo>
                    <a:lnTo>
                      <a:pt x="5838" y="3822"/>
                    </a:lnTo>
                    <a:cubicBezTo>
                      <a:pt x="5828" y="3873"/>
                      <a:pt x="5788" y="3913"/>
                      <a:pt x="5728" y="3903"/>
                    </a:cubicBezTo>
                    <a:lnTo>
                      <a:pt x="3952" y="3903"/>
                    </a:lnTo>
                    <a:cubicBezTo>
                      <a:pt x="3912" y="3913"/>
                      <a:pt x="3882" y="3893"/>
                      <a:pt x="3862" y="3863"/>
                    </a:cubicBezTo>
                    <a:cubicBezTo>
                      <a:pt x="3832" y="3832"/>
                      <a:pt x="3822" y="3802"/>
                      <a:pt x="3832" y="3762"/>
                    </a:cubicBezTo>
                    <a:lnTo>
                      <a:pt x="3912" y="3451"/>
                    </a:lnTo>
                    <a:cubicBezTo>
                      <a:pt x="3922" y="3391"/>
                      <a:pt x="3972" y="3361"/>
                      <a:pt x="4023" y="336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3" name="Google Shape;2453;p49"/>
              <p:cNvSpPr/>
              <p:nvPr/>
            </p:nvSpPr>
            <p:spPr>
              <a:xfrm>
                <a:off x="1184796" y="2076356"/>
                <a:ext cx="8266681" cy="1158836"/>
              </a:xfrm>
              <a:custGeom>
                <a:avLst/>
                <a:gdLst/>
                <a:ahLst/>
                <a:cxnLst/>
                <a:rect l="l" t="t" r="r" b="b"/>
                <a:pathLst>
                  <a:path w="55429" h="7785" extrusionOk="0">
                    <a:moveTo>
                      <a:pt x="55429" y="2448"/>
                    </a:moveTo>
                    <a:lnTo>
                      <a:pt x="50574" y="7664"/>
                    </a:lnTo>
                    <a:cubicBezTo>
                      <a:pt x="50524" y="7714"/>
                      <a:pt x="50474" y="7754"/>
                      <a:pt x="50414" y="7784"/>
                    </a:cubicBezTo>
                    <a:lnTo>
                      <a:pt x="8386" y="7694"/>
                    </a:lnTo>
                    <a:lnTo>
                      <a:pt x="8055" y="6962"/>
                    </a:lnTo>
                    <a:lnTo>
                      <a:pt x="2648" y="6681"/>
                    </a:lnTo>
                    <a:lnTo>
                      <a:pt x="2698" y="5076"/>
                    </a:lnTo>
                    <a:lnTo>
                      <a:pt x="1715" y="5006"/>
                    </a:lnTo>
                    <a:cubicBezTo>
                      <a:pt x="0" y="1796"/>
                      <a:pt x="2809" y="7052"/>
                      <a:pt x="1134" y="3913"/>
                    </a:cubicBezTo>
                    <a:lnTo>
                      <a:pt x="3571" y="3913"/>
                    </a:lnTo>
                    <a:cubicBezTo>
                      <a:pt x="3621" y="3913"/>
                      <a:pt x="3671" y="3873"/>
                      <a:pt x="3681" y="3822"/>
                    </a:cubicBezTo>
                    <a:lnTo>
                      <a:pt x="3752" y="3501"/>
                    </a:lnTo>
                    <a:cubicBezTo>
                      <a:pt x="3772" y="3431"/>
                      <a:pt x="3722" y="3361"/>
                      <a:pt x="3641" y="3361"/>
                    </a:cubicBezTo>
                    <a:lnTo>
                      <a:pt x="843" y="3361"/>
                    </a:lnTo>
                    <a:lnTo>
                      <a:pt x="742" y="3191"/>
                    </a:lnTo>
                    <a:lnTo>
                      <a:pt x="13882" y="3221"/>
                    </a:lnTo>
                    <a:lnTo>
                      <a:pt x="14625" y="603"/>
                    </a:lnTo>
                    <a:lnTo>
                      <a:pt x="15969" y="603"/>
                    </a:lnTo>
                    <a:cubicBezTo>
                      <a:pt x="15999" y="603"/>
                      <a:pt x="16029" y="593"/>
                      <a:pt x="16049" y="573"/>
                    </a:cubicBezTo>
                    <a:cubicBezTo>
                      <a:pt x="16069" y="542"/>
                      <a:pt x="16079" y="512"/>
                      <a:pt x="16079" y="482"/>
                    </a:cubicBezTo>
                    <a:lnTo>
                      <a:pt x="16099" y="1"/>
                    </a:lnTo>
                    <a:lnTo>
                      <a:pt x="18446" y="1"/>
                    </a:lnTo>
                    <a:lnTo>
                      <a:pt x="18446" y="422"/>
                    </a:lnTo>
                    <a:cubicBezTo>
                      <a:pt x="18446" y="482"/>
                      <a:pt x="18497" y="542"/>
                      <a:pt x="18557" y="542"/>
                    </a:cubicBezTo>
                    <a:lnTo>
                      <a:pt x="35197" y="583"/>
                    </a:lnTo>
                    <a:lnTo>
                      <a:pt x="40825" y="2699"/>
                    </a:lnTo>
                    <a:lnTo>
                      <a:pt x="55429" y="2448"/>
                    </a:lnTo>
                    <a:close/>
                    <a:moveTo>
                      <a:pt x="6921" y="3341"/>
                    </a:moveTo>
                    <a:lnTo>
                      <a:pt x="9459" y="3341"/>
                    </a:lnTo>
                    <a:cubicBezTo>
                      <a:pt x="9569" y="3341"/>
                      <a:pt x="9660" y="3451"/>
                      <a:pt x="9630" y="3552"/>
                    </a:cubicBezTo>
                    <a:lnTo>
                      <a:pt x="9439" y="4304"/>
                    </a:lnTo>
                    <a:cubicBezTo>
                      <a:pt x="9419" y="4384"/>
                      <a:pt x="9349" y="4434"/>
                      <a:pt x="9268" y="4434"/>
                    </a:cubicBezTo>
                    <a:lnTo>
                      <a:pt x="6731" y="4434"/>
                    </a:lnTo>
                    <a:cubicBezTo>
                      <a:pt x="6620" y="4434"/>
                      <a:pt x="6540" y="4324"/>
                      <a:pt x="6570" y="4224"/>
                    </a:cubicBezTo>
                    <a:lnTo>
                      <a:pt x="6761" y="3471"/>
                    </a:lnTo>
                    <a:cubicBezTo>
                      <a:pt x="6781" y="3391"/>
                      <a:pt x="6841" y="3341"/>
                      <a:pt x="6921" y="3341"/>
                    </a:cubicBezTo>
                    <a:close/>
                    <a:moveTo>
                      <a:pt x="4364" y="3361"/>
                    </a:moveTo>
                    <a:lnTo>
                      <a:pt x="6149" y="3361"/>
                    </a:lnTo>
                    <a:cubicBezTo>
                      <a:pt x="6179" y="3361"/>
                      <a:pt x="6209" y="3371"/>
                      <a:pt x="6239" y="3401"/>
                    </a:cubicBezTo>
                    <a:cubicBezTo>
                      <a:pt x="6259" y="3431"/>
                      <a:pt x="6269" y="3461"/>
                      <a:pt x="6259" y="3501"/>
                    </a:cubicBezTo>
                    <a:lnTo>
                      <a:pt x="6179" y="3822"/>
                    </a:lnTo>
                    <a:cubicBezTo>
                      <a:pt x="6169" y="3873"/>
                      <a:pt x="6129" y="3913"/>
                      <a:pt x="6069" y="3903"/>
                    </a:cubicBezTo>
                    <a:lnTo>
                      <a:pt x="4293" y="3903"/>
                    </a:lnTo>
                    <a:cubicBezTo>
                      <a:pt x="4253" y="3913"/>
                      <a:pt x="4223" y="3893"/>
                      <a:pt x="4203" y="3863"/>
                    </a:cubicBezTo>
                    <a:cubicBezTo>
                      <a:pt x="4173" y="3832"/>
                      <a:pt x="4163" y="3802"/>
                      <a:pt x="4173" y="3762"/>
                    </a:cubicBezTo>
                    <a:lnTo>
                      <a:pt x="4253" y="3451"/>
                    </a:lnTo>
                    <a:cubicBezTo>
                      <a:pt x="4263" y="3391"/>
                      <a:pt x="4313" y="3361"/>
                      <a:pt x="4364" y="336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4" name="Google Shape;2454;p49"/>
              <p:cNvSpPr/>
              <p:nvPr/>
            </p:nvSpPr>
            <p:spPr>
              <a:xfrm>
                <a:off x="6137911" y="2162990"/>
                <a:ext cx="1164038" cy="333137"/>
              </a:xfrm>
              <a:custGeom>
                <a:avLst/>
                <a:gdLst/>
                <a:ahLst/>
                <a:cxnLst/>
                <a:rect l="l" t="t" r="r" b="b"/>
                <a:pathLst>
                  <a:path w="7805" h="2238" extrusionOk="0">
                    <a:moveTo>
                      <a:pt x="0" y="1"/>
                    </a:moveTo>
                    <a:lnTo>
                      <a:pt x="1986" y="1"/>
                    </a:lnTo>
                    <a:lnTo>
                      <a:pt x="7614" y="2127"/>
                    </a:lnTo>
                    <a:lnTo>
                      <a:pt x="7804" y="2117"/>
                    </a:lnTo>
                    <a:lnTo>
                      <a:pt x="7764" y="2237"/>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5" name="Google Shape;2455;p49"/>
              <p:cNvSpPr/>
              <p:nvPr/>
            </p:nvSpPr>
            <p:spPr>
              <a:xfrm>
                <a:off x="1332893" y="2439265"/>
                <a:ext cx="8118585" cy="804859"/>
              </a:xfrm>
              <a:custGeom>
                <a:avLst/>
                <a:gdLst/>
                <a:ahLst/>
                <a:cxnLst/>
                <a:rect l="l" t="t" r="r" b="b"/>
                <a:pathLst>
                  <a:path w="54436" h="5407" extrusionOk="0">
                    <a:moveTo>
                      <a:pt x="54436" y="10"/>
                    </a:moveTo>
                    <a:lnTo>
                      <a:pt x="49581" y="5226"/>
                    </a:lnTo>
                    <a:cubicBezTo>
                      <a:pt x="49471" y="5346"/>
                      <a:pt x="49320" y="5407"/>
                      <a:pt x="49160" y="5407"/>
                    </a:cubicBezTo>
                    <a:lnTo>
                      <a:pt x="7032" y="5316"/>
                    </a:lnTo>
                    <a:lnTo>
                      <a:pt x="6701" y="4584"/>
                    </a:lnTo>
                    <a:lnTo>
                      <a:pt x="1284" y="4303"/>
                    </a:lnTo>
                    <a:lnTo>
                      <a:pt x="1334" y="2698"/>
                    </a:lnTo>
                    <a:lnTo>
                      <a:pt x="351" y="2628"/>
                    </a:lnTo>
                    <a:lnTo>
                      <a:pt x="0" y="2498"/>
                    </a:lnTo>
                    <a:lnTo>
                      <a:pt x="15959" y="2919"/>
                    </a:lnTo>
                    <a:lnTo>
                      <a:pt x="39691" y="1384"/>
                    </a:lnTo>
                    <a:lnTo>
                      <a:pt x="5443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6" name="Google Shape;2456;p49"/>
              <p:cNvSpPr/>
              <p:nvPr/>
            </p:nvSpPr>
            <p:spPr>
              <a:xfrm>
                <a:off x="1349298" y="2442242"/>
                <a:ext cx="8008072" cy="795928"/>
              </a:xfrm>
              <a:custGeom>
                <a:avLst/>
                <a:gdLst/>
                <a:ahLst/>
                <a:cxnLst/>
                <a:rect l="l" t="t" r="r" b="b"/>
                <a:pathLst>
                  <a:path w="53695" h="5347" extrusionOk="0">
                    <a:moveTo>
                      <a:pt x="31938" y="5347"/>
                    </a:moveTo>
                    <a:lnTo>
                      <a:pt x="6922" y="5296"/>
                    </a:lnTo>
                    <a:lnTo>
                      <a:pt x="6581" y="4564"/>
                    </a:lnTo>
                    <a:lnTo>
                      <a:pt x="1174" y="4283"/>
                    </a:lnTo>
                    <a:lnTo>
                      <a:pt x="1224" y="2678"/>
                    </a:lnTo>
                    <a:lnTo>
                      <a:pt x="241" y="2608"/>
                    </a:lnTo>
                    <a:lnTo>
                      <a:pt x="1" y="2157"/>
                    </a:lnTo>
                    <a:lnTo>
                      <a:pt x="15698" y="2177"/>
                    </a:lnTo>
                    <a:lnTo>
                      <a:pt x="39722" y="251"/>
                    </a:lnTo>
                    <a:lnTo>
                      <a:pt x="53694" y="0"/>
                    </a:lnTo>
                    <a:cubicBezTo>
                      <a:pt x="49220" y="2087"/>
                      <a:pt x="41467" y="4002"/>
                      <a:pt x="31938" y="5347"/>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7" name="Google Shape;2457;p49"/>
              <p:cNvSpPr/>
              <p:nvPr/>
            </p:nvSpPr>
            <p:spPr>
              <a:xfrm>
                <a:off x="1407612" y="2442242"/>
                <a:ext cx="7951250" cy="795928"/>
              </a:xfrm>
              <a:custGeom>
                <a:avLst/>
                <a:gdLst/>
                <a:ahLst/>
                <a:cxnLst/>
                <a:rect l="l" t="t" r="r" b="b"/>
                <a:pathLst>
                  <a:path w="53314" h="5347" extrusionOk="0">
                    <a:moveTo>
                      <a:pt x="31547" y="5347"/>
                    </a:moveTo>
                    <a:lnTo>
                      <a:pt x="6832" y="5296"/>
                    </a:lnTo>
                    <a:lnTo>
                      <a:pt x="6511" y="4584"/>
                    </a:lnTo>
                    <a:lnTo>
                      <a:pt x="1114" y="4183"/>
                    </a:lnTo>
                    <a:lnTo>
                      <a:pt x="1164" y="2578"/>
                    </a:lnTo>
                    <a:lnTo>
                      <a:pt x="181" y="2498"/>
                    </a:lnTo>
                    <a:lnTo>
                      <a:pt x="1" y="2157"/>
                    </a:lnTo>
                    <a:lnTo>
                      <a:pt x="15317" y="2177"/>
                    </a:lnTo>
                    <a:lnTo>
                      <a:pt x="39331" y="251"/>
                    </a:lnTo>
                    <a:lnTo>
                      <a:pt x="53313" y="0"/>
                    </a:lnTo>
                    <a:cubicBezTo>
                      <a:pt x="48829" y="2087"/>
                      <a:pt x="41086" y="4002"/>
                      <a:pt x="31557" y="5347"/>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8" name="Google Shape;2458;p49"/>
              <p:cNvSpPr/>
              <p:nvPr/>
            </p:nvSpPr>
            <p:spPr>
              <a:xfrm>
                <a:off x="1524389" y="2984223"/>
                <a:ext cx="7420013" cy="259901"/>
              </a:xfrm>
              <a:custGeom>
                <a:avLst/>
                <a:gdLst/>
                <a:ahLst/>
                <a:cxnLst/>
                <a:rect l="l" t="t" r="r" b="b"/>
                <a:pathLst>
                  <a:path w="49752" h="1746" extrusionOk="0">
                    <a:moveTo>
                      <a:pt x="49752" y="0"/>
                    </a:moveTo>
                    <a:lnTo>
                      <a:pt x="48297" y="1555"/>
                    </a:lnTo>
                    <a:cubicBezTo>
                      <a:pt x="48187" y="1675"/>
                      <a:pt x="48036" y="1746"/>
                      <a:pt x="47876" y="1746"/>
                    </a:cubicBezTo>
                    <a:lnTo>
                      <a:pt x="5748" y="1655"/>
                    </a:lnTo>
                    <a:lnTo>
                      <a:pt x="5417" y="913"/>
                    </a:lnTo>
                    <a:lnTo>
                      <a:pt x="0" y="642"/>
                    </a:lnTo>
                    <a:lnTo>
                      <a:pt x="2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9" name="Google Shape;2459;p49"/>
              <p:cNvSpPr/>
              <p:nvPr/>
            </p:nvSpPr>
            <p:spPr>
              <a:xfrm>
                <a:off x="1524389" y="2984223"/>
                <a:ext cx="6043749" cy="253947"/>
              </a:xfrm>
              <a:custGeom>
                <a:avLst/>
                <a:gdLst/>
                <a:ahLst/>
                <a:cxnLst/>
                <a:rect l="l" t="t" r="r" b="b"/>
                <a:pathLst>
                  <a:path w="40524" h="1706" extrusionOk="0">
                    <a:moveTo>
                      <a:pt x="30764" y="1706"/>
                    </a:moveTo>
                    <a:lnTo>
                      <a:pt x="5748" y="1655"/>
                    </a:lnTo>
                    <a:lnTo>
                      <a:pt x="5407" y="923"/>
                    </a:lnTo>
                    <a:lnTo>
                      <a:pt x="0" y="642"/>
                    </a:lnTo>
                    <a:lnTo>
                      <a:pt x="20" y="0"/>
                    </a:lnTo>
                    <a:lnTo>
                      <a:pt x="40524" y="0"/>
                    </a:lnTo>
                    <a:cubicBezTo>
                      <a:pt x="37565" y="632"/>
                      <a:pt x="34285" y="1214"/>
                      <a:pt x="30764" y="1706"/>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0" name="Google Shape;2460;p49"/>
              <p:cNvSpPr/>
              <p:nvPr/>
            </p:nvSpPr>
            <p:spPr>
              <a:xfrm>
                <a:off x="1573755" y="2984223"/>
                <a:ext cx="5995875" cy="253947"/>
              </a:xfrm>
              <a:custGeom>
                <a:avLst/>
                <a:gdLst/>
                <a:ahLst/>
                <a:cxnLst/>
                <a:rect l="l" t="t" r="r" b="b"/>
                <a:pathLst>
                  <a:path w="40203" h="1706" extrusionOk="0">
                    <a:moveTo>
                      <a:pt x="30433" y="1706"/>
                    </a:moveTo>
                    <a:lnTo>
                      <a:pt x="5718" y="1655"/>
                    </a:lnTo>
                    <a:lnTo>
                      <a:pt x="5397" y="943"/>
                    </a:lnTo>
                    <a:lnTo>
                      <a:pt x="0" y="542"/>
                    </a:lnTo>
                    <a:lnTo>
                      <a:pt x="20" y="0"/>
                    </a:lnTo>
                    <a:lnTo>
                      <a:pt x="40203" y="0"/>
                    </a:lnTo>
                    <a:cubicBezTo>
                      <a:pt x="37244" y="632"/>
                      <a:pt x="33964" y="1214"/>
                      <a:pt x="30443" y="1706"/>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1" name="Google Shape;2461;p49"/>
              <p:cNvSpPr/>
              <p:nvPr/>
            </p:nvSpPr>
            <p:spPr>
              <a:xfrm>
                <a:off x="1445046" y="2864692"/>
                <a:ext cx="85457" cy="204824"/>
              </a:xfrm>
              <a:custGeom>
                <a:avLst/>
                <a:gdLst/>
                <a:ahLst/>
                <a:cxnLst/>
                <a:rect l="l" t="t" r="r" b="b"/>
                <a:pathLst>
                  <a:path w="573" h="1376" extrusionOk="0">
                    <a:moveTo>
                      <a:pt x="392" y="1"/>
                    </a:moveTo>
                    <a:lnTo>
                      <a:pt x="572" y="1"/>
                    </a:lnTo>
                    <a:lnTo>
                      <a:pt x="532" y="1375"/>
                    </a:lnTo>
                    <a:lnTo>
                      <a:pt x="392" y="1375"/>
                    </a:lnTo>
                    <a:cubicBezTo>
                      <a:pt x="181" y="1375"/>
                      <a:pt x="1" y="1205"/>
                      <a:pt x="1" y="994"/>
                    </a:cubicBezTo>
                    <a:lnTo>
                      <a:pt x="1" y="382"/>
                    </a:lnTo>
                    <a:cubicBezTo>
                      <a:pt x="1" y="171"/>
                      <a:pt x="181" y="1"/>
                      <a:pt x="392"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2" name="Google Shape;2462;p49"/>
              <p:cNvSpPr/>
              <p:nvPr/>
            </p:nvSpPr>
            <p:spPr>
              <a:xfrm>
                <a:off x="1445046" y="2893124"/>
                <a:ext cx="70394" cy="176393"/>
              </a:xfrm>
              <a:custGeom>
                <a:avLst/>
                <a:gdLst/>
                <a:ahLst/>
                <a:cxnLst/>
                <a:rect l="l" t="t" r="r" b="b"/>
                <a:pathLst>
                  <a:path w="472" h="1185" extrusionOk="0">
                    <a:moveTo>
                      <a:pt x="472" y="1"/>
                    </a:moveTo>
                    <a:lnTo>
                      <a:pt x="442" y="1184"/>
                    </a:lnTo>
                    <a:lnTo>
                      <a:pt x="382" y="1184"/>
                    </a:lnTo>
                    <a:cubicBezTo>
                      <a:pt x="171" y="1184"/>
                      <a:pt x="1" y="1014"/>
                      <a:pt x="1" y="803"/>
                    </a:cubicBezTo>
                    <a:lnTo>
                      <a:pt x="1" y="392"/>
                    </a:lnTo>
                    <a:cubicBezTo>
                      <a:pt x="1" y="181"/>
                      <a:pt x="171" y="1"/>
                      <a:pt x="38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3" name="Google Shape;2463;p49"/>
              <p:cNvSpPr/>
              <p:nvPr/>
            </p:nvSpPr>
            <p:spPr>
              <a:xfrm>
                <a:off x="1445046" y="2984223"/>
                <a:ext cx="82474" cy="85294"/>
              </a:xfrm>
              <a:custGeom>
                <a:avLst/>
                <a:gdLst/>
                <a:ahLst/>
                <a:cxnLst/>
                <a:rect l="l" t="t" r="r" b="b"/>
                <a:pathLst>
                  <a:path w="553" h="573" extrusionOk="0">
                    <a:moveTo>
                      <a:pt x="552" y="0"/>
                    </a:moveTo>
                    <a:lnTo>
                      <a:pt x="532" y="572"/>
                    </a:lnTo>
                    <a:lnTo>
                      <a:pt x="392" y="572"/>
                    </a:lnTo>
                    <a:cubicBezTo>
                      <a:pt x="181" y="572"/>
                      <a:pt x="1" y="392"/>
                      <a:pt x="1" y="181"/>
                    </a:cubicBez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4" name="Google Shape;2464;p49"/>
              <p:cNvSpPr/>
              <p:nvPr/>
            </p:nvSpPr>
            <p:spPr>
              <a:xfrm>
                <a:off x="1445046" y="2984223"/>
                <a:ext cx="68903" cy="56863"/>
              </a:xfrm>
              <a:custGeom>
                <a:avLst/>
                <a:gdLst/>
                <a:ahLst/>
                <a:cxnLst/>
                <a:rect l="l" t="t" r="r" b="b"/>
                <a:pathLst>
                  <a:path w="462" h="382" extrusionOk="0">
                    <a:moveTo>
                      <a:pt x="1" y="201"/>
                    </a:moveTo>
                    <a:lnTo>
                      <a:pt x="1" y="0"/>
                    </a:lnTo>
                    <a:lnTo>
                      <a:pt x="462" y="0"/>
                    </a:lnTo>
                    <a:lnTo>
                      <a:pt x="452" y="382"/>
                    </a:lnTo>
                    <a:lnTo>
                      <a:pt x="311" y="382"/>
                    </a:lnTo>
                    <a:cubicBezTo>
                      <a:pt x="181" y="382"/>
                      <a:pt x="71" y="311"/>
                      <a:pt x="1" y="20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5" name="Google Shape;2465;p49"/>
              <p:cNvSpPr/>
              <p:nvPr/>
            </p:nvSpPr>
            <p:spPr>
              <a:xfrm>
                <a:off x="1421184" y="2897589"/>
                <a:ext cx="29977" cy="139031"/>
              </a:xfrm>
              <a:custGeom>
                <a:avLst/>
                <a:gdLst/>
                <a:ahLst/>
                <a:cxnLst/>
                <a:rect l="l" t="t" r="r" b="b"/>
                <a:pathLst>
                  <a:path w="201" h="934" extrusionOk="0">
                    <a:moveTo>
                      <a:pt x="0" y="1"/>
                    </a:moveTo>
                    <a:lnTo>
                      <a:pt x="201" y="1"/>
                    </a:lnTo>
                    <a:cubicBezTo>
                      <a:pt x="171" y="51"/>
                      <a:pt x="161" y="111"/>
                      <a:pt x="161" y="161"/>
                    </a:cubicBezTo>
                    <a:lnTo>
                      <a:pt x="161" y="773"/>
                    </a:lnTo>
                    <a:cubicBezTo>
                      <a:pt x="161" y="823"/>
                      <a:pt x="171" y="883"/>
                      <a:pt x="201" y="933"/>
                    </a:cubicBezTo>
                    <a:lnTo>
                      <a:pt x="0" y="93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6" name="Google Shape;2466;p49"/>
              <p:cNvSpPr/>
              <p:nvPr/>
            </p:nvSpPr>
            <p:spPr>
              <a:xfrm>
                <a:off x="1419692" y="2936440"/>
                <a:ext cx="22520" cy="100179"/>
              </a:xfrm>
              <a:custGeom>
                <a:avLst/>
                <a:gdLst/>
                <a:ahLst/>
                <a:cxnLst/>
                <a:rect l="l" t="t" r="r" b="b"/>
                <a:pathLst>
                  <a:path w="151" h="673" extrusionOk="0">
                    <a:moveTo>
                      <a:pt x="120" y="0"/>
                    </a:moveTo>
                    <a:lnTo>
                      <a:pt x="120" y="502"/>
                    </a:lnTo>
                    <a:cubicBezTo>
                      <a:pt x="120" y="562"/>
                      <a:pt x="130" y="612"/>
                      <a:pt x="150" y="672"/>
                    </a:cubicBezTo>
                    <a:lnTo>
                      <a:pt x="0" y="672"/>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7" name="Google Shape;2467;p49"/>
              <p:cNvSpPr/>
              <p:nvPr/>
            </p:nvSpPr>
            <p:spPr>
              <a:xfrm>
                <a:off x="1419692" y="2984223"/>
                <a:ext cx="31469" cy="52397"/>
              </a:xfrm>
              <a:custGeom>
                <a:avLst/>
                <a:gdLst/>
                <a:ahLst/>
                <a:cxnLst/>
                <a:rect l="l" t="t" r="r" b="b"/>
                <a:pathLst>
                  <a:path w="211" h="352" extrusionOk="0">
                    <a:moveTo>
                      <a:pt x="171" y="0"/>
                    </a:moveTo>
                    <a:lnTo>
                      <a:pt x="171" y="181"/>
                    </a:lnTo>
                    <a:cubicBezTo>
                      <a:pt x="171" y="241"/>
                      <a:pt x="181" y="291"/>
                      <a:pt x="211" y="351"/>
                    </a:cubicBezTo>
                    <a:lnTo>
                      <a:pt x="0" y="35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8" name="Google Shape;2468;p49"/>
              <p:cNvSpPr/>
              <p:nvPr/>
            </p:nvSpPr>
            <p:spPr>
              <a:xfrm>
                <a:off x="1421184" y="2984223"/>
                <a:ext cx="24012" cy="26943"/>
              </a:xfrm>
              <a:custGeom>
                <a:avLst/>
                <a:gdLst/>
                <a:ahLst/>
                <a:cxnLst/>
                <a:rect l="l" t="t" r="r" b="b"/>
                <a:pathLst>
                  <a:path w="161" h="181" extrusionOk="0">
                    <a:moveTo>
                      <a:pt x="161" y="0"/>
                    </a:moveTo>
                    <a:lnTo>
                      <a:pt x="161" y="181"/>
                    </a:lnTo>
                    <a:lnTo>
                      <a:pt x="0" y="181"/>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9" name="Google Shape;2469;p49"/>
              <p:cNvSpPr/>
              <p:nvPr/>
            </p:nvSpPr>
            <p:spPr>
              <a:xfrm>
                <a:off x="1602092" y="3084253"/>
                <a:ext cx="152719" cy="233107"/>
              </a:xfrm>
              <a:custGeom>
                <a:avLst/>
                <a:gdLst/>
                <a:ahLst/>
                <a:cxnLst/>
                <a:rect l="l" t="t" r="r" b="b"/>
                <a:pathLst>
                  <a:path w="1024" h="1566" extrusionOk="0">
                    <a:moveTo>
                      <a:pt x="1024" y="51"/>
                    </a:moveTo>
                    <a:lnTo>
                      <a:pt x="793" y="1565"/>
                    </a:lnTo>
                    <a:lnTo>
                      <a:pt x="1" y="1565"/>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0" name="Google Shape;2470;p49"/>
              <p:cNvSpPr/>
              <p:nvPr/>
            </p:nvSpPr>
            <p:spPr>
              <a:xfrm>
                <a:off x="1950634" y="3033494"/>
                <a:ext cx="173748" cy="73237"/>
              </a:xfrm>
              <a:custGeom>
                <a:avLst/>
                <a:gdLst/>
                <a:ahLst/>
                <a:cxnLst/>
                <a:rect l="l" t="t" r="r" b="b"/>
                <a:pathLst>
                  <a:path w="1165" h="492" extrusionOk="0">
                    <a:moveTo>
                      <a:pt x="392" y="0"/>
                    </a:moveTo>
                    <a:lnTo>
                      <a:pt x="1" y="462"/>
                    </a:lnTo>
                    <a:lnTo>
                      <a:pt x="583" y="492"/>
                    </a:lnTo>
                    <a:lnTo>
                      <a:pt x="1164"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1" name="Google Shape;2471;p49"/>
              <p:cNvSpPr/>
              <p:nvPr/>
            </p:nvSpPr>
            <p:spPr>
              <a:xfrm>
                <a:off x="3974773" y="2194398"/>
                <a:ext cx="131691" cy="156893"/>
              </a:xfrm>
              <a:custGeom>
                <a:avLst/>
                <a:gdLst/>
                <a:ahLst/>
                <a:cxnLst/>
                <a:rect l="l" t="t" r="r" b="b"/>
                <a:pathLst>
                  <a:path w="883" h="1054" extrusionOk="0">
                    <a:moveTo>
                      <a:pt x="90" y="0"/>
                    </a:moveTo>
                    <a:lnTo>
                      <a:pt x="793" y="0"/>
                    </a:lnTo>
                    <a:cubicBezTo>
                      <a:pt x="843" y="0"/>
                      <a:pt x="883" y="40"/>
                      <a:pt x="883" y="90"/>
                    </a:cubicBezTo>
                    <a:lnTo>
                      <a:pt x="883" y="963"/>
                    </a:lnTo>
                    <a:cubicBezTo>
                      <a:pt x="883" y="1013"/>
                      <a:pt x="843" y="1053"/>
                      <a:pt x="793" y="1053"/>
                    </a:cubicBezTo>
                    <a:lnTo>
                      <a:pt x="90" y="1053"/>
                    </a:lnTo>
                    <a:cubicBezTo>
                      <a:pt x="40" y="1053"/>
                      <a:pt x="0" y="1013"/>
                      <a:pt x="0" y="963"/>
                    </a:cubicBezTo>
                    <a:lnTo>
                      <a:pt x="0" y="90"/>
                    </a:lnTo>
                    <a:cubicBezTo>
                      <a:pt x="0" y="40"/>
                      <a:pt x="40" y="0"/>
                      <a:pt x="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2" name="Google Shape;2472;p49"/>
              <p:cNvSpPr/>
              <p:nvPr/>
            </p:nvSpPr>
            <p:spPr>
              <a:xfrm>
                <a:off x="4124361" y="2194398"/>
                <a:ext cx="131691" cy="156893"/>
              </a:xfrm>
              <a:custGeom>
                <a:avLst/>
                <a:gdLst/>
                <a:ahLst/>
                <a:cxnLst/>
                <a:rect l="l" t="t" r="r" b="b"/>
                <a:pathLst>
                  <a:path w="883" h="1054" extrusionOk="0">
                    <a:moveTo>
                      <a:pt x="91" y="0"/>
                    </a:moveTo>
                    <a:lnTo>
                      <a:pt x="793" y="0"/>
                    </a:lnTo>
                    <a:cubicBezTo>
                      <a:pt x="843" y="0"/>
                      <a:pt x="883" y="40"/>
                      <a:pt x="883" y="90"/>
                    </a:cubicBezTo>
                    <a:lnTo>
                      <a:pt x="883" y="963"/>
                    </a:lnTo>
                    <a:cubicBezTo>
                      <a:pt x="883" y="1013"/>
                      <a:pt x="843" y="1053"/>
                      <a:pt x="793" y="1053"/>
                    </a:cubicBezTo>
                    <a:lnTo>
                      <a:pt x="91" y="1053"/>
                    </a:lnTo>
                    <a:cubicBezTo>
                      <a:pt x="40" y="1053"/>
                      <a:pt x="0" y="1013"/>
                      <a:pt x="0" y="963"/>
                    </a:cubicBezTo>
                    <a:lnTo>
                      <a:pt x="0" y="90"/>
                    </a:lnTo>
                    <a:cubicBezTo>
                      <a:pt x="0" y="40"/>
                      <a:pt x="40"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3" name="Google Shape;2473;p49"/>
              <p:cNvSpPr/>
              <p:nvPr/>
            </p:nvSpPr>
            <p:spPr>
              <a:xfrm>
                <a:off x="4273949" y="2194398"/>
                <a:ext cx="131691" cy="156893"/>
              </a:xfrm>
              <a:custGeom>
                <a:avLst/>
                <a:gdLst/>
                <a:ahLst/>
                <a:cxnLst/>
                <a:rect l="l" t="t" r="r" b="b"/>
                <a:pathLst>
                  <a:path w="883" h="1054" extrusionOk="0">
                    <a:moveTo>
                      <a:pt x="91" y="0"/>
                    </a:moveTo>
                    <a:lnTo>
                      <a:pt x="793" y="0"/>
                    </a:lnTo>
                    <a:cubicBezTo>
                      <a:pt x="843" y="0"/>
                      <a:pt x="883" y="40"/>
                      <a:pt x="883" y="90"/>
                    </a:cubicBezTo>
                    <a:lnTo>
                      <a:pt x="883" y="963"/>
                    </a:lnTo>
                    <a:cubicBezTo>
                      <a:pt x="883" y="1013"/>
                      <a:pt x="843" y="1053"/>
                      <a:pt x="793" y="1053"/>
                    </a:cubicBezTo>
                    <a:lnTo>
                      <a:pt x="91" y="1053"/>
                    </a:lnTo>
                    <a:cubicBezTo>
                      <a:pt x="40" y="1053"/>
                      <a:pt x="0" y="1013"/>
                      <a:pt x="0" y="963"/>
                    </a:cubicBezTo>
                    <a:lnTo>
                      <a:pt x="0" y="90"/>
                    </a:lnTo>
                    <a:cubicBezTo>
                      <a:pt x="0" y="40"/>
                      <a:pt x="40"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4" name="Google Shape;2474;p49"/>
              <p:cNvSpPr/>
              <p:nvPr/>
            </p:nvSpPr>
            <p:spPr>
              <a:xfrm>
                <a:off x="4583565" y="2198864"/>
                <a:ext cx="236536" cy="121019"/>
              </a:xfrm>
              <a:custGeom>
                <a:avLst/>
                <a:gdLst/>
                <a:ahLst/>
                <a:cxnLst/>
                <a:rect l="l" t="t" r="r" b="b"/>
                <a:pathLst>
                  <a:path w="1586" h="813" extrusionOk="0">
                    <a:moveTo>
                      <a:pt x="81" y="0"/>
                    </a:moveTo>
                    <a:lnTo>
                      <a:pt x="1495" y="0"/>
                    </a:lnTo>
                    <a:cubicBezTo>
                      <a:pt x="1545" y="0"/>
                      <a:pt x="1585" y="40"/>
                      <a:pt x="1585" y="91"/>
                    </a:cubicBezTo>
                    <a:lnTo>
                      <a:pt x="1585" y="723"/>
                    </a:lnTo>
                    <a:cubicBezTo>
                      <a:pt x="1585" y="763"/>
                      <a:pt x="1545" y="813"/>
                      <a:pt x="1495" y="813"/>
                    </a:cubicBezTo>
                    <a:lnTo>
                      <a:pt x="91" y="813"/>
                    </a:lnTo>
                    <a:cubicBezTo>
                      <a:pt x="41" y="813"/>
                      <a:pt x="1" y="763"/>
                      <a:pt x="1" y="723"/>
                    </a:cubicBezTo>
                    <a:lnTo>
                      <a:pt x="1" y="91"/>
                    </a:lnTo>
                    <a:cubicBezTo>
                      <a:pt x="1" y="40"/>
                      <a:pt x="41" y="0"/>
                      <a:pt x="9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5" name="Google Shape;2475;p49"/>
              <p:cNvSpPr/>
              <p:nvPr/>
            </p:nvSpPr>
            <p:spPr>
              <a:xfrm>
                <a:off x="8079575" y="2364539"/>
                <a:ext cx="100520" cy="50908"/>
              </a:xfrm>
              <a:custGeom>
                <a:avLst/>
                <a:gdLst/>
                <a:ahLst/>
                <a:cxnLst/>
                <a:rect l="l" t="t" r="r" b="b"/>
                <a:pathLst>
                  <a:path w="674" h="342" extrusionOk="0">
                    <a:moveTo>
                      <a:pt x="1" y="1"/>
                    </a:moveTo>
                    <a:lnTo>
                      <a:pt x="673" y="1"/>
                    </a:lnTo>
                    <a:lnTo>
                      <a:pt x="673" y="342"/>
                    </a:lnTo>
                    <a:lnTo>
                      <a:pt x="192" y="342"/>
                    </a:lnTo>
                    <a:cubicBezTo>
                      <a:pt x="161" y="211"/>
                      <a:pt x="91" y="91"/>
                      <a:pt x="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6" name="Google Shape;2476;p49"/>
              <p:cNvSpPr/>
              <p:nvPr/>
            </p:nvSpPr>
            <p:spPr>
              <a:xfrm>
                <a:off x="8179946" y="2376448"/>
                <a:ext cx="296341" cy="27092"/>
              </a:xfrm>
              <a:custGeom>
                <a:avLst/>
                <a:gdLst/>
                <a:ahLst/>
                <a:cxnLst/>
                <a:rect l="l" t="t" r="r" b="b"/>
                <a:pathLst>
                  <a:path w="1987" h="182" extrusionOk="0">
                    <a:moveTo>
                      <a:pt x="0" y="1"/>
                    </a:moveTo>
                    <a:lnTo>
                      <a:pt x="1986" y="1"/>
                    </a:lnTo>
                    <a:lnTo>
                      <a:pt x="1986" y="181"/>
                    </a:lnTo>
                    <a:lnTo>
                      <a:pt x="0" y="18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7" name="Google Shape;2477;p49"/>
              <p:cNvSpPr/>
              <p:nvPr/>
            </p:nvSpPr>
            <p:spPr>
              <a:xfrm>
                <a:off x="5965802" y="1745005"/>
                <a:ext cx="311404" cy="346534"/>
              </a:xfrm>
              <a:custGeom>
                <a:avLst/>
                <a:gdLst/>
                <a:ahLst/>
                <a:cxnLst/>
                <a:rect l="l" t="t" r="r" b="b"/>
                <a:pathLst>
                  <a:path w="2088" h="2328" extrusionOk="0">
                    <a:moveTo>
                      <a:pt x="1" y="2327"/>
                    </a:moveTo>
                    <a:lnTo>
                      <a:pt x="1" y="1043"/>
                    </a:lnTo>
                    <a:cubicBezTo>
                      <a:pt x="1" y="471"/>
                      <a:pt x="472" y="0"/>
                      <a:pt x="1044" y="0"/>
                    </a:cubicBezTo>
                    <a:lnTo>
                      <a:pt x="1044" y="0"/>
                    </a:lnTo>
                    <a:cubicBezTo>
                      <a:pt x="1626" y="0"/>
                      <a:pt x="2087" y="471"/>
                      <a:pt x="2087" y="1043"/>
                    </a:cubicBezTo>
                    <a:lnTo>
                      <a:pt x="2087" y="2327"/>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8" name="Google Shape;2478;p49"/>
              <p:cNvSpPr/>
              <p:nvPr/>
            </p:nvSpPr>
            <p:spPr>
              <a:xfrm>
                <a:off x="6015168" y="1745005"/>
                <a:ext cx="262039" cy="316615"/>
              </a:xfrm>
              <a:custGeom>
                <a:avLst/>
                <a:gdLst/>
                <a:ahLst/>
                <a:cxnLst/>
                <a:rect l="l" t="t" r="r" b="b"/>
                <a:pathLst>
                  <a:path w="1757" h="2127" extrusionOk="0">
                    <a:moveTo>
                      <a:pt x="352" y="70"/>
                    </a:moveTo>
                    <a:cubicBezTo>
                      <a:pt x="462" y="20"/>
                      <a:pt x="593" y="0"/>
                      <a:pt x="713" y="0"/>
                    </a:cubicBezTo>
                    <a:lnTo>
                      <a:pt x="713" y="0"/>
                    </a:lnTo>
                    <a:cubicBezTo>
                      <a:pt x="1295" y="0"/>
                      <a:pt x="1756" y="471"/>
                      <a:pt x="1756" y="1043"/>
                    </a:cubicBezTo>
                    <a:lnTo>
                      <a:pt x="1756" y="2126"/>
                    </a:lnTo>
                    <a:lnTo>
                      <a:pt x="1" y="2126"/>
                    </a:lnTo>
                    <a:lnTo>
                      <a:pt x="1" y="843"/>
                    </a:lnTo>
                    <a:cubicBezTo>
                      <a:pt x="1" y="552"/>
                      <a:pt x="131" y="261"/>
                      <a:pt x="352" y="7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9" name="Google Shape;2479;p49"/>
              <p:cNvSpPr/>
              <p:nvPr/>
            </p:nvSpPr>
            <p:spPr>
              <a:xfrm>
                <a:off x="6040671" y="1756913"/>
                <a:ext cx="224456" cy="225515"/>
              </a:xfrm>
              <a:custGeom>
                <a:avLst/>
                <a:gdLst/>
                <a:ahLst/>
                <a:cxnLst/>
                <a:rect l="l" t="t" r="r" b="b"/>
                <a:pathLst>
                  <a:path w="1505" h="1515" extrusionOk="0">
                    <a:moveTo>
                      <a:pt x="271" y="60"/>
                    </a:moveTo>
                    <a:cubicBezTo>
                      <a:pt x="371" y="20"/>
                      <a:pt x="472" y="0"/>
                      <a:pt x="582" y="0"/>
                    </a:cubicBezTo>
                    <a:lnTo>
                      <a:pt x="582" y="0"/>
                    </a:lnTo>
                    <a:cubicBezTo>
                      <a:pt x="1094" y="0"/>
                      <a:pt x="1505" y="412"/>
                      <a:pt x="1505" y="923"/>
                    </a:cubicBezTo>
                    <a:lnTo>
                      <a:pt x="1505" y="1164"/>
                    </a:lnTo>
                    <a:cubicBezTo>
                      <a:pt x="783" y="1515"/>
                      <a:pt x="0" y="813"/>
                      <a:pt x="271" y="6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0" name="Google Shape;2480;p49"/>
              <p:cNvSpPr/>
              <p:nvPr/>
            </p:nvSpPr>
            <p:spPr>
              <a:xfrm>
                <a:off x="5965802" y="2043608"/>
                <a:ext cx="311404" cy="47931"/>
              </a:xfrm>
              <a:custGeom>
                <a:avLst/>
                <a:gdLst/>
                <a:ahLst/>
                <a:cxnLst/>
                <a:rect l="l" t="t" r="r" b="b"/>
                <a:pathLst>
                  <a:path w="2088" h="322" extrusionOk="0">
                    <a:moveTo>
                      <a:pt x="2087" y="321"/>
                    </a:moveTo>
                    <a:lnTo>
                      <a:pt x="2087" y="0"/>
                    </a:lnTo>
                    <a:lnTo>
                      <a:pt x="1" y="0"/>
                    </a:lnTo>
                    <a:lnTo>
                      <a:pt x="1" y="3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1" name="Google Shape;2481;p49"/>
              <p:cNvSpPr/>
              <p:nvPr/>
            </p:nvSpPr>
            <p:spPr>
              <a:xfrm>
                <a:off x="6051111" y="2049562"/>
                <a:ext cx="411477" cy="113576"/>
              </a:xfrm>
              <a:custGeom>
                <a:avLst/>
                <a:gdLst/>
                <a:ahLst/>
                <a:cxnLst/>
                <a:rect l="l" t="t" r="r" b="b"/>
                <a:pathLst>
                  <a:path w="2759" h="763" extrusionOk="0">
                    <a:moveTo>
                      <a:pt x="1" y="0"/>
                    </a:moveTo>
                    <a:lnTo>
                      <a:pt x="2759" y="0"/>
                    </a:lnTo>
                    <a:lnTo>
                      <a:pt x="2568" y="763"/>
                    </a:lnTo>
                    <a:lnTo>
                      <a:pt x="231" y="7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2" name="Google Shape;2482;p49"/>
              <p:cNvSpPr/>
              <p:nvPr/>
            </p:nvSpPr>
            <p:spPr>
              <a:xfrm>
                <a:off x="6139402" y="2049562"/>
                <a:ext cx="323186" cy="113576"/>
              </a:xfrm>
              <a:custGeom>
                <a:avLst/>
                <a:gdLst/>
                <a:ahLst/>
                <a:cxnLst/>
                <a:rect l="l" t="t" r="r" b="b"/>
                <a:pathLst>
                  <a:path w="2167" h="763" extrusionOk="0">
                    <a:moveTo>
                      <a:pt x="0" y="0"/>
                    </a:moveTo>
                    <a:lnTo>
                      <a:pt x="2167" y="0"/>
                    </a:lnTo>
                    <a:lnTo>
                      <a:pt x="1976" y="763"/>
                    </a:lnTo>
                    <a:lnTo>
                      <a:pt x="121" y="7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3" name="Google Shape;2483;p49"/>
              <p:cNvSpPr/>
              <p:nvPr/>
            </p:nvSpPr>
            <p:spPr>
              <a:xfrm>
                <a:off x="6257522" y="2049562"/>
                <a:ext cx="205068" cy="113576"/>
              </a:xfrm>
              <a:custGeom>
                <a:avLst/>
                <a:gdLst/>
                <a:ahLst/>
                <a:cxnLst/>
                <a:rect l="l" t="t" r="r" b="b"/>
                <a:pathLst>
                  <a:path w="1375" h="763" extrusionOk="0">
                    <a:moveTo>
                      <a:pt x="41" y="0"/>
                    </a:moveTo>
                    <a:lnTo>
                      <a:pt x="1375" y="0"/>
                    </a:lnTo>
                    <a:lnTo>
                      <a:pt x="1184" y="763"/>
                    </a:lnTo>
                    <a:lnTo>
                      <a:pt x="1" y="7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4" name="Google Shape;2484;p49"/>
              <p:cNvSpPr/>
              <p:nvPr/>
            </p:nvSpPr>
            <p:spPr>
              <a:xfrm>
                <a:off x="4012058" y="1895795"/>
                <a:ext cx="393580" cy="262878"/>
              </a:xfrm>
              <a:custGeom>
                <a:avLst/>
                <a:gdLst/>
                <a:ahLst/>
                <a:cxnLst/>
                <a:rect l="l" t="t" r="r" b="b"/>
                <a:pathLst>
                  <a:path w="2639" h="1766" extrusionOk="0">
                    <a:moveTo>
                      <a:pt x="362" y="0"/>
                    </a:moveTo>
                    <a:lnTo>
                      <a:pt x="2188" y="0"/>
                    </a:lnTo>
                    <a:lnTo>
                      <a:pt x="2639" y="1765"/>
                    </a:lnTo>
                    <a:lnTo>
                      <a:pt x="1" y="175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5" name="Google Shape;2485;p49"/>
              <p:cNvSpPr/>
              <p:nvPr/>
            </p:nvSpPr>
            <p:spPr>
              <a:xfrm>
                <a:off x="4112280" y="1895795"/>
                <a:ext cx="293358" cy="262878"/>
              </a:xfrm>
              <a:custGeom>
                <a:avLst/>
                <a:gdLst/>
                <a:ahLst/>
                <a:cxnLst/>
                <a:rect l="l" t="t" r="r" b="b"/>
                <a:pathLst>
                  <a:path w="1967" h="1766" extrusionOk="0">
                    <a:moveTo>
                      <a:pt x="131" y="0"/>
                    </a:moveTo>
                    <a:lnTo>
                      <a:pt x="1516" y="0"/>
                    </a:lnTo>
                    <a:lnTo>
                      <a:pt x="1967" y="1765"/>
                    </a:lnTo>
                    <a:lnTo>
                      <a:pt x="1" y="175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6" name="Google Shape;2486;p49"/>
              <p:cNvSpPr/>
              <p:nvPr/>
            </p:nvSpPr>
            <p:spPr>
              <a:xfrm>
                <a:off x="4112280" y="1895795"/>
                <a:ext cx="232062" cy="261389"/>
              </a:xfrm>
              <a:custGeom>
                <a:avLst/>
                <a:gdLst/>
                <a:ahLst/>
                <a:cxnLst/>
                <a:rect l="l" t="t" r="r" b="b"/>
                <a:pathLst>
                  <a:path w="1556" h="1756" extrusionOk="0">
                    <a:moveTo>
                      <a:pt x="131" y="0"/>
                    </a:moveTo>
                    <a:lnTo>
                      <a:pt x="1094" y="0"/>
                    </a:lnTo>
                    <a:lnTo>
                      <a:pt x="1556" y="1755"/>
                    </a:lnTo>
                    <a:lnTo>
                      <a:pt x="1" y="175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7" name="Google Shape;2487;p49"/>
              <p:cNvSpPr/>
              <p:nvPr/>
            </p:nvSpPr>
            <p:spPr>
              <a:xfrm>
                <a:off x="4072012" y="2018154"/>
                <a:ext cx="53989" cy="121168"/>
              </a:xfrm>
              <a:custGeom>
                <a:avLst/>
                <a:gdLst/>
                <a:ahLst/>
                <a:cxnLst/>
                <a:rect l="l" t="t" r="r" b="b"/>
                <a:pathLst>
                  <a:path w="362" h="814" extrusionOk="0">
                    <a:moveTo>
                      <a:pt x="80" y="1"/>
                    </a:moveTo>
                    <a:lnTo>
                      <a:pt x="281" y="1"/>
                    </a:lnTo>
                    <a:cubicBezTo>
                      <a:pt x="321" y="1"/>
                      <a:pt x="361" y="31"/>
                      <a:pt x="361" y="81"/>
                    </a:cubicBezTo>
                    <a:lnTo>
                      <a:pt x="361" y="733"/>
                    </a:lnTo>
                    <a:cubicBezTo>
                      <a:pt x="361" y="773"/>
                      <a:pt x="321" y="813"/>
                      <a:pt x="281" y="813"/>
                    </a:cubicBezTo>
                    <a:lnTo>
                      <a:pt x="80" y="813"/>
                    </a:lnTo>
                    <a:cubicBezTo>
                      <a:pt x="40" y="813"/>
                      <a:pt x="0" y="773"/>
                      <a:pt x="0" y="733"/>
                    </a:cubicBezTo>
                    <a:lnTo>
                      <a:pt x="0" y="81"/>
                    </a:lnTo>
                    <a:cubicBezTo>
                      <a:pt x="0" y="31"/>
                      <a:pt x="40" y="1"/>
                      <a:pt x="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8" name="Google Shape;2488;p49"/>
              <p:cNvSpPr/>
              <p:nvPr/>
            </p:nvSpPr>
            <p:spPr>
              <a:xfrm>
                <a:off x="4143749" y="2018154"/>
                <a:ext cx="53989" cy="121168"/>
              </a:xfrm>
              <a:custGeom>
                <a:avLst/>
                <a:gdLst/>
                <a:ahLst/>
                <a:cxnLst/>
                <a:rect l="l" t="t" r="r" b="b"/>
                <a:pathLst>
                  <a:path w="362" h="814" extrusionOk="0">
                    <a:moveTo>
                      <a:pt x="91" y="1"/>
                    </a:moveTo>
                    <a:lnTo>
                      <a:pt x="281" y="1"/>
                    </a:lnTo>
                    <a:cubicBezTo>
                      <a:pt x="332" y="1"/>
                      <a:pt x="362" y="31"/>
                      <a:pt x="362" y="81"/>
                    </a:cubicBezTo>
                    <a:lnTo>
                      <a:pt x="362" y="733"/>
                    </a:lnTo>
                    <a:cubicBezTo>
                      <a:pt x="362" y="773"/>
                      <a:pt x="332" y="813"/>
                      <a:pt x="281" y="813"/>
                    </a:cubicBezTo>
                    <a:lnTo>
                      <a:pt x="91" y="813"/>
                    </a:lnTo>
                    <a:cubicBezTo>
                      <a:pt x="41" y="813"/>
                      <a:pt x="1" y="773"/>
                      <a:pt x="1" y="733"/>
                    </a:cubicBezTo>
                    <a:lnTo>
                      <a:pt x="1" y="81"/>
                    </a:lnTo>
                    <a:cubicBezTo>
                      <a:pt x="1" y="31"/>
                      <a:pt x="41" y="1"/>
                      <a:pt x="9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9" name="Google Shape;2489;p49"/>
              <p:cNvSpPr/>
              <p:nvPr/>
            </p:nvSpPr>
            <p:spPr>
              <a:xfrm>
                <a:off x="4217126" y="2018154"/>
                <a:ext cx="53989" cy="121168"/>
              </a:xfrm>
              <a:custGeom>
                <a:avLst/>
                <a:gdLst/>
                <a:ahLst/>
                <a:cxnLst/>
                <a:rect l="l" t="t" r="r" b="b"/>
                <a:pathLst>
                  <a:path w="362" h="814" extrusionOk="0">
                    <a:moveTo>
                      <a:pt x="80" y="1"/>
                    </a:moveTo>
                    <a:lnTo>
                      <a:pt x="281" y="1"/>
                    </a:lnTo>
                    <a:cubicBezTo>
                      <a:pt x="321" y="1"/>
                      <a:pt x="361" y="31"/>
                      <a:pt x="361" y="81"/>
                    </a:cubicBezTo>
                    <a:lnTo>
                      <a:pt x="361" y="733"/>
                    </a:lnTo>
                    <a:cubicBezTo>
                      <a:pt x="361" y="773"/>
                      <a:pt x="321" y="813"/>
                      <a:pt x="281" y="813"/>
                    </a:cubicBezTo>
                    <a:lnTo>
                      <a:pt x="80" y="813"/>
                    </a:lnTo>
                    <a:cubicBezTo>
                      <a:pt x="30" y="813"/>
                      <a:pt x="0" y="773"/>
                      <a:pt x="0" y="733"/>
                    </a:cubicBezTo>
                    <a:lnTo>
                      <a:pt x="0" y="81"/>
                    </a:lnTo>
                    <a:cubicBezTo>
                      <a:pt x="0" y="31"/>
                      <a:pt x="40" y="1"/>
                      <a:pt x="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0" name="Google Shape;2490;p49"/>
              <p:cNvSpPr/>
              <p:nvPr/>
            </p:nvSpPr>
            <p:spPr>
              <a:xfrm>
                <a:off x="4288863" y="2016665"/>
                <a:ext cx="53989" cy="122657"/>
              </a:xfrm>
              <a:custGeom>
                <a:avLst/>
                <a:gdLst/>
                <a:ahLst/>
                <a:cxnLst/>
                <a:rect l="l" t="t" r="r" b="b"/>
                <a:pathLst>
                  <a:path w="362" h="824" extrusionOk="0">
                    <a:moveTo>
                      <a:pt x="91" y="11"/>
                    </a:moveTo>
                    <a:lnTo>
                      <a:pt x="281" y="11"/>
                    </a:lnTo>
                    <a:cubicBezTo>
                      <a:pt x="332" y="11"/>
                      <a:pt x="362" y="41"/>
                      <a:pt x="362" y="91"/>
                    </a:cubicBezTo>
                    <a:lnTo>
                      <a:pt x="362" y="743"/>
                    </a:lnTo>
                    <a:cubicBezTo>
                      <a:pt x="362" y="783"/>
                      <a:pt x="332" y="823"/>
                      <a:pt x="281" y="823"/>
                    </a:cubicBezTo>
                    <a:lnTo>
                      <a:pt x="91" y="823"/>
                    </a:lnTo>
                    <a:cubicBezTo>
                      <a:pt x="41" y="823"/>
                      <a:pt x="11" y="783"/>
                      <a:pt x="1" y="743"/>
                    </a:cubicBezTo>
                    <a:lnTo>
                      <a:pt x="1" y="91"/>
                    </a:lnTo>
                    <a:cubicBezTo>
                      <a:pt x="11" y="41"/>
                      <a:pt x="41" y="1"/>
                      <a:pt x="91" y="1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1" name="Google Shape;2491;p49"/>
              <p:cNvSpPr/>
              <p:nvPr/>
            </p:nvSpPr>
            <p:spPr>
              <a:xfrm>
                <a:off x="4549114" y="1850990"/>
                <a:ext cx="122891" cy="147962"/>
              </a:xfrm>
              <a:custGeom>
                <a:avLst/>
                <a:gdLst/>
                <a:ahLst/>
                <a:cxnLst/>
                <a:rect l="l" t="t" r="r" b="b"/>
                <a:pathLst>
                  <a:path w="824" h="994" extrusionOk="0">
                    <a:moveTo>
                      <a:pt x="412" y="0"/>
                    </a:moveTo>
                    <a:cubicBezTo>
                      <a:pt x="643" y="0"/>
                      <a:pt x="823" y="191"/>
                      <a:pt x="823" y="411"/>
                    </a:cubicBezTo>
                    <a:cubicBezTo>
                      <a:pt x="823" y="462"/>
                      <a:pt x="813" y="512"/>
                      <a:pt x="803" y="552"/>
                    </a:cubicBezTo>
                    <a:lnTo>
                      <a:pt x="723" y="993"/>
                    </a:lnTo>
                    <a:lnTo>
                      <a:pt x="91" y="993"/>
                    </a:lnTo>
                    <a:lnTo>
                      <a:pt x="21" y="542"/>
                    </a:lnTo>
                    <a:cubicBezTo>
                      <a:pt x="11" y="502"/>
                      <a:pt x="1" y="462"/>
                      <a:pt x="1" y="421"/>
                    </a:cubicBezTo>
                    <a:cubicBezTo>
                      <a:pt x="1" y="191"/>
                      <a:pt x="181" y="0"/>
                      <a:pt x="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2" name="Google Shape;2492;p49"/>
              <p:cNvSpPr/>
              <p:nvPr/>
            </p:nvSpPr>
            <p:spPr>
              <a:xfrm>
                <a:off x="4576108" y="1850990"/>
                <a:ext cx="95897" cy="140519"/>
              </a:xfrm>
              <a:custGeom>
                <a:avLst/>
                <a:gdLst/>
                <a:ahLst/>
                <a:cxnLst/>
                <a:rect l="l" t="t" r="r" b="b"/>
                <a:pathLst>
                  <a:path w="643" h="944" extrusionOk="0">
                    <a:moveTo>
                      <a:pt x="231" y="0"/>
                    </a:moveTo>
                    <a:cubicBezTo>
                      <a:pt x="462" y="0"/>
                      <a:pt x="642" y="191"/>
                      <a:pt x="642" y="411"/>
                    </a:cubicBezTo>
                    <a:cubicBezTo>
                      <a:pt x="642" y="462"/>
                      <a:pt x="632" y="512"/>
                      <a:pt x="622" y="552"/>
                    </a:cubicBezTo>
                    <a:lnTo>
                      <a:pt x="552" y="943"/>
                    </a:lnTo>
                    <a:lnTo>
                      <a:pt x="91" y="943"/>
                    </a:lnTo>
                    <a:lnTo>
                      <a:pt x="21" y="492"/>
                    </a:lnTo>
                    <a:cubicBezTo>
                      <a:pt x="10" y="452"/>
                      <a:pt x="0" y="411"/>
                      <a:pt x="0" y="361"/>
                    </a:cubicBezTo>
                    <a:cubicBezTo>
                      <a:pt x="0" y="221"/>
                      <a:pt x="81" y="80"/>
                      <a:pt x="211" y="1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3" name="Google Shape;2493;p49"/>
              <p:cNvSpPr/>
              <p:nvPr/>
            </p:nvSpPr>
            <p:spPr>
              <a:xfrm>
                <a:off x="3485591" y="1961440"/>
                <a:ext cx="24012" cy="36023"/>
              </a:xfrm>
              <a:custGeom>
                <a:avLst/>
                <a:gdLst/>
                <a:ahLst/>
                <a:cxnLst/>
                <a:rect l="l" t="t" r="r" b="b"/>
                <a:pathLst>
                  <a:path w="161" h="242" extrusionOk="0">
                    <a:moveTo>
                      <a:pt x="100" y="0"/>
                    </a:moveTo>
                    <a:lnTo>
                      <a:pt x="161" y="0"/>
                    </a:lnTo>
                    <a:lnTo>
                      <a:pt x="60" y="241"/>
                    </a:lnTo>
                    <a:lnTo>
                      <a:pt x="0" y="2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4" name="Google Shape;2494;p49"/>
              <p:cNvSpPr/>
              <p:nvPr/>
            </p:nvSpPr>
            <p:spPr>
              <a:xfrm>
                <a:off x="3512436" y="1959952"/>
                <a:ext cx="19686" cy="37511"/>
              </a:xfrm>
              <a:custGeom>
                <a:avLst/>
                <a:gdLst/>
                <a:ahLst/>
                <a:cxnLst/>
                <a:rect l="l" t="t" r="r" b="b"/>
                <a:pathLst>
                  <a:path w="132" h="252" extrusionOk="0">
                    <a:moveTo>
                      <a:pt x="61" y="0"/>
                    </a:moveTo>
                    <a:lnTo>
                      <a:pt x="131" y="0"/>
                    </a:lnTo>
                    <a:lnTo>
                      <a:pt x="71" y="251"/>
                    </a:lnTo>
                    <a:lnTo>
                      <a:pt x="1" y="251"/>
                    </a:lnTo>
                    <a:cubicBezTo>
                      <a:pt x="21" y="171"/>
                      <a:pt x="41" y="91"/>
                      <a:pt x="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5" name="Google Shape;2495;p49"/>
              <p:cNvSpPr/>
              <p:nvPr/>
            </p:nvSpPr>
            <p:spPr>
              <a:xfrm>
                <a:off x="3540922" y="1959952"/>
                <a:ext cx="12080" cy="37511"/>
              </a:xfrm>
              <a:custGeom>
                <a:avLst/>
                <a:gdLst/>
                <a:ahLst/>
                <a:cxnLst/>
                <a:rect l="l" t="t" r="r" b="b"/>
                <a:pathLst>
                  <a:path w="81" h="252" extrusionOk="0">
                    <a:moveTo>
                      <a:pt x="20" y="0"/>
                    </a:moveTo>
                    <a:lnTo>
                      <a:pt x="81" y="0"/>
                    </a:lnTo>
                    <a:cubicBezTo>
                      <a:pt x="81" y="91"/>
                      <a:pt x="71" y="171"/>
                      <a:pt x="61" y="251"/>
                    </a:cubicBezTo>
                    <a:lnTo>
                      <a:pt x="0" y="251"/>
                    </a:lnTo>
                    <a:cubicBezTo>
                      <a:pt x="0" y="171"/>
                      <a:pt x="10" y="91"/>
                      <a:pt x="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6" name="Google Shape;2496;p49"/>
              <p:cNvSpPr/>
              <p:nvPr/>
            </p:nvSpPr>
            <p:spPr>
              <a:xfrm>
                <a:off x="3564785" y="1959952"/>
                <a:ext cx="12229" cy="37511"/>
              </a:xfrm>
              <a:custGeom>
                <a:avLst/>
                <a:gdLst/>
                <a:ahLst/>
                <a:cxnLst/>
                <a:rect l="l" t="t" r="r" b="b"/>
                <a:pathLst>
                  <a:path w="82" h="252" extrusionOk="0">
                    <a:moveTo>
                      <a:pt x="1" y="0"/>
                    </a:moveTo>
                    <a:lnTo>
                      <a:pt x="61" y="0"/>
                    </a:lnTo>
                    <a:lnTo>
                      <a:pt x="81" y="251"/>
                    </a:lnTo>
                    <a:lnTo>
                      <a:pt x="21" y="251"/>
                    </a:lnTo>
                    <a:cubicBezTo>
                      <a:pt x="21" y="171"/>
                      <a:pt x="11" y="91"/>
                      <a:pt x="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7" name="Google Shape;2497;p49"/>
              <p:cNvSpPr/>
              <p:nvPr/>
            </p:nvSpPr>
            <p:spPr>
              <a:xfrm>
                <a:off x="3587305" y="1959952"/>
                <a:ext cx="18046" cy="37511"/>
              </a:xfrm>
              <a:custGeom>
                <a:avLst/>
                <a:gdLst/>
                <a:ahLst/>
                <a:cxnLst/>
                <a:rect l="l" t="t" r="r" b="b"/>
                <a:pathLst>
                  <a:path w="121" h="252" extrusionOk="0">
                    <a:moveTo>
                      <a:pt x="0" y="0"/>
                    </a:moveTo>
                    <a:lnTo>
                      <a:pt x="60" y="0"/>
                    </a:lnTo>
                    <a:lnTo>
                      <a:pt x="121" y="251"/>
                    </a:lnTo>
                    <a:lnTo>
                      <a:pt x="50" y="25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8" name="Google Shape;2498;p49"/>
              <p:cNvSpPr/>
              <p:nvPr/>
            </p:nvSpPr>
            <p:spPr>
              <a:xfrm>
                <a:off x="3608184" y="1961440"/>
                <a:ext cx="24161" cy="36023"/>
              </a:xfrm>
              <a:custGeom>
                <a:avLst/>
                <a:gdLst/>
                <a:ahLst/>
                <a:cxnLst/>
                <a:rect l="l" t="t" r="r" b="b"/>
                <a:pathLst>
                  <a:path w="162" h="242" extrusionOk="0">
                    <a:moveTo>
                      <a:pt x="1" y="0"/>
                    </a:moveTo>
                    <a:lnTo>
                      <a:pt x="61" y="0"/>
                    </a:lnTo>
                    <a:lnTo>
                      <a:pt x="161" y="241"/>
                    </a:lnTo>
                    <a:lnTo>
                      <a:pt x="101" y="2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9" name="Google Shape;2499;p49"/>
              <p:cNvSpPr/>
              <p:nvPr/>
            </p:nvSpPr>
            <p:spPr>
              <a:xfrm>
                <a:off x="3935847" y="2061471"/>
                <a:ext cx="1941952" cy="97202"/>
              </a:xfrm>
              <a:custGeom>
                <a:avLst/>
                <a:gdLst/>
                <a:ahLst/>
                <a:cxnLst/>
                <a:rect l="l" t="t" r="r" b="b"/>
                <a:pathLst>
                  <a:path w="13021" h="653" extrusionOk="0">
                    <a:moveTo>
                      <a:pt x="933" y="71"/>
                    </a:moveTo>
                    <a:lnTo>
                      <a:pt x="933" y="221"/>
                    </a:lnTo>
                    <a:lnTo>
                      <a:pt x="101" y="221"/>
                    </a:lnTo>
                    <a:lnTo>
                      <a:pt x="101" y="71"/>
                    </a:lnTo>
                    <a:close/>
                    <a:moveTo>
                      <a:pt x="1866" y="71"/>
                    </a:moveTo>
                    <a:lnTo>
                      <a:pt x="1866" y="221"/>
                    </a:lnTo>
                    <a:lnTo>
                      <a:pt x="1023" y="221"/>
                    </a:lnTo>
                    <a:lnTo>
                      <a:pt x="1023" y="71"/>
                    </a:lnTo>
                    <a:close/>
                    <a:moveTo>
                      <a:pt x="2789" y="71"/>
                    </a:moveTo>
                    <a:lnTo>
                      <a:pt x="2789" y="221"/>
                    </a:lnTo>
                    <a:lnTo>
                      <a:pt x="1956" y="221"/>
                    </a:lnTo>
                    <a:lnTo>
                      <a:pt x="1956" y="71"/>
                    </a:lnTo>
                    <a:close/>
                    <a:moveTo>
                      <a:pt x="3722" y="71"/>
                    </a:moveTo>
                    <a:lnTo>
                      <a:pt x="3722" y="221"/>
                    </a:lnTo>
                    <a:lnTo>
                      <a:pt x="2879" y="221"/>
                    </a:lnTo>
                    <a:lnTo>
                      <a:pt x="2879" y="71"/>
                    </a:lnTo>
                    <a:close/>
                    <a:moveTo>
                      <a:pt x="4645" y="71"/>
                    </a:moveTo>
                    <a:lnTo>
                      <a:pt x="4645" y="221"/>
                    </a:lnTo>
                    <a:lnTo>
                      <a:pt x="3812" y="221"/>
                    </a:lnTo>
                    <a:lnTo>
                      <a:pt x="3812" y="71"/>
                    </a:lnTo>
                    <a:close/>
                    <a:moveTo>
                      <a:pt x="5577" y="71"/>
                    </a:moveTo>
                    <a:lnTo>
                      <a:pt x="5577" y="221"/>
                    </a:lnTo>
                    <a:lnTo>
                      <a:pt x="4735" y="221"/>
                    </a:lnTo>
                    <a:lnTo>
                      <a:pt x="4735" y="71"/>
                    </a:lnTo>
                    <a:close/>
                    <a:moveTo>
                      <a:pt x="6510" y="71"/>
                    </a:moveTo>
                    <a:lnTo>
                      <a:pt x="6510" y="221"/>
                    </a:lnTo>
                    <a:lnTo>
                      <a:pt x="5668" y="221"/>
                    </a:lnTo>
                    <a:lnTo>
                      <a:pt x="5668" y="71"/>
                    </a:lnTo>
                    <a:close/>
                    <a:moveTo>
                      <a:pt x="7433" y="71"/>
                    </a:moveTo>
                    <a:lnTo>
                      <a:pt x="7433" y="221"/>
                    </a:lnTo>
                    <a:lnTo>
                      <a:pt x="6600" y="221"/>
                    </a:lnTo>
                    <a:lnTo>
                      <a:pt x="6590" y="71"/>
                    </a:lnTo>
                    <a:close/>
                    <a:moveTo>
                      <a:pt x="8366" y="71"/>
                    </a:moveTo>
                    <a:lnTo>
                      <a:pt x="8366" y="221"/>
                    </a:lnTo>
                    <a:lnTo>
                      <a:pt x="7523" y="221"/>
                    </a:lnTo>
                    <a:lnTo>
                      <a:pt x="7523" y="71"/>
                    </a:lnTo>
                    <a:close/>
                    <a:moveTo>
                      <a:pt x="9289" y="71"/>
                    </a:moveTo>
                    <a:lnTo>
                      <a:pt x="9289" y="221"/>
                    </a:lnTo>
                    <a:lnTo>
                      <a:pt x="8456" y="221"/>
                    </a:lnTo>
                    <a:lnTo>
                      <a:pt x="8456" y="71"/>
                    </a:lnTo>
                    <a:close/>
                    <a:moveTo>
                      <a:pt x="10222" y="71"/>
                    </a:moveTo>
                    <a:lnTo>
                      <a:pt x="10222" y="221"/>
                    </a:lnTo>
                    <a:lnTo>
                      <a:pt x="9379" y="221"/>
                    </a:lnTo>
                    <a:lnTo>
                      <a:pt x="9379" y="71"/>
                    </a:lnTo>
                    <a:close/>
                    <a:moveTo>
                      <a:pt x="11144" y="71"/>
                    </a:moveTo>
                    <a:lnTo>
                      <a:pt x="11144" y="221"/>
                    </a:lnTo>
                    <a:lnTo>
                      <a:pt x="10312" y="221"/>
                    </a:lnTo>
                    <a:lnTo>
                      <a:pt x="10312" y="71"/>
                    </a:lnTo>
                    <a:close/>
                    <a:moveTo>
                      <a:pt x="12077" y="71"/>
                    </a:moveTo>
                    <a:lnTo>
                      <a:pt x="12077" y="221"/>
                    </a:lnTo>
                    <a:lnTo>
                      <a:pt x="11235" y="221"/>
                    </a:lnTo>
                    <a:lnTo>
                      <a:pt x="11235" y="71"/>
                    </a:lnTo>
                    <a:close/>
                    <a:moveTo>
                      <a:pt x="12940" y="71"/>
                    </a:moveTo>
                    <a:lnTo>
                      <a:pt x="12940" y="221"/>
                    </a:lnTo>
                    <a:lnTo>
                      <a:pt x="12167" y="221"/>
                    </a:lnTo>
                    <a:lnTo>
                      <a:pt x="12167" y="71"/>
                    </a:lnTo>
                    <a:close/>
                    <a:moveTo>
                      <a:pt x="933" y="271"/>
                    </a:moveTo>
                    <a:lnTo>
                      <a:pt x="933" y="432"/>
                    </a:lnTo>
                    <a:lnTo>
                      <a:pt x="101" y="432"/>
                    </a:lnTo>
                    <a:lnTo>
                      <a:pt x="101" y="271"/>
                    </a:lnTo>
                    <a:close/>
                    <a:moveTo>
                      <a:pt x="1866" y="271"/>
                    </a:moveTo>
                    <a:lnTo>
                      <a:pt x="1866" y="432"/>
                    </a:lnTo>
                    <a:lnTo>
                      <a:pt x="1023" y="432"/>
                    </a:lnTo>
                    <a:lnTo>
                      <a:pt x="1023" y="271"/>
                    </a:lnTo>
                    <a:close/>
                    <a:moveTo>
                      <a:pt x="2789" y="271"/>
                    </a:moveTo>
                    <a:lnTo>
                      <a:pt x="2789" y="432"/>
                    </a:lnTo>
                    <a:lnTo>
                      <a:pt x="1956" y="432"/>
                    </a:lnTo>
                    <a:lnTo>
                      <a:pt x="1956" y="271"/>
                    </a:lnTo>
                    <a:close/>
                    <a:moveTo>
                      <a:pt x="3712" y="271"/>
                    </a:moveTo>
                    <a:lnTo>
                      <a:pt x="3712" y="432"/>
                    </a:lnTo>
                    <a:lnTo>
                      <a:pt x="2879" y="432"/>
                    </a:lnTo>
                    <a:lnTo>
                      <a:pt x="2879" y="271"/>
                    </a:lnTo>
                    <a:close/>
                    <a:moveTo>
                      <a:pt x="4645" y="271"/>
                    </a:moveTo>
                    <a:lnTo>
                      <a:pt x="4645" y="432"/>
                    </a:lnTo>
                    <a:lnTo>
                      <a:pt x="3802" y="432"/>
                    </a:lnTo>
                    <a:lnTo>
                      <a:pt x="3802" y="271"/>
                    </a:lnTo>
                    <a:close/>
                    <a:moveTo>
                      <a:pt x="5577" y="271"/>
                    </a:moveTo>
                    <a:lnTo>
                      <a:pt x="5577" y="432"/>
                    </a:lnTo>
                    <a:lnTo>
                      <a:pt x="4735" y="432"/>
                    </a:lnTo>
                    <a:lnTo>
                      <a:pt x="4735" y="271"/>
                    </a:lnTo>
                    <a:close/>
                    <a:moveTo>
                      <a:pt x="6500" y="271"/>
                    </a:moveTo>
                    <a:lnTo>
                      <a:pt x="6500" y="432"/>
                    </a:lnTo>
                    <a:lnTo>
                      <a:pt x="5668" y="432"/>
                    </a:lnTo>
                    <a:lnTo>
                      <a:pt x="5668" y="271"/>
                    </a:lnTo>
                    <a:close/>
                    <a:moveTo>
                      <a:pt x="7433" y="271"/>
                    </a:moveTo>
                    <a:lnTo>
                      <a:pt x="7433" y="432"/>
                    </a:lnTo>
                    <a:lnTo>
                      <a:pt x="6590" y="432"/>
                    </a:lnTo>
                    <a:lnTo>
                      <a:pt x="6590" y="271"/>
                    </a:lnTo>
                    <a:close/>
                    <a:moveTo>
                      <a:pt x="8356" y="271"/>
                    </a:moveTo>
                    <a:lnTo>
                      <a:pt x="8356" y="432"/>
                    </a:lnTo>
                    <a:lnTo>
                      <a:pt x="7523" y="432"/>
                    </a:lnTo>
                    <a:lnTo>
                      <a:pt x="7523" y="271"/>
                    </a:lnTo>
                    <a:close/>
                    <a:moveTo>
                      <a:pt x="9289" y="271"/>
                    </a:moveTo>
                    <a:lnTo>
                      <a:pt x="9289" y="432"/>
                    </a:lnTo>
                    <a:lnTo>
                      <a:pt x="8446" y="432"/>
                    </a:lnTo>
                    <a:lnTo>
                      <a:pt x="8446" y="271"/>
                    </a:lnTo>
                    <a:close/>
                    <a:moveTo>
                      <a:pt x="10211" y="271"/>
                    </a:moveTo>
                    <a:lnTo>
                      <a:pt x="10211" y="432"/>
                    </a:lnTo>
                    <a:lnTo>
                      <a:pt x="9379" y="432"/>
                    </a:lnTo>
                    <a:lnTo>
                      <a:pt x="9379" y="271"/>
                    </a:lnTo>
                    <a:close/>
                    <a:moveTo>
                      <a:pt x="11144" y="271"/>
                    </a:moveTo>
                    <a:lnTo>
                      <a:pt x="11144" y="432"/>
                    </a:lnTo>
                    <a:lnTo>
                      <a:pt x="10302" y="432"/>
                    </a:lnTo>
                    <a:lnTo>
                      <a:pt x="10302" y="271"/>
                    </a:lnTo>
                    <a:close/>
                    <a:moveTo>
                      <a:pt x="12077" y="271"/>
                    </a:moveTo>
                    <a:lnTo>
                      <a:pt x="12077" y="432"/>
                    </a:lnTo>
                    <a:lnTo>
                      <a:pt x="11235" y="432"/>
                    </a:lnTo>
                    <a:lnTo>
                      <a:pt x="11235" y="271"/>
                    </a:lnTo>
                    <a:close/>
                    <a:moveTo>
                      <a:pt x="12930" y="271"/>
                    </a:moveTo>
                    <a:lnTo>
                      <a:pt x="12930" y="432"/>
                    </a:lnTo>
                    <a:lnTo>
                      <a:pt x="12167" y="432"/>
                    </a:lnTo>
                    <a:lnTo>
                      <a:pt x="12167" y="271"/>
                    </a:lnTo>
                    <a:close/>
                    <a:moveTo>
                      <a:pt x="933" y="492"/>
                    </a:moveTo>
                    <a:lnTo>
                      <a:pt x="933" y="582"/>
                    </a:lnTo>
                    <a:lnTo>
                      <a:pt x="91" y="582"/>
                    </a:lnTo>
                    <a:lnTo>
                      <a:pt x="91" y="492"/>
                    </a:lnTo>
                    <a:close/>
                    <a:moveTo>
                      <a:pt x="1856" y="492"/>
                    </a:moveTo>
                    <a:lnTo>
                      <a:pt x="1856" y="582"/>
                    </a:lnTo>
                    <a:lnTo>
                      <a:pt x="1023" y="582"/>
                    </a:lnTo>
                    <a:lnTo>
                      <a:pt x="1023" y="492"/>
                    </a:lnTo>
                    <a:close/>
                    <a:moveTo>
                      <a:pt x="2789" y="492"/>
                    </a:moveTo>
                    <a:lnTo>
                      <a:pt x="2789" y="582"/>
                    </a:lnTo>
                    <a:lnTo>
                      <a:pt x="1946" y="582"/>
                    </a:lnTo>
                    <a:lnTo>
                      <a:pt x="1956" y="492"/>
                    </a:lnTo>
                    <a:close/>
                    <a:moveTo>
                      <a:pt x="3712" y="492"/>
                    </a:moveTo>
                    <a:lnTo>
                      <a:pt x="3712" y="582"/>
                    </a:lnTo>
                    <a:lnTo>
                      <a:pt x="2879" y="582"/>
                    </a:lnTo>
                    <a:lnTo>
                      <a:pt x="2879" y="492"/>
                    </a:lnTo>
                    <a:close/>
                    <a:moveTo>
                      <a:pt x="4645" y="492"/>
                    </a:moveTo>
                    <a:lnTo>
                      <a:pt x="4645" y="582"/>
                    </a:lnTo>
                    <a:lnTo>
                      <a:pt x="3802" y="582"/>
                    </a:lnTo>
                    <a:lnTo>
                      <a:pt x="3802" y="492"/>
                    </a:lnTo>
                    <a:close/>
                    <a:moveTo>
                      <a:pt x="5577" y="492"/>
                    </a:moveTo>
                    <a:lnTo>
                      <a:pt x="5577" y="582"/>
                    </a:lnTo>
                    <a:lnTo>
                      <a:pt x="4735" y="582"/>
                    </a:lnTo>
                    <a:lnTo>
                      <a:pt x="4735" y="492"/>
                    </a:lnTo>
                    <a:close/>
                    <a:moveTo>
                      <a:pt x="6500" y="492"/>
                    </a:moveTo>
                    <a:lnTo>
                      <a:pt x="6500" y="582"/>
                    </a:lnTo>
                    <a:lnTo>
                      <a:pt x="5668" y="582"/>
                    </a:lnTo>
                    <a:lnTo>
                      <a:pt x="5668" y="492"/>
                    </a:lnTo>
                    <a:close/>
                    <a:moveTo>
                      <a:pt x="7433" y="492"/>
                    </a:moveTo>
                    <a:lnTo>
                      <a:pt x="7433" y="582"/>
                    </a:lnTo>
                    <a:lnTo>
                      <a:pt x="6590" y="582"/>
                    </a:lnTo>
                    <a:lnTo>
                      <a:pt x="6590" y="492"/>
                    </a:lnTo>
                    <a:close/>
                    <a:moveTo>
                      <a:pt x="8356" y="492"/>
                    </a:moveTo>
                    <a:lnTo>
                      <a:pt x="8356" y="582"/>
                    </a:lnTo>
                    <a:lnTo>
                      <a:pt x="7523" y="582"/>
                    </a:lnTo>
                    <a:lnTo>
                      <a:pt x="7523" y="492"/>
                    </a:lnTo>
                    <a:close/>
                    <a:moveTo>
                      <a:pt x="9289" y="492"/>
                    </a:moveTo>
                    <a:lnTo>
                      <a:pt x="9289" y="582"/>
                    </a:lnTo>
                    <a:lnTo>
                      <a:pt x="8446" y="582"/>
                    </a:lnTo>
                    <a:lnTo>
                      <a:pt x="8446" y="492"/>
                    </a:lnTo>
                    <a:close/>
                    <a:moveTo>
                      <a:pt x="10211" y="492"/>
                    </a:moveTo>
                    <a:lnTo>
                      <a:pt x="10211" y="582"/>
                    </a:lnTo>
                    <a:lnTo>
                      <a:pt x="9379" y="582"/>
                    </a:lnTo>
                    <a:lnTo>
                      <a:pt x="9379" y="492"/>
                    </a:lnTo>
                    <a:close/>
                    <a:moveTo>
                      <a:pt x="11144" y="492"/>
                    </a:moveTo>
                    <a:lnTo>
                      <a:pt x="11144" y="582"/>
                    </a:lnTo>
                    <a:lnTo>
                      <a:pt x="10302" y="582"/>
                    </a:lnTo>
                    <a:lnTo>
                      <a:pt x="10302" y="492"/>
                    </a:lnTo>
                    <a:close/>
                    <a:moveTo>
                      <a:pt x="12077" y="492"/>
                    </a:moveTo>
                    <a:lnTo>
                      <a:pt x="12077" y="582"/>
                    </a:lnTo>
                    <a:lnTo>
                      <a:pt x="11235" y="582"/>
                    </a:lnTo>
                    <a:lnTo>
                      <a:pt x="11235" y="492"/>
                    </a:lnTo>
                    <a:close/>
                    <a:moveTo>
                      <a:pt x="12930" y="492"/>
                    </a:moveTo>
                    <a:lnTo>
                      <a:pt x="12930" y="582"/>
                    </a:lnTo>
                    <a:lnTo>
                      <a:pt x="12167" y="582"/>
                    </a:lnTo>
                    <a:lnTo>
                      <a:pt x="12167" y="492"/>
                    </a:lnTo>
                    <a:close/>
                    <a:moveTo>
                      <a:pt x="0" y="0"/>
                    </a:moveTo>
                    <a:lnTo>
                      <a:pt x="0" y="652"/>
                    </a:lnTo>
                    <a:lnTo>
                      <a:pt x="13020" y="652"/>
                    </a:lnTo>
                    <a:lnTo>
                      <a:pt x="13020" y="642"/>
                    </a:lnTo>
                    <a:lnTo>
                      <a:pt x="13020" y="592"/>
                    </a:lnTo>
                    <a:lnTo>
                      <a:pt x="13020" y="492"/>
                    </a:lnTo>
                    <a:lnTo>
                      <a:pt x="13020" y="432"/>
                    </a:lnTo>
                    <a:lnTo>
                      <a:pt x="13020" y="271"/>
                    </a:lnTo>
                    <a:lnTo>
                      <a:pt x="13020" y="221"/>
                    </a:lnTo>
                    <a:lnTo>
                      <a:pt x="13020" y="71"/>
                    </a:lnTo>
                    <a:lnTo>
                      <a:pt x="13020" y="11"/>
                    </a:lnTo>
                    <a:lnTo>
                      <a:pt x="12167" y="11"/>
                    </a:lnTo>
                    <a:lnTo>
                      <a:pt x="12167" y="0"/>
                    </a:lnTo>
                    <a:lnTo>
                      <a:pt x="12077" y="0"/>
                    </a:lnTo>
                    <a:lnTo>
                      <a:pt x="12077" y="11"/>
                    </a:lnTo>
                    <a:lnTo>
                      <a:pt x="11235" y="11"/>
                    </a:lnTo>
                    <a:lnTo>
                      <a:pt x="11235" y="0"/>
                    </a:lnTo>
                    <a:lnTo>
                      <a:pt x="11144" y="0"/>
                    </a:lnTo>
                    <a:lnTo>
                      <a:pt x="11144" y="11"/>
                    </a:lnTo>
                    <a:lnTo>
                      <a:pt x="10302" y="11"/>
                    </a:lnTo>
                    <a:lnTo>
                      <a:pt x="10302" y="0"/>
                    </a:lnTo>
                    <a:lnTo>
                      <a:pt x="10222" y="0"/>
                    </a:lnTo>
                    <a:lnTo>
                      <a:pt x="10222" y="11"/>
                    </a:lnTo>
                    <a:lnTo>
                      <a:pt x="9379" y="11"/>
                    </a:lnTo>
                    <a:lnTo>
                      <a:pt x="9379" y="0"/>
                    </a:lnTo>
                    <a:lnTo>
                      <a:pt x="9289" y="0"/>
                    </a:lnTo>
                    <a:lnTo>
                      <a:pt x="9289" y="11"/>
                    </a:lnTo>
                    <a:lnTo>
                      <a:pt x="8446" y="11"/>
                    </a:lnTo>
                    <a:lnTo>
                      <a:pt x="8446" y="0"/>
                    </a:lnTo>
                    <a:lnTo>
                      <a:pt x="8356" y="0"/>
                    </a:lnTo>
                    <a:lnTo>
                      <a:pt x="8356" y="11"/>
                    </a:lnTo>
                    <a:lnTo>
                      <a:pt x="7523" y="11"/>
                    </a:lnTo>
                    <a:lnTo>
                      <a:pt x="7523" y="0"/>
                    </a:lnTo>
                    <a:lnTo>
                      <a:pt x="7433" y="0"/>
                    </a:lnTo>
                    <a:lnTo>
                      <a:pt x="7433" y="11"/>
                    </a:lnTo>
                    <a:lnTo>
                      <a:pt x="6590" y="11"/>
                    </a:lnTo>
                    <a:lnTo>
                      <a:pt x="6590" y="0"/>
                    </a:lnTo>
                    <a:lnTo>
                      <a:pt x="6500" y="0"/>
                    </a:lnTo>
                    <a:lnTo>
                      <a:pt x="6500" y="11"/>
                    </a:lnTo>
                    <a:lnTo>
                      <a:pt x="5668" y="11"/>
                    </a:lnTo>
                    <a:lnTo>
                      <a:pt x="5668" y="0"/>
                    </a:lnTo>
                    <a:lnTo>
                      <a:pt x="5577" y="0"/>
                    </a:lnTo>
                    <a:lnTo>
                      <a:pt x="5577" y="11"/>
                    </a:lnTo>
                    <a:lnTo>
                      <a:pt x="4735" y="11"/>
                    </a:lnTo>
                    <a:lnTo>
                      <a:pt x="4735" y="0"/>
                    </a:lnTo>
                    <a:lnTo>
                      <a:pt x="4645" y="0"/>
                    </a:lnTo>
                    <a:lnTo>
                      <a:pt x="4645" y="11"/>
                    </a:lnTo>
                    <a:lnTo>
                      <a:pt x="3812" y="11"/>
                    </a:lnTo>
                    <a:lnTo>
                      <a:pt x="3812" y="0"/>
                    </a:lnTo>
                    <a:lnTo>
                      <a:pt x="3722" y="0"/>
                    </a:lnTo>
                    <a:lnTo>
                      <a:pt x="3722" y="11"/>
                    </a:lnTo>
                    <a:lnTo>
                      <a:pt x="2879" y="11"/>
                    </a:lnTo>
                    <a:lnTo>
                      <a:pt x="2879" y="0"/>
                    </a:lnTo>
                    <a:lnTo>
                      <a:pt x="2789" y="0"/>
                    </a:lnTo>
                    <a:lnTo>
                      <a:pt x="2789" y="11"/>
                    </a:lnTo>
                    <a:lnTo>
                      <a:pt x="1946" y="11"/>
                    </a:lnTo>
                    <a:lnTo>
                      <a:pt x="1946" y="0"/>
                    </a:lnTo>
                    <a:lnTo>
                      <a:pt x="1866" y="0"/>
                    </a:lnTo>
                    <a:lnTo>
                      <a:pt x="1866" y="11"/>
                    </a:lnTo>
                    <a:lnTo>
                      <a:pt x="1023" y="11"/>
                    </a:lnTo>
                    <a:lnTo>
                      <a:pt x="1023" y="0"/>
                    </a:lnTo>
                    <a:lnTo>
                      <a:pt x="933" y="0"/>
                    </a:lnTo>
                    <a:lnTo>
                      <a:pt x="933" y="11"/>
                    </a:lnTo>
                    <a:lnTo>
                      <a:pt x="91" y="11"/>
                    </a:lnTo>
                    <a:lnTo>
                      <a:pt x="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0" name="Google Shape;2500;p49"/>
              <p:cNvSpPr/>
              <p:nvPr/>
            </p:nvSpPr>
            <p:spPr>
              <a:xfrm>
                <a:off x="2332136" y="3121616"/>
                <a:ext cx="2209658" cy="113576"/>
              </a:xfrm>
              <a:custGeom>
                <a:avLst/>
                <a:gdLst/>
                <a:ahLst/>
                <a:cxnLst/>
                <a:rect l="l" t="t" r="r" b="b"/>
                <a:pathLst>
                  <a:path w="14816" h="763" extrusionOk="0">
                    <a:moveTo>
                      <a:pt x="14816" y="762"/>
                    </a:moveTo>
                    <a:lnTo>
                      <a:pt x="332" y="732"/>
                    </a:lnTo>
                    <a:lnTo>
                      <a:pt x="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1" name="Google Shape;2501;p49"/>
              <p:cNvSpPr/>
              <p:nvPr/>
            </p:nvSpPr>
            <p:spPr>
              <a:xfrm>
                <a:off x="2590895" y="3090208"/>
                <a:ext cx="250108" cy="140519"/>
              </a:xfrm>
              <a:custGeom>
                <a:avLst/>
                <a:gdLst/>
                <a:ahLst/>
                <a:cxnLst/>
                <a:rect l="l" t="t" r="r" b="b"/>
                <a:pathLst>
                  <a:path w="1677" h="944" extrusionOk="0">
                    <a:moveTo>
                      <a:pt x="1" y="943"/>
                    </a:moveTo>
                    <a:lnTo>
                      <a:pt x="1566" y="31"/>
                    </a:lnTo>
                    <a:cubicBezTo>
                      <a:pt x="1596" y="1"/>
                      <a:pt x="1636" y="11"/>
                      <a:pt x="1666" y="51"/>
                    </a:cubicBezTo>
                    <a:lnTo>
                      <a:pt x="1666" y="51"/>
                    </a:lnTo>
                    <a:cubicBezTo>
                      <a:pt x="1676" y="81"/>
                      <a:pt x="1666" y="121"/>
                      <a:pt x="1636" y="141"/>
                    </a:cubicBezTo>
                    <a:lnTo>
                      <a:pt x="262" y="94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2" name="Google Shape;2502;p49"/>
              <p:cNvSpPr/>
              <p:nvPr/>
            </p:nvSpPr>
            <p:spPr>
              <a:xfrm>
                <a:off x="1893811" y="3151387"/>
                <a:ext cx="260398" cy="61477"/>
              </a:xfrm>
              <a:custGeom>
                <a:avLst/>
                <a:gdLst/>
                <a:ahLst/>
                <a:cxnLst/>
                <a:rect l="l" t="t" r="r" b="b"/>
                <a:pathLst>
                  <a:path w="1746" h="413" extrusionOk="0">
                    <a:moveTo>
                      <a:pt x="1" y="171"/>
                    </a:moveTo>
                    <a:lnTo>
                      <a:pt x="1726" y="1"/>
                    </a:lnTo>
                    <a:lnTo>
                      <a:pt x="1746" y="242"/>
                    </a:lnTo>
                    <a:lnTo>
                      <a:pt x="31" y="41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3" name="Google Shape;2503;p49"/>
              <p:cNvSpPr/>
              <p:nvPr/>
            </p:nvSpPr>
            <p:spPr>
              <a:xfrm>
                <a:off x="9355772" y="2015177"/>
                <a:ext cx="12080" cy="425725"/>
              </a:xfrm>
              <a:custGeom>
                <a:avLst/>
                <a:gdLst/>
                <a:ahLst/>
                <a:cxnLst/>
                <a:rect l="l" t="t" r="r" b="b"/>
                <a:pathLst>
                  <a:path w="81" h="2860" extrusionOk="0">
                    <a:moveTo>
                      <a:pt x="0" y="1"/>
                    </a:moveTo>
                    <a:lnTo>
                      <a:pt x="80" y="1"/>
                    </a:lnTo>
                    <a:lnTo>
                      <a:pt x="80" y="2859"/>
                    </a:lnTo>
                    <a:lnTo>
                      <a:pt x="0" y="285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4" name="Google Shape;2504;p49"/>
              <p:cNvSpPr/>
              <p:nvPr/>
            </p:nvSpPr>
            <p:spPr>
              <a:xfrm>
                <a:off x="5077221" y="1485104"/>
                <a:ext cx="383141" cy="95714"/>
              </a:xfrm>
              <a:custGeom>
                <a:avLst/>
                <a:gdLst/>
                <a:ahLst/>
                <a:cxnLst/>
                <a:rect l="l" t="t" r="r" b="b"/>
                <a:pathLst>
                  <a:path w="2569" h="643" extrusionOk="0">
                    <a:moveTo>
                      <a:pt x="823" y="71"/>
                    </a:moveTo>
                    <a:lnTo>
                      <a:pt x="823" y="211"/>
                    </a:lnTo>
                    <a:lnTo>
                      <a:pt x="91" y="211"/>
                    </a:lnTo>
                    <a:lnTo>
                      <a:pt x="81" y="71"/>
                    </a:lnTo>
                    <a:close/>
                    <a:moveTo>
                      <a:pt x="1646" y="71"/>
                    </a:moveTo>
                    <a:lnTo>
                      <a:pt x="1646" y="211"/>
                    </a:lnTo>
                    <a:lnTo>
                      <a:pt x="913" y="211"/>
                    </a:lnTo>
                    <a:lnTo>
                      <a:pt x="913" y="71"/>
                    </a:lnTo>
                    <a:close/>
                    <a:moveTo>
                      <a:pt x="2478" y="71"/>
                    </a:moveTo>
                    <a:lnTo>
                      <a:pt x="2478" y="211"/>
                    </a:lnTo>
                    <a:lnTo>
                      <a:pt x="1736" y="211"/>
                    </a:lnTo>
                    <a:lnTo>
                      <a:pt x="1736" y="71"/>
                    </a:lnTo>
                    <a:close/>
                    <a:moveTo>
                      <a:pt x="823" y="272"/>
                    </a:moveTo>
                    <a:lnTo>
                      <a:pt x="823" y="432"/>
                    </a:lnTo>
                    <a:lnTo>
                      <a:pt x="91" y="432"/>
                    </a:lnTo>
                    <a:lnTo>
                      <a:pt x="81" y="272"/>
                    </a:lnTo>
                    <a:close/>
                    <a:moveTo>
                      <a:pt x="1646" y="272"/>
                    </a:moveTo>
                    <a:lnTo>
                      <a:pt x="1646" y="432"/>
                    </a:lnTo>
                    <a:lnTo>
                      <a:pt x="913" y="432"/>
                    </a:lnTo>
                    <a:lnTo>
                      <a:pt x="913" y="272"/>
                    </a:lnTo>
                    <a:close/>
                    <a:moveTo>
                      <a:pt x="2478" y="272"/>
                    </a:moveTo>
                    <a:lnTo>
                      <a:pt x="2478" y="432"/>
                    </a:lnTo>
                    <a:lnTo>
                      <a:pt x="1736" y="432"/>
                    </a:lnTo>
                    <a:lnTo>
                      <a:pt x="1736" y="272"/>
                    </a:lnTo>
                    <a:close/>
                    <a:moveTo>
                      <a:pt x="823" y="482"/>
                    </a:moveTo>
                    <a:lnTo>
                      <a:pt x="823" y="582"/>
                    </a:lnTo>
                    <a:lnTo>
                      <a:pt x="91" y="582"/>
                    </a:lnTo>
                    <a:lnTo>
                      <a:pt x="81" y="482"/>
                    </a:lnTo>
                    <a:close/>
                    <a:moveTo>
                      <a:pt x="1646" y="482"/>
                    </a:moveTo>
                    <a:lnTo>
                      <a:pt x="1646" y="582"/>
                    </a:lnTo>
                    <a:lnTo>
                      <a:pt x="913" y="582"/>
                    </a:lnTo>
                    <a:lnTo>
                      <a:pt x="913" y="482"/>
                    </a:lnTo>
                    <a:close/>
                    <a:moveTo>
                      <a:pt x="2478" y="482"/>
                    </a:moveTo>
                    <a:lnTo>
                      <a:pt x="2478" y="582"/>
                    </a:lnTo>
                    <a:lnTo>
                      <a:pt x="1736" y="582"/>
                    </a:lnTo>
                    <a:lnTo>
                      <a:pt x="1736" y="482"/>
                    </a:lnTo>
                    <a:close/>
                    <a:moveTo>
                      <a:pt x="1" y="1"/>
                    </a:moveTo>
                    <a:lnTo>
                      <a:pt x="1" y="643"/>
                    </a:lnTo>
                    <a:lnTo>
                      <a:pt x="2569" y="643"/>
                    </a:lnTo>
                    <a:lnTo>
                      <a:pt x="2558" y="1"/>
                    </a:lnTo>
                    <a:lnTo>
                      <a:pt x="2468" y="1"/>
                    </a:lnTo>
                    <a:lnTo>
                      <a:pt x="2468" y="11"/>
                    </a:lnTo>
                    <a:lnTo>
                      <a:pt x="1736" y="11"/>
                    </a:lnTo>
                    <a:lnTo>
                      <a:pt x="1736" y="1"/>
                    </a:lnTo>
                    <a:lnTo>
                      <a:pt x="1646" y="1"/>
                    </a:lnTo>
                    <a:lnTo>
                      <a:pt x="1646" y="11"/>
                    </a:lnTo>
                    <a:lnTo>
                      <a:pt x="913" y="11"/>
                    </a:lnTo>
                    <a:lnTo>
                      <a:pt x="913" y="1"/>
                    </a:lnTo>
                    <a:lnTo>
                      <a:pt x="823" y="1"/>
                    </a:lnTo>
                    <a:lnTo>
                      <a:pt x="823" y="11"/>
                    </a:lnTo>
                    <a:lnTo>
                      <a:pt x="91" y="11"/>
                    </a:lnTo>
                    <a:lnTo>
                      <a:pt x="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5" name="Google Shape;2505;p49"/>
              <p:cNvSpPr/>
              <p:nvPr/>
            </p:nvSpPr>
            <p:spPr>
              <a:xfrm>
                <a:off x="4704817" y="3126082"/>
                <a:ext cx="221473" cy="110599"/>
              </a:xfrm>
              <a:custGeom>
                <a:avLst/>
                <a:gdLst/>
                <a:ahLst/>
                <a:cxnLst/>
                <a:rect l="l" t="t" r="r" b="b"/>
                <a:pathLst>
                  <a:path w="1485" h="743" extrusionOk="0">
                    <a:moveTo>
                      <a:pt x="1485" y="0"/>
                    </a:moveTo>
                    <a:lnTo>
                      <a:pt x="973" y="743"/>
                    </a:lnTo>
                    <a:lnTo>
                      <a:pt x="0" y="732"/>
                    </a:lnTo>
                    <a:lnTo>
                      <a:pt x="35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6" name="Google Shape;2506;p49"/>
              <p:cNvSpPr/>
              <p:nvPr/>
            </p:nvSpPr>
            <p:spPr>
              <a:xfrm>
                <a:off x="6169230" y="2074868"/>
                <a:ext cx="70543" cy="71897"/>
              </a:xfrm>
              <a:custGeom>
                <a:avLst/>
                <a:gdLst/>
                <a:ahLst/>
                <a:cxnLst/>
                <a:rect l="l" t="t" r="r" b="b"/>
                <a:pathLst>
                  <a:path w="473" h="483" extrusionOk="0">
                    <a:moveTo>
                      <a:pt x="81" y="11"/>
                    </a:moveTo>
                    <a:lnTo>
                      <a:pt x="392" y="11"/>
                    </a:lnTo>
                    <a:cubicBezTo>
                      <a:pt x="432" y="11"/>
                      <a:pt x="472" y="41"/>
                      <a:pt x="472" y="81"/>
                    </a:cubicBezTo>
                    <a:lnTo>
                      <a:pt x="472" y="402"/>
                    </a:lnTo>
                    <a:cubicBezTo>
                      <a:pt x="472" y="452"/>
                      <a:pt x="432" y="482"/>
                      <a:pt x="392" y="482"/>
                    </a:cubicBezTo>
                    <a:lnTo>
                      <a:pt x="131" y="482"/>
                    </a:lnTo>
                    <a:cubicBezTo>
                      <a:pt x="91" y="482"/>
                      <a:pt x="51" y="452"/>
                      <a:pt x="51" y="402"/>
                    </a:cubicBezTo>
                    <a:lnTo>
                      <a:pt x="11" y="81"/>
                    </a:lnTo>
                    <a:cubicBezTo>
                      <a:pt x="1" y="41"/>
                      <a:pt x="41" y="1"/>
                      <a:pt x="81"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7" name="Google Shape;2507;p49"/>
              <p:cNvSpPr/>
              <p:nvPr/>
            </p:nvSpPr>
            <p:spPr>
              <a:xfrm>
                <a:off x="6281533" y="2074868"/>
                <a:ext cx="58463" cy="71897"/>
              </a:xfrm>
              <a:custGeom>
                <a:avLst/>
                <a:gdLst/>
                <a:ahLst/>
                <a:cxnLst/>
                <a:rect l="l" t="t" r="r" b="b"/>
                <a:pathLst>
                  <a:path w="392" h="483" extrusionOk="0">
                    <a:moveTo>
                      <a:pt x="101" y="11"/>
                    </a:moveTo>
                    <a:lnTo>
                      <a:pt x="301" y="11"/>
                    </a:lnTo>
                    <a:cubicBezTo>
                      <a:pt x="341" y="11"/>
                      <a:pt x="391" y="41"/>
                      <a:pt x="381" y="81"/>
                    </a:cubicBezTo>
                    <a:lnTo>
                      <a:pt x="341" y="402"/>
                    </a:lnTo>
                    <a:cubicBezTo>
                      <a:pt x="341" y="452"/>
                      <a:pt x="301" y="482"/>
                      <a:pt x="261" y="482"/>
                    </a:cubicBezTo>
                    <a:lnTo>
                      <a:pt x="81" y="482"/>
                    </a:lnTo>
                    <a:cubicBezTo>
                      <a:pt x="40" y="482"/>
                      <a:pt x="0" y="452"/>
                      <a:pt x="0" y="402"/>
                    </a:cubicBezTo>
                    <a:lnTo>
                      <a:pt x="10" y="81"/>
                    </a:lnTo>
                    <a:cubicBezTo>
                      <a:pt x="20" y="41"/>
                      <a:pt x="50" y="1"/>
                      <a:pt x="101"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8" name="Google Shape;2508;p49"/>
              <p:cNvSpPr/>
              <p:nvPr/>
            </p:nvSpPr>
            <p:spPr>
              <a:xfrm>
                <a:off x="6079597" y="2076356"/>
                <a:ext cx="55480" cy="70408"/>
              </a:xfrm>
              <a:custGeom>
                <a:avLst/>
                <a:gdLst/>
                <a:ahLst/>
                <a:cxnLst/>
                <a:rect l="l" t="t" r="r" b="b"/>
                <a:pathLst>
                  <a:path w="372" h="473" extrusionOk="0">
                    <a:moveTo>
                      <a:pt x="90" y="1"/>
                    </a:moveTo>
                    <a:lnTo>
                      <a:pt x="241" y="1"/>
                    </a:lnTo>
                    <a:cubicBezTo>
                      <a:pt x="281" y="1"/>
                      <a:pt x="311" y="31"/>
                      <a:pt x="321" y="71"/>
                    </a:cubicBezTo>
                    <a:lnTo>
                      <a:pt x="361" y="392"/>
                    </a:lnTo>
                    <a:cubicBezTo>
                      <a:pt x="371" y="442"/>
                      <a:pt x="331" y="472"/>
                      <a:pt x="291" y="472"/>
                    </a:cubicBezTo>
                    <a:lnTo>
                      <a:pt x="181" y="472"/>
                    </a:lnTo>
                    <a:cubicBezTo>
                      <a:pt x="141" y="472"/>
                      <a:pt x="121" y="432"/>
                      <a:pt x="110" y="392"/>
                    </a:cubicBezTo>
                    <a:lnTo>
                      <a:pt x="10" y="71"/>
                    </a:lnTo>
                    <a:cubicBezTo>
                      <a:pt x="0" y="31"/>
                      <a:pt x="50" y="1"/>
                      <a:pt x="9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9" name="Google Shape;2509;p49"/>
              <p:cNvSpPr/>
              <p:nvPr/>
            </p:nvSpPr>
            <p:spPr>
              <a:xfrm>
                <a:off x="6359236" y="2076356"/>
                <a:ext cx="63086" cy="70408"/>
              </a:xfrm>
              <a:custGeom>
                <a:avLst/>
                <a:gdLst/>
                <a:ahLst/>
                <a:cxnLst/>
                <a:rect l="l" t="t" r="r" b="b"/>
                <a:pathLst>
                  <a:path w="423" h="473" extrusionOk="0">
                    <a:moveTo>
                      <a:pt x="131" y="1"/>
                    </a:moveTo>
                    <a:lnTo>
                      <a:pt x="332" y="1"/>
                    </a:lnTo>
                    <a:cubicBezTo>
                      <a:pt x="382" y="1"/>
                      <a:pt x="422" y="31"/>
                      <a:pt x="412" y="71"/>
                    </a:cubicBezTo>
                    <a:lnTo>
                      <a:pt x="342" y="392"/>
                    </a:lnTo>
                    <a:cubicBezTo>
                      <a:pt x="342" y="442"/>
                      <a:pt x="302" y="472"/>
                      <a:pt x="252" y="472"/>
                    </a:cubicBezTo>
                    <a:lnTo>
                      <a:pt x="81" y="472"/>
                    </a:lnTo>
                    <a:cubicBezTo>
                      <a:pt x="31" y="472"/>
                      <a:pt x="1" y="442"/>
                      <a:pt x="1" y="392"/>
                    </a:cubicBezTo>
                    <a:lnTo>
                      <a:pt x="41" y="71"/>
                    </a:lnTo>
                    <a:cubicBezTo>
                      <a:pt x="51" y="31"/>
                      <a:pt x="81" y="1"/>
                      <a:pt x="13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0" name="Google Shape;2510;p49"/>
              <p:cNvSpPr/>
              <p:nvPr/>
            </p:nvSpPr>
            <p:spPr>
              <a:xfrm>
                <a:off x="6046636" y="2037654"/>
                <a:ext cx="422066" cy="12057"/>
              </a:xfrm>
              <a:custGeom>
                <a:avLst/>
                <a:gdLst/>
                <a:ahLst/>
                <a:cxnLst/>
                <a:rect l="l" t="t" r="r" b="b"/>
                <a:pathLst>
                  <a:path w="2830" h="81" extrusionOk="0">
                    <a:moveTo>
                      <a:pt x="0" y="0"/>
                    </a:moveTo>
                    <a:lnTo>
                      <a:pt x="2829" y="0"/>
                    </a:lnTo>
                    <a:lnTo>
                      <a:pt x="2829" y="80"/>
                    </a:lnTo>
                    <a:lnTo>
                      <a:pt x="0" y="8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1" name="Google Shape;2511;p49"/>
              <p:cNvSpPr/>
              <p:nvPr/>
            </p:nvSpPr>
            <p:spPr>
              <a:xfrm>
                <a:off x="6468556" y="1874806"/>
                <a:ext cx="7606" cy="174905"/>
              </a:xfrm>
              <a:custGeom>
                <a:avLst/>
                <a:gdLst/>
                <a:ahLst/>
                <a:cxnLst/>
                <a:rect l="l" t="t" r="r" b="b"/>
                <a:pathLst>
                  <a:path w="51" h="1175" extrusionOk="0">
                    <a:moveTo>
                      <a:pt x="0" y="1"/>
                    </a:moveTo>
                    <a:lnTo>
                      <a:pt x="50" y="1"/>
                    </a:lnTo>
                    <a:lnTo>
                      <a:pt x="50" y="1174"/>
                    </a:lnTo>
                    <a:lnTo>
                      <a:pt x="0" y="117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2" name="Google Shape;2512;p49"/>
              <p:cNvSpPr/>
              <p:nvPr/>
            </p:nvSpPr>
            <p:spPr>
              <a:xfrm>
                <a:off x="6534327" y="1864387"/>
                <a:ext cx="12080" cy="28580"/>
              </a:xfrm>
              <a:custGeom>
                <a:avLst/>
                <a:gdLst/>
                <a:ahLst/>
                <a:cxnLst/>
                <a:rect l="l" t="t" r="r" b="b"/>
                <a:pathLst>
                  <a:path w="81" h="192" extrusionOk="0">
                    <a:moveTo>
                      <a:pt x="81" y="0"/>
                    </a:moveTo>
                    <a:lnTo>
                      <a:pt x="0" y="0"/>
                    </a:lnTo>
                    <a:lnTo>
                      <a:pt x="0" y="191"/>
                    </a:lnTo>
                    <a:lnTo>
                      <a:pt x="81" y="19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3" name="Google Shape;2513;p49"/>
              <p:cNvSpPr/>
              <p:nvPr/>
            </p:nvSpPr>
            <p:spPr>
              <a:xfrm>
                <a:off x="6534327" y="2024108"/>
                <a:ext cx="12080" cy="27092"/>
              </a:xfrm>
              <a:custGeom>
                <a:avLst/>
                <a:gdLst/>
                <a:ahLst/>
                <a:cxnLst/>
                <a:rect l="l" t="t" r="r" b="b"/>
                <a:pathLst>
                  <a:path w="81" h="182" extrusionOk="0">
                    <a:moveTo>
                      <a:pt x="81" y="1"/>
                    </a:moveTo>
                    <a:lnTo>
                      <a:pt x="0" y="1"/>
                    </a:lnTo>
                    <a:lnTo>
                      <a:pt x="0" y="181"/>
                    </a:lnTo>
                    <a:lnTo>
                      <a:pt x="81" y="18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4" name="Google Shape;2514;p49"/>
              <p:cNvSpPr/>
              <p:nvPr/>
            </p:nvSpPr>
            <p:spPr>
              <a:xfrm>
                <a:off x="6468556" y="1874806"/>
                <a:ext cx="71885" cy="7592"/>
              </a:xfrm>
              <a:custGeom>
                <a:avLst/>
                <a:gdLst/>
                <a:ahLst/>
                <a:cxnLst/>
                <a:rect l="l" t="t" r="r" b="b"/>
                <a:pathLst>
                  <a:path w="482" h="51" extrusionOk="0">
                    <a:moveTo>
                      <a:pt x="0" y="1"/>
                    </a:moveTo>
                    <a:lnTo>
                      <a:pt x="482" y="1"/>
                    </a:lnTo>
                    <a:lnTo>
                      <a:pt x="482" y="51"/>
                    </a:lnTo>
                    <a:lnTo>
                      <a:pt x="0" y="5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5" name="Google Shape;2515;p49"/>
              <p:cNvSpPr/>
              <p:nvPr/>
            </p:nvSpPr>
            <p:spPr>
              <a:xfrm>
                <a:off x="6468556" y="2033039"/>
                <a:ext cx="71885" cy="9229"/>
              </a:xfrm>
              <a:custGeom>
                <a:avLst/>
                <a:gdLst/>
                <a:ahLst/>
                <a:cxnLst/>
                <a:rect l="l" t="t" r="r" b="b"/>
                <a:pathLst>
                  <a:path w="482" h="62" extrusionOk="0">
                    <a:moveTo>
                      <a:pt x="0" y="1"/>
                    </a:moveTo>
                    <a:lnTo>
                      <a:pt x="482" y="1"/>
                    </a:lnTo>
                    <a:lnTo>
                      <a:pt x="482" y="61"/>
                    </a:lnTo>
                    <a:lnTo>
                      <a:pt x="0" y="6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6" name="Google Shape;2516;p49"/>
              <p:cNvSpPr/>
              <p:nvPr/>
            </p:nvSpPr>
            <p:spPr>
              <a:xfrm>
                <a:off x="5654694" y="1600169"/>
                <a:ext cx="107828" cy="126973"/>
              </a:xfrm>
              <a:custGeom>
                <a:avLst/>
                <a:gdLst/>
                <a:ahLst/>
                <a:cxnLst/>
                <a:rect l="l" t="t" r="r" b="b"/>
                <a:pathLst>
                  <a:path w="723" h="853" extrusionOk="0">
                    <a:moveTo>
                      <a:pt x="61" y="130"/>
                    </a:moveTo>
                    <a:lnTo>
                      <a:pt x="311" y="30"/>
                    </a:lnTo>
                    <a:cubicBezTo>
                      <a:pt x="382" y="0"/>
                      <a:pt x="472" y="30"/>
                      <a:pt x="502" y="100"/>
                    </a:cubicBezTo>
                    <a:lnTo>
                      <a:pt x="693" y="542"/>
                    </a:lnTo>
                    <a:cubicBezTo>
                      <a:pt x="723" y="622"/>
                      <a:pt x="693" y="702"/>
                      <a:pt x="612" y="732"/>
                    </a:cubicBezTo>
                    <a:lnTo>
                      <a:pt x="362" y="843"/>
                    </a:lnTo>
                    <a:cubicBezTo>
                      <a:pt x="352" y="853"/>
                      <a:pt x="331" y="853"/>
                      <a:pt x="321" y="853"/>
                    </a:cubicBezTo>
                    <a:lnTo>
                      <a:pt x="0" y="181"/>
                    </a:lnTo>
                    <a:cubicBezTo>
                      <a:pt x="11" y="161"/>
                      <a:pt x="31" y="140"/>
                      <a:pt x="61" y="130"/>
                    </a:cubicBezTo>
                    <a:close/>
                    <a:moveTo>
                      <a:pt x="311" y="853"/>
                    </a:move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7" name="Google Shape;2517;p49"/>
              <p:cNvSpPr/>
              <p:nvPr/>
            </p:nvSpPr>
            <p:spPr>
              <a:xfrm>
                <a:off x="5659169" y="1621009"/>
                <a:ext cx="86949" cy="106134"/>
              </a:xfrm>
              <a:custGeom>
                <a:avLst/>
                <a:gdLst/>
                <a:ahLst/>
                <a:cxnLst/>
                <a:rect l="l" t="t" r="r" b="b"/>
                <a:pathLst>
                  <a:path w="583" h="713" extrusionOk="0">
                    <a:moveTo>
                      <a:pt x="582" y="592"/>
                    </a:moveTo>
                    <a:lnTo>
                      <a:pt x="582" y="592"/>
                    </a:lnTo>
                    <a:lnTo>
                      <a:pt x="332" y="703"/>
                    </a:lnTo>
                    <a:cubicBezTo>
                      <a:pt x="322" y="713"/>
                      <a:pt x="301" y="713"/>
                      <a:pt x="291" y="713"/>
                    </a:cubicBezTo>
                    <a:lnTo>
                      <a:pt x="1" y="121"/>
                    </a:lnTo>
                    <a:lnTo>
                      <a:pt x="181" y="41"/>
                    </a:lnTo>
                    <a:cubicBezTo>
                      <a:pt x="261" y="0"/>
                      <a:pt x="352" y="41"/>
                      <a:pt x="382" y="111"/>
                    </a:cubicBezTo>
                    <a:lnTo>
                      <a:pt x="572" y="552"/>
                    </a:lnTo>
                    <a:cubicBezTo>
                      <a:pt x="572" y="572"/>
                      <a:pt x="582" y="582"/>
                      <a:pt x="582" y="592"/>
                    </a:cubicBezTo>
                    <a:close/>
                    <a:moveTo>
                      <a:pt x="281" y="713"/>
                    </a:move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8" name="Google Shape;2518;p49"/>
              <p:cNvSpPr/>
              <p:nvPr/>
            </p:nvSpPr>
            <p:spPr>
              <a:xfrm>
                <a:off x="5608312" y="1626963"/>
                <a:ext cx="94406" cy="101668"/>
              </a:xfrm>
              <a:custGeom>
                <a:avLst/>
                <a:gdLst/>
                <a:ahLst/>
                <a:cxnLst/>
                <a:rect l="l" t="t" r="r" b="b"/>
                <a:pathLst>
                  <a:path w="633" h="683" extrusionOk="0">
                    <a:moveTo>
                      <a:pt x="311" y="1"/>
                    </a:moveTo>
                    <a:cubicBezTo>
                      <a:pt x="111" y="121"/>
                      <a:pt x="1" y="251"/>
                      <a:pt x="21" y="522"/>
                    </a:cubicBezTo>
                    <a:cubicBezTo>
                      <a:pt x="31" y="612"/>
                      <a:pt x="101" y="683"/>
                      <a:pt x="191" y="683"/>
                    </a:cubicBezTo>
                    <a:lnTo>
                      <a:pt x="632" y="683"/>
                    </a:lnTo>
                    <a:lnTo>
                      <a:pt x="311" y="1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9" name="Google Shape;2519;p49"/>
              <p:cNvSpPr/>
              <p:nvPr/>
            </p:nvSpPr>
            <p:spPr>
              <a:xfrm>
                <a:off x="5611294" y="1638871"/>
                <a:ext cx="91423" cy="89760"/>
              </a:xfrm>
              <a:custGeom>
                <a:avLst/>
                <a:gdLst/>
                <a:ahLst/>
                <a:cxnLst/>
                <a:rect l="l" t="t" r="r" b="b"/>
                <a:pathLst>
                  <a:path w="613" h="603" extrusionOk="0">
                    <a:moveTo>
                      <a:pt x="11" y="272"/>
                    </a:moveTo>
                    <a:cubicBezTo>
                      <a:pt x="1" y="332"/>
                      <a:pt x="1" y="382"/>
                      <a:pt x="11" y="442"/>
                    </a:cubicBezTo>
                    <a:cubicBezTo>
                      <a:pt x="11" y="532"/>
                      <a:pt x="91" y="603"/>
                      <a:pt x="181" y="603"/>
                    </a:cubicBezTo>
                    <a:lnTo>
                      <a:pt x="612" y="603"/>
                    </a:lnTo>
                    <a:lnTo>
                      <a:pt x="322" y="1"/>
                    </a:lnTo>
                    <a:cubicBezTo>
                      <a:pt x="201" y="71"/>
                      <a:pt x="91" y="161"/>
                      <a:pt x="11" y="28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0" name="Google Shape;2520;p49"/>
              <p:cNvSpPr/>
              <p:nvPr/>
            </p:nvSpPr>
            <p:spPr>
              <a:xfrm>
                <a:off x="5636798" y="1728482"/>
                <a:ext cx="56971" cy="21137"/>
              </a:xfrm>
              <a:custGeom>
                <a:avLst/>
                <a:gdLst/>
                <a:ahLst/>
                <a:cxnLst/>
                <a:rect l="l" t="t" r="r" b="b"/>
                <a:pathLst>
                  <a:path w="382" h="142" extrusionOk="0">
                    <a:moveTo>
                      <a:pt x="0" y="1"/>
                    </a:moveTo>
                    <a:lnTo>
                      <a:pt x="381" y="1"/>
                    </a:lnTo>
                    <a:lnTo>
                      <a:pt x="381" y="141"/>
                    </a:lnTo>
                    <a:lnTo>
                      <a:pt x="0" y="1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1" name="Google Shape;2521;p49"/>
              <p:cNvSpPr/>
              <p:nvPr/>
            </p:nvSpPr>
            <p:spPr>
              <a:xfrm>
                <a:off x="5609803" y="1764356"/>
                <a:ext cx="112302" cy="18011"/>
              </a:xfrm>
              <a:custGeom>
                <a:avLst/>
                <a:gdLst/>
                <a:ahLst/>
                <a:cxnLst/>
                <a:rect l="l" t="t" r="r" b="b"/>
                <a:pathLst>
                  <a:path w="753" h="121" extrusionOk="0">
                    <a:moveTo>
                      <a:pt x="1" y="0"/>
                    </a:moveTo>
                    <a:lnTo>
                      <a:pt x="753" y="0"/>
                    </a:lnTo>
                    <a:lnTo>
                      <a:pt x="753" y="121"/>
                    </a:lnTo>
                    <a:lnTo>
                      <a:pt x="1" y="1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2" name="Google Shape;2522;p49"/>
              <p:cNvSpPr/>
              <p:nvPr/>
            </p:nvSpPr>
            <p:spPr>
              <a:xfrm>
                <a:off x="5063799" y="1117879"/>
                <a:ext cx="7606" cy="174756"/>
              </a:xfrm>
              <a:custGeom>
                <a:avLst/>
                <a:gdLst/>
                <a:ahLst/>
                <a:cxnLst/>
                <a:rect l="l" t="t" r="r" b="b"/>
                <a:pathLst>
                  <a:path w="51" h="1174" extrusionOk="0">
                    <a:moveTo>
                      <a:pt x="0" y="0"/>
                    </a:moveTo>
                    <a:lnTo>
                      <a:pt x="51" y="0"/>
                    </a:lnTo>
                    <a:lnTo>
                      <a:pt x="51" y="1174"/>
                    </a:lnTo>
                    <a:lnTo>
                      <a:pt x="0" y="117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3" name="Google Shape;2523;p49"/>
              <p:cNvSpPr/>
              <p:nvPr/>
            </p:nvSpPr>
            <p:spPr>
              <a:xfrm>
                <a:off x="5054850" y="1005791"/>
                <a:ext cx="25503" cy="112237"/>
              </a:xfrm>
              <a:custGeom>
                <a:avLst/>
                <a:gdLst/>
                <a:ahLst/>
                <a:cxnLst/>
                <a:rect l="l" t="t" r="r" b="b"/>
                <a:pathLst>
                  <a:path w="171" h="754" extrusionOk="0">
                    <a:moveTo>
                      <a:pt x="91" y="1"/>
                    </a:moveTo>
                    <a:lnTo>
                      <a:pt x="91" y="1"/>
                    </a:lnTo>
                    <a:cubicBezTo>
                      <a:pt x="131" y="1"/>
                      <a:pt x="171" y="11"/>
                      <a:pt x="171" y="21"/>
                    </a:cubicBezTo>
                    <a:lnTo>
                      <a:pt x="171" y="733"/>
                    </a:lnTo>
                    <a:cubicBezTo>
                      <a:pt x="171" y="743"/>
                      <a:pt x="131" y="753"/>
                      <a:pt x="91" y="753"/>
                    </a:cubicBezTo>
                    <a:lnTo>
                      <a:pt x="91" y="753"/>
                    </a:lnTo>
                    <a:cubicBezTo>
                      <a:pt x="40" y="753"/>
                      <a:pt x="0" y="743"/>
                      <a:pt x="0" y="733"/>
                    </a:cubicBezTo>
                    <a:lnTo>
                      <a:pt x="0" y="21"/>
                    </a:lnTo>
                    <a:cubicBezTo>
                      <a:pt x="0" y="11"/>
                      <a:pt x="40" y="1"/>
                      <a:pt x="9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4" name="Google Shape;2524;p49"/>
              <p:cNvSpPr/>
              <p:nvPr/>
            </p:nvSpPr>
            <p:spPr>
              <a:xfrm>
                <a:off x="5131061" y="1107310"/>
                <a:ext cx="10589" cy="28580"/>
              </a:xfrm>
              <a:custGeom>
                <a:avLst/>
                <a:gdLst/>
                <a:ahLst/>
                <a:cxnLst/>
                <a:rect l="l" t="t" r="r" b="b"/>
                <a:pathLst>
                  <a:path w="71" h="192" extrusionOk="0">
                    <a:moveTo>
                      <a:pt x="71" y="1"/>
                    </a:moveTo>
                    <a:lnTo>
                      <a:pt x="1" y="1"/>
                    </a:lnTo>
                    <a:lnTo>
                      <a:pt x="1" y="192"/>
                    </a:lnTo>
                    <a:lnTo>
                      <a:pt x="71" y="19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5" name="Google Shape;2525;p49"/>
              <p:cNvSpPr/>
              <p:nvPr/>
            </p:nvSpPr>
            <p:spPr>
              <a:xfrm>
                <a:off x="5063799" y="1117879"/>
                <a:ext cx="71885" cy="7592"/>
              </a:xfrm>
              <a:custGeom>
                <a:avLst/>
                <a:gdLst/>
                <a:ahLst/>
                <a:cxnLst/>
                <a:rect l="l" t="t" r="r" b="b"/>
                <a:pathLst>
                  <a:path w="482" h="51" extrusionOk="0">
                    <a:moveTo>
                      <a:pt x="0" y="0"/>
                    </a:moveTo>
                    <a:lnTo>
                      <a:pt x="482" y="0"/>
                    </a:lnTo>
                    <a:lnTo>
                      <a:pt x="482" y="50"/>
                    </a:lnTo>
                    <a:lnTo>
                      <a:pt x="0" y="5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6" name="Google Shape;2526;p49"/>
              <p:cNvSpPr/>
              <p:nvPr/>
            </p:nvSpPr>
            <p:spPr>
              <a:xfrm>
                <a:off x="5916437" y="2162990"/>
                <a:ext cx="131840" cy="161359"/>
              </a:xfrm>
              <a:custGeom>
                <a:avLst/>
                <a:gdLst/>
                <a:ahLst/>
                <a:cxnLst/>
                <a:rect l="l" t="t" r="r" b="b"/>
                <a:pathLst>
                  <a:path w="884" h="1084" extrusionOk="0">
                    <a:moveTo>
                      <a:pt x="1" y="1"/>
                    </a:moveTo>
                    <a:lnTo>
                      <a:pt x="884" y="1"/>
                    </a:lnTo>
                    <a:lnTo>
                      <a:pt x="653" y="1084"/>
                    </a:lnTo>
                    <a:lnTo>
                      <a:pt x="292" y="108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7" name="Google Shape;2527;p49"/>
              <p:cNvSpPr/>
              <p:nvPr/>
            </p:nvSpPr>
            <p:spPr>
              <a:xfrm>
                <a:off x="5856631" y="2162990"/>
                <a:ext cx="103354" cy="161359"/>
              </a:xfrm>
              <a:custGeom>
                <a:avLst/>
                <a:gdLst/>
                <a:ahLst/>
                <a:cxnLst/>
                <a:rect l="l" t="t" r="r" b="b"/>
                <a:pathLst>
                  <a:path w="693" h="1084" extrusionOk="0">
                    <a:moveTo>
                      <a:pt x="402" y="1"/>
                    </a:moveTo>
                    <a:lnTo>
                      <a:pt x="1" y="1"/>
                    </a:lnTo>
                    <a:lnTo>
                      <a:pt x="693" y="108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8" name="Google Shape;2528;p49"/>
              <p:cNvSpPr/>
              <p:nvPr/>
            </p:nvSpPr>
            <p:spPr>
              <a:xfrm>
                <a:off x="6013676" y="2162990"/>
                <a:ext cx="130348" cy="161359"/>
              </a:xfrm>
              <a:custGeom>
                <a:avLst/>
                <a:gdLst/>
                <a:ahLst/>
                <a:cxnLst/>
                <a:rect l="l" t="t" r="r" b="b"/>
                <a:pathLst>
                  <a:path w="874" h="1084" extrusionOk="0">
                    <a:moveTo>
                      <a:pt x="232" y="1"/>
                    </a:moveTo>
                    <a:lnTo>
                      <a:pt x="873" y="1"/>
                    </a:lnTo>
                    <a:lnTo>
                      <a:pt x="1" y="108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9" name="Google Shape;2529;p49"/>
              <p:cNvSpPr/>
              <p:nvPr/>
            </p:nvSpPr>
            <p:spPr>
              <a:xfrm>
                <a:off x="5256787" y="1615055"/>
                <a:ext cx="70394" cy="61328"/>
              </a:xfrm>
              <a:custGeom>
                <a:avLst/>
                <a:gdLst/>
                <a:ahLst/>
                <a:cxnLst/>
                <a:rect l="l" t="t" r="r" b="b"/>
                <a:pathLst>
                  <a:path w="472" h="412" extrusionOk="0">
                    <a:moveTo>
                      <a:pt x="0" y="0"/>
                    </a:moveTo>
                    <a:lnTo>
                      <a:pt x="472" y="0"/>
                    </a:lnTo>
                    <a:lnTo>
                      <a:pt x="472" y="41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0" name="Google Shape;2530;p49"/>
              <p:cNvSpPr/>
              <p:nvPr/>
            </p:nvSpPr>
            <p:spPr>
              <a:xfrm>
                <a:off x="5327032" y="1615055"/>
                <a:ext cx="69052" cy="61328"/>
              </a:xfrm>
              <a:custGeom>
                <a:avLst/>
                <a:gdLst/>
                <a:ahLst/>
                <a:cxnLst/>
                <a:rect l="l" t="t" r="r" b="b"/>
                <a:pathLst>
                  <a:path w="463" h="412" extrusionOk="0">
                    <a:moveTo>
                      <a:pt x="462" y="0"/>
                    </a:moveTo>
                    <a:lnTo>
                      <a:pt x="1" y="0"/>
                    </a:lnTo>
                    <a:lnTo>
                      <a:pt x="1" y="41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1" name="Google Shape;2531;p49"/>
              <p:cNvSpPr/>
              <p:nvPr/>
            </p:nvSpPr>
            <p:spPr>
              <a:xfrm>
                <a:off x="5594889" y="1747982"/>
                <a:ext cx="140788" cy="16523"/>
              </a:xfrm>
              <a:custGeom>
                <a:avLst/>
                <a:gdLst/>
                <a:ahLst/>
                <a:cxnLst/>
                <a:rect l="l" t="t" r="r" b="b"/>
                <a:pathLst>
                  <a:path w="944" h="111" extrusionOk="0">
                    <a:moveTo>
                      <a:pt x="50" y="10"/>
                    </a:moveTo>
                    <a:lnTo>
                      <a:pt x="893" y="10"/>
                    </a:lnTo>
                    <a:cubicBezTo>
                      <a:pt x="923" y="10"/>
                      <a:pt x="943" y="30"/>
                      <a:pt x="943" y="50"/>
                    </a:cubicBezTo>
                    <a:lnTo>
                      <a:pt x="943" y="50"/>
                    </a:lnTo>
                    <a:cubicBezTo>
                      <a:pt x="943" y="80"/>
                      <a:pt x="923" y="110"/>
                      <a:pt x="893" y="110"/>
                    </a:cubicBezTo>
                    <a:lnTo>
                      <a:pt x="50" y="110"/>
                    </a:lnTo>
                    <a:cubicBezTo>
                      <a:pt x="30" y="110"/>
                      <a:pt x="0" y="80"/>
                      <a:pt x="0" y="50"/>
                    </a:cubicBezTo>
                    <a:lnTo>
                      <a:pt x="0" y="50"/>
                    </a:lnTo>
                    <a:cubicBezTo>
                      <a:pt x="0" y="30"/>
                      <a:pt x="30" y="0"/>
                      <a:pt x="50" y="1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2" name="Google Shape;2532;p49"/>
              <p:cNvSpPr/>
              <p:nvPr/>
            </p:nvSpPr>
            <p:spPr>
              <a:xfrm>
                <a:off x="5594889" y="1782219"/>
                <a:ext cx="140788" cy="15183"/>
              </a:xfrm>
              <a:custGeom>
                <a:avLst/>
                <a:gdLst/>
                <a:ahLst/>
                <a:cxnLst/>
                <a:rect l="l" t="t" r="r" b="b"/>
                <a:pathLst>
                  <a:path w="944" h="102" extrusionOk="0">
                    <a:moveTo>
                      <a:pt x="50" y="1"/>
                    </a:moveTo>
                    <a:lnTo>
                      <a:pt x="893" y="1"/>
                    </a:lnTo>
                    <a:cubicBezTo>
                      <a:pt x="923" y="1"/>
                      <a:pt x="943" y="21"/>
                      <a:pt x="943" y="51"/>
                    </a:cubicBezTo>
                    <a:lnTo>
                      <a:pt x="943" y="51"/>
                    </a:lnTo>
                    <a:cubicBezTo>
                      <a:pt x="943" y="81"/>
                      <a:pt x="923" y="101"/>
                      <a:pt x="893" y="101"/>
                    </a:cubicBezTo>
                    <a:lnTo>
                      <a:pt x="50" y="101"/>
                    </a:lnTo>
                    <a:cubicBezTo>
                      <a:pt x="30" y="101"/>
                      <a:pt x="0" y="81"/>
                      <a:pt x="0" y="51"/>
                    </a:cubicBezTo>
                    <a:lnTo>
                      <a:pt x="0" y="51"/>
                    </a:lnTo>
                    <a:cubicBezTo>
                      <a:pt x="0" y="21"/>
                      <a:pt x="30" y="1"/>
                      <a:pt x="5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3" name="Google Shape;2533;p49"/>
              <p:cNvSpPr/>
              <p:nvPr/>
            </p:nvSpPr>
            <p:spPr>
              <a:xfrm>
                <a:off x="5146124" y="1120856"/>
                <a:ext cx="199102" cy="262878"/>
              </a:xfrm>
              <a:custGeom>
                <a:avLst/>
                <a:gdLst/>
                <a:ahLst/>
                <a:cxnLst/>
                <a:rect l="l" t="t" r="r" b="b"/>
                <a:pathLst>
                  <a:path w="1335" h="1766" extrusionOk="0">
                    <a:moveTo>
                      <a:pt x="1194" y="60"/>
                    </a:moveTo>
                    <a:lnTo>
                      <a:pt x="1033" y="231"/>
                    </a:lnTo>
                    <a:lnTo>
                      <a:pt x="1033" y="60"/>
                    </a:lnTo>
                    <a:close/>
                    <a:moveTo>
                      <a:pt x="1254" y="81"/>
                    </a:moveTo>
                    <a:lnTo>
                      <a:pt x="1254" y="271"/>
                    </a:lnTo>
                    <a:lnTo>
                      <a:pt x="1063" y="271"/>
                    </a:lnTo>
                    <a:lnTo>
                      <a:pt x="1254" y="81"/>
                    </a:lnTo>
                    <a:close/>
                    <a:moveTo>
                      <a:pt x="1194" y="331"/>
                    </a:moveTo>
                    <a:lnTo>
                      <a:pt x="1033" y="512"/>
                    </a:lnTo>
                    <a:lnTo>
                      <a:pt x="1033" y="331"/>
                    </a:lnTo>
                    <a:close/>
                    <a:moveTo>
                      <a:pt x="1254" y="361"/>
                    </a:moveTo>
                    <a:lnTo>
                      <a:pt x="1254" y="552"/>
                    </a:lnTo>
                    <a:lnTo>
                      <a:pt x="1063" y="552"/>
                    </a:lnTo>
                    <a:lnTo>
                      <a:pt x="1254" y="361"/>
                    </a:lnTo>
                    <a:close/>
                    <a:moveTo>
                      <a:pt x="1194" y="612"/>
                    </a:moveTo>
                    <a:lnTo>
                      <a:pt x="1033" y="783"/>
                    </a:lnTo>
                    <a:lnTo>
                      <a:pt x="1033" y="612"/>
                    </a:lnTo>
                    <a:close/>
                    <a:moveTo>
                      <a:pt x="1254" y="632"/>
                    </a:moveTo>
                    <a:lnTo>
                      <a:pt x="1254" y="823"/>
                    </a:lnTo>
                    <a:lnTo>
                      <a:pt x="1063" y="823"/>
                    </a:lnTo>
                    <a:lnTo>
                      <a:pt x="1254" y="632"/>
                    </a:lnTo>
                    <a:close/>
                    <a:moveTo>
                      <a:pt x="1194" y="883"/>
                    </a:moveTo>
                    <a:lnTo>
                      <a:pt x="1033" y="1064"/>
                    </a:lnTo>
                    <a:lnTo>
                      <a:pt x="1033" y="883"/>
                    </a:lnTo>
                    <a:close/>
                    <a:moveTo>
                      <a:pt x="1254" y="903"/>
                    </a:moveTo>
                    <a:lnTo>
                      <a:pt x="1254" y="1144"/>
                    </a:lnTo>
                    <a:lnTo>
                      <a:pt x="1033" y="1144"/>
                    </a:lnTo>
                    <a:lnTo>
                      <a:pt x="1254" y="903"/>
                    </a:lnTo>
                    <a:close/>
                    <a:moveTo>
                      <a:pt x="953" y="1013"/>
                    </a:moveTo>
                    <a:lnTo>
                      <a:pt x="953" y="1174"/>
                    </a:lnTo>
                    <a:lnTo>
                      <a:pt x="602" y="1475"/>
                    </a:lnTo>
                    <a:lnTo>
                      <a:pt x="492" y="1134"/>
                    </a:lnTo>
                    <a:lnTo>
                      <a:pt x="953" y="1013"/>
                    </a:lnTo>
                    <a:close/>
                    <a:moveTo>
                      <a:pt x="431" y="1144"/>
                    </a:moveTo>
                    <a:lnTo>
                      <a:pt x="552" y="1515"/>
                    </a:lnTo>
                    <a:lnTo>
                      <a:pt x="331" y="1705"/>
                    </a:lnTo>
                    <a:lnTo>
                      <a:pt x="60" y="1675"/>
                    </a:lnTo>
                    <a:lnTo>
                      <a:pt x="120" y="1224"/>
                    </a:lnTo>
                    <a:lnTo>
                      <a:pt x="431" y="1144"/>
                    </a:lnTo>
                    <a:close/>
                    <a:moveTo>
                      <a:pt x="973" y="0"/>
                    </a:moveTo>
                    <a:lnTo>
                      <a:pt x="973" y="953"/>
                    </a:lnTo>
                    <a:lnTo>
                      <a:pt x="90" y="1184"/>
                    </a:lnTo>
                    <a:lnTo>
                      <a:pt x="70" y="1184"/>
                    </a:lnTo>
                    <a:lnTo>
                      <a:pt x="0" y="1715"/>
                    </a:lnTo>
                    <a:lnTo>
                      <a:pt x="341" y="1766"/>
                    </a:lnTo>
                    <a:lnTo>
                      <a:pt x="993" y="1204"/>
                    </a:lnTo>
                    <a:lnTo>
                      <a:pt x="1003" y="1194"/>
                    </a:lnTo>
                    <a:lnTo>
                      <a:pt x="1314" y="1194"/>
                    </a:lnTo>
                    <a:lnTo>
                      <a:pt x="1314" y="843"/>
                    </a:lnTo>
                    <a:lnTo>
                      <a:pt x="1334" y="823"/>
                    </a:lnTo>
                    <a:lnTo>
                      <a:pt x="1314" y="823"/>
                    </a:lnTo>
                    <a:lnTo>
                      <a:pt x="1314" y="562"/>
                    </a:lnTo>
                    <a:lnTo>
                      <a:pt x="1334" y="542"/>
                    </a:lnTo>
                    <a:lnTo>
                      <a:pt x="1314" y="542"/>
                    </a:lnTo>
                    <a:lnTo>
                      <a:pt x="1314" y="291"/>
                    </a:lnTo>
                    <a:lnTo>
                      <a:pt x="1334" y="271"/>
                    </a:lnTo>
                    <a:lnTo>
                      <a:pt x="1314" y="271"/>
                    </a:lnTo>
                    <a:lnTo>
                      <a:pt x="1314" y="20"/>
                    </a:lnTo>
                    <a:lnTo>
                      <a:pt x="133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4" name="Google Shape;2534;p49"/>
              <p:cNvSpPr/>
              <p:nvPr/>
            </p:nvSpPr>
            <p:spPr>
              <a:xfrm>
                <a:off x="5315101" y="1082005"/>
                <a:ext cx="139297" cy="403248"/>
              </a:xfrm>
              <a:custGeom>
                <a:avLst/>
                <a:gdLst/>
                <a:ahLst/>
                <a:cxnLst/>
                <a:rect l="l" t="t" r="r" b="b"/>
                <a:pathLst>
                  <a:path w="934" h="2709" extrusionOk="0">
                    <a:moveTo>
                      <a:pt x="121" y="0"/>
                    </a:moveTo>
                    <a:lnTo>
                      <a:pt x="121" y="0"/>
                    </a:lnTo>
                    <a:lnTo>
                      <a:pt x="933" y="2669"/>
                    </a:lnTo>
                    <a:lnTo>
                      <a:pt x="933" y="2669"/>
                    </a:lnTo>
                    <a:cubicBezTo>
                      <a:pt x="823" y="2709"/>
                      <a:pt x="542" y="2137"/>
                      <a:pt x="311" y="1405"/>
                    </a:cubicBezTo>
                    <a:cubicBezTo>
                      <a:pt x="81" y="662"/>
                      <a:pt x="1" y="41"/>
                      <a:pt x="12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5" name="Google Shape;2535;p49"/>
              <p:cNvSpPr/>
              <p:nvPr/>
            </p:nvSpPr>
            <p:spPr>
              <a:xfrm>
                <a:off x="5343587" y="1167150"/>
                <a:ext cx="112302" cy="316615"/>
              </a:xfrm>
              <a:custGeom>
                <a:avLst/>
                <a:gdLst/>
                <a:ahLst/>
                <a:cxnLst/>
                <a:rect l="l" t="t" r="r" b="b"/>
                <a:pathLst>
                  <a:path w="753" h="2127" extrusionOk="0">
                    <a:moveTo>
                      <a:pt x="110" y="0"/>
                    </a:moveTo>
                    <a:lnTo>
                      <a:pt x="752" y="2097"/>
                    </a:lnTo>
                    <a:lnTo>
                      <a:pt x="752" y="2097"/>
                    </a:lnTo>
                    <a:cubicBezTo>
                      <a:pt x="652" y="2127"/>
                      <a:pt x="462" y="1766"/>
                      <a:pt x="271" y="1244"/>
                    </a:cubicBezTo>
                    <a:cubicBezTo>
                      <a:pt x="70" y="592"/>
                      <a:pt x="0" y="80"/>
                      <a:pt x="11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6" name="Google Shape;2536;p49"/>
              <p:cNvSpPr/>
              <p:nvPr/>
            </p:nvSpPr>
            <p:spPr>
              <a:xfrm>
                <a:off x="7680176" y="2585589"/>
                <a:ext cx="148245" cy="324057"/>
              </a:xfrm>
              <a:custGeom>
                <a:avLst/>
                <a:gdLst/>
                <a:ahLst/>
                <a:cxnLst/>
                <a:rect l="l" t="t" r="r" b="b"/>
                <a:pathLst>
                  <a:path w="994" h="2177" extrusionOk="0">
                    <a:moveTo>
                      <a:pt x="532" y="452"/>
                    </a:moveTo>
                    <a:lnTo>
                      <a:pt x="532" y="1525"/>
                    </a:lnTo>
                    <a:lnTo>
                      <a:pt x="252" y="1525"/>
                    </a:lnTo>
                    <a:lnTo>
                      <a:pt x="532" y="452"/>
                    </a:lnTo>
                    <a:close/>
                    <a:moveTo>
                      <a:pt x="472" y="0"/>
                    </a:moveTo>
                    <a:lnTo>
                      <a:pt x="1" y="1555"/>
                    </a:lnTo>
                    <a:lnTo>
                      <a:pt x="1" y="1806"/>
                    </a:lnTo>
                    <a:lnTo>
                      <a:pt x="532" y="1806"/>
                    </a:lnTo>
                    <a:lnTo>
                      <a:pt x="532" y="2177"/>
                    </a:lnTo>
                    <a:lnTo>
                      <a:pt x="833" y="2167"/>
                    </a:lnTo>
                    <a:lnTo>
                      <a:pt x="833" y="1796"/>
                    </a:lnTo>
                    <a:lnTo>
                      <a:pt x="994" y="1796"/>
                    </a:lnTo>
                    <a:lnTo>
                      <a:pt x="994" y="1525"/>
                    </a:lnTo>
                    <a:lnTo>
                      <a:pt x="833" y="1525"/>
                    </a:lnTo>
                    <a:lnTo>
                      <a:pt x="83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7" name="Google Shape;2537;p49"/>
              <p:cNvSpPr/>
              <p:nvPr/>
            </p:nvSpPr>
            <p:spPr>
              <a:xfrm>
                <a:off x="7844827" y="2587078"/>
                <a:ext cx="88291" cy="322569"/>
              </a:xfrm>
              <a:custGeom>
                <a:avLst/>
                <a:gdLst/>
                <a:ahLst/>
                <a:cxnLst/>
                <a:rect l="l" t="t" r="r" b="b"/>
                <a:pathLst>
                  <a:path w="592" h="2167" extrusionOk="0">
                    <a:moveTo>
                      <a:pt x="341" y="0"/>
                    </a:moveTo>
                    <a:cubicBezTo>
                      <a:pt x="311" y="70"/>
                      <a:pt x="261" y="131"/>
                      <a:pt x="201" y="181"/>
                    </a:cubicBezTo>
                    <a:cubicBezTo>
                      <a:pt x="141" y="231"/>
                      <a:pt x="70" y="261"/>
                      <a:pt x="0" y="271"/>
                    </a:cubicBezTo>
                    <a:lnTo>
                      <a:pt x="0" y="522"/>
                    </a:lnTo>
                    <a:cubicBezTo>
                      <a:pt x="50" y="522"/>
                      <a:pt x="100" y="512"/>
                      <a:pt x="151" y="492"/>
                    </a:cubicBezTo>
                    <a:cubicBezTo>
                      <a:pt x="201" y="472"/>
                      <a:pt x="241" y="452"/>
                      <a:pt x="271" y="411"/>
                    </a:cubicBezTo>
                    <a:lnTo>
                      <a:pt x="271" y="2167"/>
                    </a:lnTo>
                    <a:lnTo>
                      <a:pt x="592" y="2167"/>
                    </a:lnTo>
                    <a:lnTo>
                      <a:pt x="59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8" name="Google Shape;2538;p49"/>
              <p:cNvSpPr/>
              <p:nvPr/>
            </p:nvSpPr>
            <p:spPr>
              <a:xfrm>
                <a:off x="7970404" y="2587078"/>
                <a:ext cx="88440" cy="322569"/>
              </a:xfrm>
              <a:custGeom>
                <a:avLst/>
                <a:gdLst/>
                <a:ahLst/>
                <a:cxnLst/>
                <a:rect l="l" t="t" r="r" b="b"/>
                <a:pathLst>
                  <a:path w="593" h="2167" extrusionOk="0">
                    <a:moveTo>
                      <a:pt x="342" y="0"/>
                    </a:moveTo>
                    <a:cubicBezTo>
                      <a:pt x="312" y="70"/>
                      <a:pt x="262" y="131"/>
                      <a:pt x="191" y="181"/>
                    </a:cubicBezTo>
                    <a:cubicBezTo>
                      <a:pt x="141" y="231"/>
                      <a:pt x="71" y="261"/>
                      <a:pt x="1" y="271"/>
                    </a:cubicBezTo>
                    <a:lnTo>
                      <a:pt x="1" y="522"/>
                    </a:lnTo>
                    <a:cubicBezTo>
                      <a:pt x="51" y="522"/>
                      <a:pt x="101" y="512"/>
                      <a:pt x="151" y="492"/>
                    </a:cubicBezTo>
                    <a:cubicBezTo>
                      <a:pt x="191" y="472"/>
                      <a:pt x="231" y="452"/>
                      <a:pt x="262" y="411"/>
                    </a:cubicBezTo>
                    <a:lnTo>
                      <a:pt x="262" y="2167"/>
                    </a:lnTo>
                    <a:lnTo>
                      <a:pt x="593" y="2167"/>
                    </a:lnTo>
                    <a:lnTo>
                      <a:pt x="59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9" name="Google Shape;2539;p49"/>
              <p:cNvSpPr/>
              <p:nvPr/>
            </p:nvSpPr>
            <p:spPr>
              <a:xfrm>
                <a:off x="4598479" y="1861410"/>
                <a:ext cx="58612" cy="56863"/>
              </a:xfrm>
              <a:custGeom>
                <a:avLst/>
                <a:gdLst/>
                <a:ahLst/>
                <a:cxnLst/>
                <a:rect l="l" t="t" r="r" b="b"/>
                <a:pathLst>
                  <a:path w="393" h="382" extrusionOk="0">
                    <a:moveTo>
                      <a:pt x="21" y="20"/>
                    </a:moveTo>
                    <a:cubicBezTo>
                      <a:pt x="51" y="10"/>
                      <a:pt x="81" y="0"/>
                      <a:pt x="111" y="0"/>
                    </a:cubicBezTo>
                    <a:lnTo>
                      <a:pt x="111" y="0"/>
                    </a:lnTo>
                    <a:cubicBezTo>
                      <a:pt x="272" y="0"/>
                      <a:pt x="392" y="131"/>
                      <a:pt x="392" y="281"/>
                    </a:cubicBezTo>
                    <a:lnTo>
                      <a:pt x="392" y="362"/>
                    </a:lnTo>
                    <a:cubicBezTo>
                      <a:pt x="352" y="372"/>
                      <a:pt x="312" y="382"/>
                      <a:pt x="272" y="382"/>
                    </a:cubicBezTo>
                    <a:cubicBezTo>
                      <a:pt x="121" y="382"/>
                      <a:pt x="1" y="261"/>
                      <a:pt x="1" y="111"/>
                    </a:cubicBezTo>
                    <a:cubicBezTo>
                      <a:pt x="1" y="81"/>
                      <a:pt x="1" y="51"/>
                      <a:pt x="21" y="2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0" name="Google Shape;2540;p49"/>
              <p:cNvSpPr/>
              <p:nvPr/>
            </p:nvSpPr>
            <p:spPr>
              <a:xfrm>
                <a:off x="8286135" y="2521284"/>
                <a:ext cx="163159" cy="25603"/>
              </a:xfrm>
              <a:custGeom>
                <a:avLst/>
                <a:gdLst/>
                <a:ahLst/>
                <a:cxnLst/>
                <a:rect l="l" t="t" r="r" b="b"/>
                <a:pathLst>
                  <a:path w="1094" h="172" extrusionOk="0">
                    <a:moveTo>
                      <a:pt x="90" y="11"/>
                    </a:moveTo>
                    <a:lnTo>
                      <a:pt x="1003" y="1"/>
                    </a:lnTo>
                    <a:cubicBezTo>
                      <a:pt x="1053" y="1"/>
                      <a:pt x="1094" y="31"/>
                      <a:pt x="1094" y="81"/>
                    </a:cubicBezTo>
                    <a:lnTo>
                      <a:pt x="1094" y="81"/>
                    </a:lnTo>
                    <a:cubicBezTo>
                      <a:pt x="1094" y="131"/>
                      <a:pt x="1053" y="161"/>
                      <a:pt x="1013" y="171"/>
                    </a:cubicBezTo>
                    <a:lnTo>
                      <a:pt x="90" y="171"/>
                    </a:lnTo>
                    <a:cubicBezTo>
                      <a:pt x="40" y="171"/>
                      <a:pt x="0" y="141"/>
                      <a:pt x="0" y="91"/>
                    </a:cubicBezTo>
                    <a:lnTo>
                      <a:pt x="0" y="91"/>
                    </a:lnTo>
                    <a:cubicBezTo>
                      <a:pt x="0" y="41"/>
                      <a:pt x="40" y="11"/>
                      <a:pt x="90"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1" name="Google Shape;2541;p49"/>
              <p:cNvSpPr/>
              <p:nvPr/>
            </p:nvSpPr>
            <p:spPr>
              <a:xfrm>
                <a:off x="7533570" y="2533341"/>
                <a:ext cx="163308" cy="25454"/>
              </a:xfrm>
              <a:custGeom>
                <a:avLst/>
                <a:gdLst/>
                <a:ahLst/>
                <a:cxnLst/>
                <a:rect l="l" t="t" r="r" b="b"/>
                <a:pathLst>
                  <a:path w="1095" h="171" extrusionOk="0">
                    <a:moveTo>
                      <a:pt x="91" y="10"/>
                    </a:moveTo>
                    <a:lnTo>
                      <a:pt x="1014" y="0"/>
                    </a:lnTo>
                    <a:cubicBezTo>
                      <a:pt x="1054" y="0"/>
                      <a:pt x="1094" y="40"/>
                      <a:pt x="1094" y="80"/>
                    </a:cubicBezTo>
                    <a:lnTo>
                      <a:pt x="1094" y="80"/>
                    </a:lnTo>
                    <a:cubicBezTo>
                      <a:pt x="1094" y="131"/>
                      <a:pt x="1054" y="161"/>
                      <a:pt x="1014" y="171"/>
                    </a:cubicBezTo>
                    <a:lnTo>
                      <a:pt x="91" y="171"/>
                    </a:lnTo>
                    <a:cubicBezTo>
                      <a:pt x="41" y="171"/>
                      <a:pt x="1" y="141"/>
                      <a:pt x="1" y="90"/>
                    </a:cubicBezTo>
                    <a:lnTo>
                      <a:pt x="1" y="90"/>
                    </a:lnTo>
                    <a:cubicBezTo>
                      <a:pt x="1" y="40"/>
                      <a:pt x="41" y="10"/>
                      <a:pt x="91" y="1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2" name="Google Shape;2542;p49"/>
              <p:cNvSpPr/>
              <p:nvPr/>
            </p:nvSpPr>
            <p:spPr>
              <a:xfrm>
                <a:off x="7778907" y="2355608"/>
                <a:ext cx="187171" cy="143496"/>
              </a:xfrm>
              <a:custGeom>
                <a:avLst/>
                <a:gdLst/>
                <a:ahLst/>
                <a:cxnLst/>
                <a:rect l="l" t="t" r="r" b="b"/>
                <a:pathLst>
                  <a:path w="1255" h="964" extrusionOk="0">
                    <a:moveTo>
                      <a:pt x="382" y="61"/>
                    </a:moveTo>
                    <a:cubicBezTo>
                      <a:pt x="412" y="61"/>
                      <a:pt x="442" y="91"/>
                      <a:pt x="442" y="121"/>
                    </a:cubicBezTo>
                    <a:lnTo>
                      <a:pt x="442" y="843"/>
                    </a:lnTo>
                    <a:cubicBezTo>
                      <a:pt x="442" y="873"/>
                      <a:pt x="412" y="903"/>
                      <a:pt x="382" y="903"/>
                    </a:cubicBezTo>
                    <a:lnTo>
                      <a:pt x="131" y="903"/>
                    </a:lnTo>
                    <a:cubicBezTo>
                      <a:pt x="91" y="903"/>
                      <a:pt x="61" y="873"/>
                      <a:pt x="61" y="843"/>
                    </a:cubicBezTo>
                    <a:lnTo>
                      <a:pt x="61" y="131"/>
                    </a:lnTo>
                    <a:cubicBezTo>
                      <a:pt x="61" y="91"/>
                      <a:pt x="91" y="61"/>
                      <a:pt x="131" y="61"/>
                    </a:cubicBezTo>
                    <a:close/>
                    <a:moveTo>
                      <a:pt x="1134" y="61"/>
                    </a:moveTo>
                    <a:cubicBezTo>
                      <a:pt x="1164" y="61"/>
                      <a:pt x="1194" y="91"/>
                      <a:pt x="1194" y="121"/>
                    </a:cubicBezTo>
                    <a:lnTo>
                      <a:pt x="1194" y="843"/>
                    </a:lnTo>
                    <a:cubicBezTo>
                      <a:pt x="1194" y="873"/>
                      <a:pt x="1164" y="903"/>
                      <a:pt x="1134" y="903"/>
                    </a:cubicBezTo>
                    <a:lnTo>
                      <a:pt x="884" y="903"/>
                    </a:lnTo>
                    <a:cubicBezTo>
                      <a:pt x="843" y="903"/>
                      <a:pt x="813" y="873"/>
                      <a:pt x="813" y="843"/>
                    </a:cubicBezTo>
                    <a:lnTo>
                      <a:pt x="813" y="131"/>
                    </a:lnTo>
                    <a:cubicBezTo>
                      <a:pt x="813" y="91"/>
                      <a:pt x="843" y="61"/>
                      <a:pt x="884" y="61"/>
                    </a:cubicBezTo>
                    <a:close/>
                    <a:moveTo>
                      <a:pt x="131" y="1"/>
                    </a:moveTo>
                    <a:cubicBezTo>
                      <a:pt x="61" y="1"/>
                      <a:pt x="1" y="51"/>
                      <a:pt x="1" y="121"/>
                    </a:cubicBezTo>
                    <a:lnTo>
                      <a:pt x="1" y="843"/>
                    </a:lnTo>
                    <a:cubicBezTo>
                      <a:pt x="1" y="903"/>
                      <a:pt x="61" y="963"/>
                      <a:pt x="131" y="963"/>
                    </a:cubicBezTo>
                    <a:lnTo>
                      <a:pt x="372" y="963"/>
                    </a:lnTo>
                    <a:cubicBezTo>
                      <a:pt x="442" y="963"/>
                      <a:pt x="502" y="903"/>
                      <a:pt x="502" y="843"/>
                    </a:cubicBezTo>
                    <a:lnTo>
                      <a:pt x="502" y="121"/>
                    </a:lnTo>
                    <a:cubicBezTo>
                      <a:pt x="502" y="51"/>
                      <a:pt x="442" y="1"/>
                      <a:pt x="382" y="1"/>
                    </a:cubicBezTo>
                    <a:close/>
                    <a:moveTo>
                      <a:pt x="884" y="1"/>
                    </a:moveTo>
                    <a:cubicBezTo>
                      <a:pt x="813" y="1"/>
                      <a:pt x="753" y="51"/>
                      <a:pt x="753" y="121"/>
                    </a:cubicBezTo>
                    <a:lnTo>
                      <a:pt x="753" y="843"/>
                    </a:lnTo>
                    <a:cubicBezTo>
                      <a:pt x="753" y="903"/>
                      <a:pt x="813" y="963"/>
                      <a:pt x="884" y="963"/>
                    </a:cubicBezTo>
                    <a:lnTo>
                      <a:pt x="1134" y="963"/>
                    </a:lnTo>
                    <a:cubicBezTo>
                      <a:pt x="1194" y="963"/>
                      <a:pt x="1255" y="903"/>
                      <a:pt x="1255" y="843"/>
                    </a:cubicBezTo>
                    <a:lnTo>
                      <a:pt x="1255" y="121"/>
                    </a:lnTo>
                    <a:cubicBezTo>
                      <a:pt x="1255" y="51"/>
                      <a:pt x="1194" y="1"/>
                      <a:pt x="113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3" name="Google Shape;2543;p49"/>
              <p:cNvSpPr/>
              <p:nvPr/>
            </p:nvSpPr>
            <p:spPr>
              <a:xfrm>
                <a:off x="3971790" y="2440753"/>
                <a:ext cx="611921" cy="101668"/>
              </a:xfrm>
              <a:custGeom>
                <a:avLst/>
                <a:gdLst/>
                <a:ahLst/>
                <a:cxnLst/>
                <a:rect l="l" t="t" r="r" b="b"/>
                <a:pathLst>
                  <a:path w="4103" h="683" extrusionOk="0">
                    <a:moveTo>
                      <a:pt x="70" y="0"/>
                    </a:moveTo>
                    <a:lnTo>
                      <a:pt x="4032" y="0"/>
                    </a:lnTo>
                    <a:cubicBezTo>
                      <a:pt x="4073" y="0"/>
                      <a:pt x="4103" y="30"/>
                      <a:pt x="4103" y="70"/>
                    </a:cubicBezTo>
                    <a:lnTo>
                      <a:pt x="4103" y="612"/>
                    </a:lnTo>
                    <a:cubicBezTo>
                      <a:pt x="4103" y="652"/>
                      <a:pt x="4073" y="682"/>
                      <a:pt x="4032" y="682"/>
                    </a:cubicBezTo>
                    <a:lnTo>
                      <a:pt x="70" y="682"/>
                    </a:lnTo>
                    <a:cubicBezTo>
                      <a:pt x="30" y="682"/>
                      <a:pt x="0" y="652"/>
                      <a:pt x="0" y="612"/>
                    </a:cubicBezTo>
                    <a:lnTo>
                      <a:pt x="0" y="70"/>
                    </a:lnTo>
                    <a:cubicBezTo>
                      <a:pt x="0" y="30"/>
                      <a:pt x="30" y="0"/>
                      <a:pt x="7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4" name="Google Shape;2544;p49"/>
              <p:cNvSpPr/>
              <p:nvPr/>
            </p:nvSpPr>
            <p:spPr>
              <a:xfrm>
                <a:off x="3967316" y="2436288"/>
                <a:ext cx="620870" cy="110599"/>
              </a:xfrm>
              <a:custGeom>
                <a:avLst/>
                <a:gdLst/>
                <a:ahLst/>
                <a:cxnLst/>
                <a:rect l="l" t="t" r="r" b="b"/>
                <a:pathLst>
                  <a:path w="4163" h="743" extrusionOk="0">
                    <a:moveTo>
                      <a:pt x="4062" y="50"/>
                    </a:moveTo>
                    <a:cubicBezTo>
                      <a:pt x="4082" y="50"/>
                      <a:pt x="4103" y="70"/>
                      <a:pt x="4103" y="100"/>
                    </a:cubicBezTo>
                    <a:lnTo>
                      <a:pt x="4103" y="642"/>
                    </a:lnTo>
                    <a:cubicBezTo>
                      <a:pt x="4103" y="662"/>
                      <a:pt x="4082" y="682"/>
                      <a:pt x="4062" y="682"/>
                    </a:cubicBezTo>
                    <a:lnTo>
                      <a:pt x="100" y="682"/>
                    </a:lnTo>
                    <a:cubicBezTo>
                      <a:pt x="80" y="682"/>
                      <a:pt x="60" y="662"/>
                      <a:pt x="60" y="642"/>
                    </a:cubicBezTo>
                    <a:lnTo>
                      <a:pt x="60" y="100"/>
                    </a:lnTo>
                    <a:cubicBezTo>
                      <a:pt x="60" y="70"/>
                      <a:pt x="80" y="50"/>
                      <a:pt x="100" y="50"/>
                    </a:cubicBezTo>
                    <a:close/>
                    <a:moveTo>
                      <a:pt x="100" y="0"/>
                    </a:moveTo>
                    <a:cubicBezTo>
                      <a:pt x="50" y="0"/>
                      <a:pt x="0" y="40"/>
                      <a:pt x="0" y="100"/>
                    </a:cubicBezTo>
                    <a:lnTo>
                      <a:pt x="0" y="642"/>
                    </a:lnTo>
                    <a:cubicBezTo>
                      <a:pt x="0" y="702"/>
                      <a:pt x="50" y="742"/>
                      <a:pt x="100" y="742"/>
                    </a:cubicBezTo>
                    <a:lnTo>
                      <a:pt x="4062" y="742"/>
                    </a:lnTo>
                    <a:cubicBezTo>
                      <a:pt x="4113" y="742"/>
                      <a:pt x="4163" y="702"/>
                      <a:pt x="4163" y="642"/>
                    </a:cubicBezTo>
                    <a:lnTo>
                      <a:pt x="4163" y="100"/>
                    </a:lnTo>
                    <a:cubicBezTo>
                      <a:pt x="4163" y="40"/>
                      <a:pt x="4113" y="0"/>
                      <a:pt x="406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5" name="Google Shape;2545;p49"/>
              <p:cNvSpPr/>
              <p:nvPr/>
            </p:nvSpPr>
            <p:spPr>
              <a:xfrm>
                <a:off x="4582074" y="2342211"/>
                <a:ext cx="107828" cy="201699"/>
              </a:xfrm>
              <a:custGeom>
                <a:avLst/>
                <a:gdLst/>
                <a:ahLst/>
                <a:cxnLst/>
                <a:rect l="l" t="t" r="r" b="b"/>
                <a:pathLst>
                  <a:path w="723" h="1355" extrusionOk="0">
                    <a:moveTo>
                      <a:pt x="71" y="0"/>
                    </a:moveTo>
                    <a:lnTo>
                      <a:pt x="653" y="0"/>
                    </a:lnTo>
                    <a:cubicBezTo>
                      <a:pt x="693" y="0"/>
                      <a:pt x="723" y="30"/>
                      <a:pt x="723" y="70"/>
                    </a:cubicBezTo>
                    <a:lnTo>
                      <a:pt x="723" y="1284"/>
                    </a:lnTo>
                    <a:cubicBezTo>
                      <a:pt x="723" y="1314"/>
                      <a:pt x="693" y="1354"/>
                      <a:pt x="653" y="1354"/>
                    </a:cubicBezTo>
                    <a:lnTo>
                      <a:pt x="71" y="1354"/>
                    </a:lnTo>
                    <a:cubicBezTo>
                      <a:pt x="31" y="1354"/>
                      <a:pt x="1" y="1314"/>
                      <a:pt x="1" y="1284"/>
                    </a:cubicBezTo>
                    <a:lnTo>
                      <a:pt x="1" y="70"/>
                    </a:lnTo>
                    <a:cubicBezTo>
                      <a:pt x="1" y="30"/>
                      <a:pt x="31" y="0"/>
                      <a:pt x="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6" name="Google Shape;2546;p49"/>
              <p:cNvSpPr/>
              <p:nvPr/>
            </p:nvSpPr>
            <p:spPr>
              <a:xfrm>
                <a:off x="4577600" y="2337746"/>
                <a:ext cx="116777" cy="210630"/>
              </a:xfrm>
              <a:custGeom>
                <a:avLst/>
                <a:gdLst/>
                <a:ahLst/>
                <a:cxnLst/>
                <a:rect l="l" t="t" r="r" b="b"/>
                <a:pathLst>
                  <a:path w="783" h="1415" extrusionOk="0">
                    <a:moveTo>
                      <a:pt x="683" y="60"/>
                    </a:moveTo>
                    <a:cubicBezTo>
                      <a:pt x="713" y="60"/>
                      <a:pt x="723" y="70"/>
                      <a:pt x="723" y="100"/>
                    </a:cubicBezTo>
                    <a:lnTo>
                      <a:pt x="723" y="1314"/>
                    </a:lnTo>
                    <a:cubicBezTo>
                      <a:pt x="723" y="1334"/>
                      <a:pt x="713" y="1354"/>
                      <a:pt x="683" y="1354"/>
                    </a:cubicBezTo>
                    <a:lnTo>
                      <a:pt x="101" y="1354"/>
                    </a:lnTo>
                    <a:cubicBezTo>
                      <a:pt x="81" y="1354"/>
                      <a:pt x="61" y="1334"/>
                      <a:pt x="61" y="1314"/>
                    </a:cubicBezTo>
                    <a:lnTo>
                      <a:pt x="61" y="100"/>
                    </a:lnTo>
                    <a:cubicBezTo>
                      <a:pt x="61" y="70"/>
                      <a:pt x="81" y="60"/>
                      <a:pt x="101" y="60"/>
                    </a:cubicBezTo>
                    <a:close/>
                    <a:moveTo>
                      <a:pt x="101" y="0"/>
                    </a:moveTo>
                    <a:cubicBezTo>
                      <a:pt x="41" y="0"/>
                      <a:pt x="0" y="40"/>
                      <a:pt x="0" y="100"/>
                    </a:cubicBezTo>
                    <a:lnTo>
                      <a:pt x="0" y="1314"/>
                    </a:lnTo>
                    <a:cubicBezTo>
                      <a:pt x="0" y="1364"/>
                      <a:pt x="41" y="1404"/>
                      <a:pt x="101" y="1414"/>
                    </a:cubicBezTo>
                    <a:lnTo>
                      <a:pt x="683" y="1414"/>
                    </a:lnTo>
                    <a:cubicBezTo>
                      <a:pt x="743" y="1404"/>
                      <a:pt x="783" y="1364"/>
                      <a:pt x="783" y="1314"/>
                    </a:cubicBezTo>
                    <a:lnTo>
                      <a:pt x="783" y="100"/>
                    </a:lnTo>
                    <a:cubicBezTo>
                      <a:pt x="783" y="40"/>
                      <a:pt x="743" y="0"/>
                      <a:pt x="68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7" name="Google Shape;2547;p49"/>
              <p:cNvSpPr/>
              <p:nvPr/>
            </p:nvSpPr>
            <p:spPr>
              <a:xfrm>
                <a:off x="1539303" y="2678177"/>
                <a:ext cx="76509" cy="76214"/>
              </a:xfrm>
              <a:custGeom>
                <a:avLst/>
                <a:gdLst/>
                <a:ahLst/>
                <a:cxnLst/>
                <a:rect l="l" t="t" r="r" b="b"/>
                <a:pathLst>
                  <a:path w="513" h="512" extrusionOk="0">
                    <a:moveTo>
                      <a:pt x="221" y="0"/>
                    </a:moveTo>
                    <a:cubicBezTo>
                      <a:pt x="412" y="0"/>
                      <a:pt x="512" y="231"/>
                      <a:pt x="372" y="371"/>
                    </a:cubicBezTo>
                    <a:cubicBezTo>
                      <a:pt x="231" y="512"/>
                      <a:pt x="0" y="411"/>
                      <a:pt x="0" y="221"/>
                    </a:cubicBezTo>
                    <a:cubicBezTo>
                      <a:pt x="0" y="90"/>
                      <a:pt x="101" y="0"/>
                      <a:pt x="221" y="0"/>
                    </a:cubicBezTo>
                    <a:close/>
                    <a:moveTo>
                      <a:pt x="221" y="110"/>
                    </a:moveTo>
                    <a:cubicBezTo>
                      <a:pt x="311" y="110"/>
                      <a:pt x="352" y="221"/>
                      <a:pt x="291" y="291"/>
                    </a:cubicBezTo>
                    <a:cubicBezTo>
                      <a:pt x="231" y="351"/>
                      <a:pt x="121" y="311"/>
                      <a:pt x="121" y="221"/>
                    </a:cubicBezTo>
                    <a:cubicBezTo>
                      <a:pt x="121" y="161"/>
                      <a:pt x="161" y="110"/>
                      <a:pt x="221" y="11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8" name="Google Shape;2548;p49"/>
              <p:cNvSpPr/>
              <p:nvPr/>
            </p:nvSpPr>
            <p:spPr>
              <a:xfrm>
                <a:off x="1521407" y="2672818"/>
                <a:ext cx="88291" cy="74130"/>
              </a:xfrm>
              <a:custGeom>
                <a:avLst/>
                <a:gdLst/>
                <a:ahLst/>
                <a:cxnLst/>
                <a:rect l="l" t="t" r="r" b="b"/>
                <a:pathLst>
                  <a:path w="592" h="498" extrusionOk="0">
                    <a:moveTo>
                      <a:pt x="341" y="177"/>
                    </a:moveTo>
                    <a:cubicBezTo>
                      <a:pt x="381" y="177"/>
                      <a:pt x="411" y="207"/>
                      <a:pt x="411" y="257"/>
                    </a:cubicBezTo>
                    <a:cubicBezTo>
                      <a:pt x="411" y="282"/>
                      <a:pt x="402" y="291"/>
                      <a:pt x="388" y="291"/>
                    </a:cubicBezTo>
                    <a:cubicBezTo>
                      <a:pt x="341" y="291"/>
                      <a:pt x="248" y="177"/>
                      <a:pt x="341" y="177"/>
                    </a:cubicBezTo>
                    <a:close/>
                    <a:moveTo>
                      <a:pt x="337" y="130"/>
                    </a:moveTo>
                    <a:cubicBezTo>
                      <a:pt x="307" y="130"/>
                      <a:pt x="276" y="141"/>
                      <a:pt x="251" y="167"/>
                    </a:cubicBezTo>
                    <a:cubicBezTo>
                      <a:pt x="171" y="247"/>
                      <a:pt x="231" y="387"/>
                      <a:pt x="341" y="387"/>
                    </a:cubicBezTo>
                    <a:cubicBezTo>
                      <a:pt x="411" y="387"/>
                      <a:pt x="461" y="327"/>
                      <a:pt x="461" y="257"/>
                    </a:cubicBezTo>
                    <a:cubicBezTo>
                      <a:pt x="461" y="182"/>
                      <a:pt x="401" y="130"/>
                      <a:pt x="337" y="130"/>
                    </a:cubicBezTo>
                    <a:close/>
                    <a:moveTo>
                      <a:pt x="341" y="66"/>
                    </a:moveTo>
                    <a:cubicBezTo>
                      <a:pt x="441" y="66"/>
                      <a:pt x="532" y="146"/>
                      <a:pt x="532" y="257"/>
                    </a:cubicBezTo>
                    <a:cubicBezTo>
                      <a:pt x="532" y="366"/>
                      <a:pt x="434" y="443"/>
                      <a:pt x="334" y="443"/>
                    </a:cubicBezTo>
                    <a:cubicBezTo>
                      <a:pt x="287" y="443"/>
                      <a:pt x="239" y="426"/>
                      <a:pt x="201" y="387"/>
                    </a:cubicBezTo>
                    <a:cubicBezTo>
                      <a:pt x="80" y="267"/>
                      <a:pt x="171" y="66"/>
                      <a:pt x="341" y="66"/>
                    </a:cubicBezTo>
                    <a:close/>
                    <a:moveTo>
                      <a:pt x="341" y="0"/>
                    </a:moveTo>
                    <a:cubicBezTo>
                      <a:pt x="278" y="0"/>
                      <a:pt x="213" y="24"/>
                      <a:pt x="161" y="76"/>
                    </a:cubicBezTo>
                    <a:cubicBezTo>
                      <a:pt x="0" y="227"/>
                      <a:pt x="110" y="498"/>
                      <a:pt x="341" y="498"/>
                    </a:cubicBezTo>
                    <a:cubicBezTo>
                      <a:pt x="482" y="498"/>
                      <a:pt x="592" y="387"/>
                      <a:pt x="592" y="247"/>
                    </a:cubicBezTo>
                    <a:cubicBezTo>
                      <a:pt x="592" y="99"/>
                      <a:pt x="470" y="0"/>
                      <a:pt x="3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9" name="Google Shape;2549;p49"/>
              <p:cNvSpPr/>
              <p:nvPr/>
            </p:nvSpPr>
            <p:spPr>
              <a:xfrm>
                <a:off x="1941685" y="2678177"/>
                <a:ext cx="76509" cy="76214"/>
              </a:xfrm>
              <a:custGeom>
                <a:avLst/>
                <a:gdLst/>
                <a:ahLst/>
                <a:cxnLst/>
                <a:rect l="l" t="t" r="r" b="b"/>
                <a:pathLst>
                  <a:path w="513" h="512" extrusionOk="0">
                    <a:moveTo>
                      <a:pt x="221" y="0"/>
                    </a:moveTo>
                    <a:cubicBezTo>
                      <a:pt x="412" y="0"/>
                      <a:pt x="512" y="231"/>
                      <a:pt x="372" y="371"/>
                    </a:cubicBezTo>
                    <a:cubicBezTo>
                      <a:pt x="231" y="512"/>
                      <a:pt x="1" y="411"/>
                      <a:pt x="1" y="221"/>
                    </a:cubicBezTo>
                    <a:cubicBezTo>
                      <a:pt x="1" y="90"/>
                      <a:pt x="91" y="0"/>
                      <a:pt x="221" y="0"/>
                    </a:cubicBezTo>
                    <a:close/>
                    <a:moveTo>
                      <a:pt x="221" y="110"/>
                    </a:moveTo>
                    <a:cubicBezTo>
                      <a:pt x="312" y="110"/>
                      <a:pt x="352" y="221"/>
                      <a:pt x="292" y="291"/>
                    </a:cubicBezTo>
                    <a:cubicBezTo>
                      <a:pt x="221" y="351"/>
                      <a:pt x="111" y="311"/>
                      <a:pt x="111" y="221"/>
                    </a:cubicBezTo>
                    <a:cubicBezTo>
                      <a:pt x="111" y="161"/>
                      <a:pt x="161" y="110"/>
                      <a:pt x="221" y="11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0" name="Google Shape;2550;p49"/>
              <p:cNvSpPr/>
              <p:nvPr/>
            </p:nvSpPr>
            <p:spPr>
              <a:xfrm>
                <a:off x="1923788" y="2672818"/>
                <a:ext cx="88440" cy="74130"/>
              </a:xfrm>
              <a:custGeom>
                <a:avLst/>
                <a:gdLst/>
                <a:ahLst/>
                <a:cxnLst/>
                <a:rect l="l" t="t" r="r" b="b"/>
                <a:pathLst>
                  <a:path w="593" h="498" extrusionOk="0">
                    <a:moveTo>
                      <a:pt x="341" y="177"/>
                    </a:moveTo>
                    <a:cubicBezTo>
                      <a:pt x="381" y="177"/>
                      <a:pt x="412" y="207"/>
                      <a:pt x="412" y="257"/>
                    </a:cubicBezTo>
                    <a:cubicBezTo>
                      <a:pt x="412" y="282"/>
                      <a:pt x="402" y="291"/>
                      <a:pt x="388" y="291"/>
                    </a:cubicBezTo>
                    <a:cubicBezTo>
                      <a:pt x="342" y="291"/>
                      <a:pt x="248" y="177"/>
                      <a:pt x="341" y="177"/>
                    </a:cubicBezTo>
                    <a:close/>
                    <a:moveTo>
                      <a:pt x="337" y="130"/>
                    </a:moveTo>
                    <a:cubicBezTo>
                      <a:pt x="307" y="130"/>
                      <a:pt x="277" y="141"/>
                      <a:pt x="251" y="167"/>
                    </a:cubicBezTo>
                    <a:cubicBezTo>
                      <a:pt x="171" y="247"/>
                      <a:pt x="221" y="387"/>
                      <a:pt x="341" y="387"/>
                    </a:cubicBezTo>
                    <a:cubicBezTo>
                      <a:pt x="402" y="387"/>
                      <a:pt x="462" y="327"/>
                      <a:pt x="462" y="257"/>
                    </a:cubicBezTo>
                    <a:cubicBezTo>
                      <a:pt x="462" y="182"/>
                      <a:pt x="401" y="130"/>
                      <a:pt x="337" y="130"/>
                    </a:cubicBezTo>
                    <a:close/>
                    <a:moveTo>
                      <a:pt x="341" y="66"/>
                    </a:moveTo>
                    <a:cubicBezTo>
                      <a:pt x="442" y="66"/>
                      <a:pt x="532" y="146"/>
                      <a:pt x="532" y="257"/>
                    </a:cubicBezTo>
                    <a:cubicBezTo>
                      <a:pt x="532" y="366"/>
                      <a:pt x="434" y="443"/>
                      <a:pt x="334" y="443"/>
                    </a:cubicBezTo>
                    <a:cubicBezTo>
                      <a:pt x="287" y="443"/>
                      <a:pt x="239" y="426"/>
                      <a:pt x="201" y="387"/>
                    </a:cubicBezTo>
                    <a:cubicBezTo>
                      <a:pt x="81" y="267"/>
                      <a:pt x="171" y="66"/>
                      <a:pt x="341" y="66"/>
                    </a:cubicBezTo>
                    <a:close/>
                    <a:moveTo>
                      <a:pt x="341" y="0"/>
                    </a:moveTo>
                    <a:cubicBezTo>
                      <a:pt x="278" y="0"/>
                      <a:pt x="213" y="24"/>
                      <a:pt x="161" y="76"/>
                    </a:cubicBezTo>
                    <a:cubicBezTo>
                      <a:pt x="0" y="227"/>
                      <a:pt x="111" y="498"/>
                      <a:pt x="341" y="498"/>
                    </a:cubicBezTo>
                    <a:cubicBezTo>
                      <a:pt x="472" y="498"/>
                      <a:pt x="592" y="387"/>
                      <a:pt x="592" y="247"/>
                    </a:cubicBezTo>
                    <a:cubicBezTo>
                      <a:pt x="592" y="99"/>
                      <a:pt x="470" y="0"/>
                      <a:pt x="34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1" name="Google Shape;2551;p49"/>
              <p:cNvSpPr/>
              <p:nvPr/>
            </p:nvSpPr>
            <p:spPr>
              <a:xfrm>
                <a:off x="6122997" y="2201841"/>
                <a:ext cx="94256" cy="25454"/>
              </a:xfrm>
              <a:custGeom>
                <a:avLst/>
                <a:gdLst/>
                <a:ahLst/>
                <a:cxnLst/>
                <a:rect l="l" t="t" r="r" b="b"/>
                <a:pathLst>
                  <a:path w="632" h="171" extrusionOk="0">
                    <a:moveTo>
                      <a:pt x="90" y="0"/>
                    </a:moveTo>
                    <a:lnTo>
                      <a:pt x="552" y="0"/>
                    </a:lnTo>
                    <a:cubicBezTo>
                      <a:pt x="592" y="0"/>
                      <a:pt x="632" y="40"/>
                      <a:pt x="632" y="91"/>
                    </a:cubicBezTo>
                    <a:lnTo>
                      <a:pt x="632" y="91"/>
                    </a:lnTo>
                    <a:cubicBezTo>
                      <a:pt x="632" y="131"/>
                      <a:pt x="592" y="171"/>
                      <a:pt x="552" y="171"/>
                    </a:cubicBezTo>
                    <a:lnTo>
                      <a:pt x="90" y="171"/>
                    </a:lnTo>
                    <a:cubicBezTo>
                      <a:pt x="40" y="171"/>
                      <a:pt x="0" y="131"/>
                      <a:pt x="0" y="91"/>
                    </a:cubicBezTo>
                    <a:lnTo>
                      <a:pt x="0" y="91"/>
                    </a:lnTo>
                    <a:cubicBezTo>
                      <a:pt x="0" y="40"/>
                      <a:pt x="40" y="0"/>
                      <a:pt x="9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2" name="Google Shape;2552;p49"/>
              <p:cNvSpPr/>
              <p:nvPr/>
            </p:nvSpPr>
            <p:spPr>
              <a:xfrm>
                <a:off x="5167004" y="3105093"/>
                <a:ext cx="1603852" cy="113725"/>
              </a:xfrm>
              <a:custGeom>
                <a:avLst/>
                <a:gdLst/>
                <a:ahLst/>
                <a:cxnLst/>
                <a:rect l="l" t="t" r="r" b="b"/>
                <a:pathLst>
                  <a:path w="10754" h="764" extrusionOk="0">
                    <a:moveTo>
                      <a:pt x="1" y="292"/>
                    </a:moveTo>
                    <a:lnTo>
                      <a:pt x="10753" y="1"/>
                    </a:lnTo>
                    <a:lnTo>
                      <a:pt x="9921" y="532"/>
                    </a:lnTo>
                    <a:lnTo>
                      <a:pt x="733" y="76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3" name="Google Shape;2553;p49"/>
              <p:cNvSpPr/>
              <p:nvPr/>
            </p:nvSpPr>
            <p:spPr>
              <a:xfrm>
                <a:off x="3896921" y="3103604"/>
                <a:ext cx="776572" cy="109260"/>
              </a:xfrm>
              <a:custGeom>
                <a:avLst/>
                <a:gdLst/>
                <a:ahLst/>
                <a:cxnLst/>
                <a:rect l="l" t="t" r="r" b="b"/>
                <a:pathLst>
                  <a:path w="5207" h="734" extrusionOk="0">
                    <a:moveTo>
                      <a:pt x="1" y="1"/>
                    </a:moveTo>
                    <a:lnTo>
                      <a:pt x="5206" y="352"/>
                    </a:lnTo>
                    <a:lnTo>
                      <a:pt x="4605" y="733"/>
                    </a:lnTo>
                    <a:lnTo>
                      <a:pt x="723" y="46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4" name="Google Shape;2554;p49"/>
              <p:cNvSpPr/>
              <p:nvPr/>
            </p:nvSpPr>
            <p:spPr>
              <a:xfrm>
                <a:off x="5167004" y="3105093"/>
                <a:ext cx="1603852" cy="89760"/>
              </a:xfrm>
              <a:custGeom>
                <a:avLst/>
                <a:gdLst/>
                <a:ahLst/>
                <a:cxnLst/>
                <a:rect l="l" t="t" r="r" b="b"/>
                <a:pathLst>
                  <a:path w="10754" h="603" extrusionOk="0">
                    <a:moveTo>
                      <a:pt x="1" y="232"/>
                    </a:moveTo>
                    <a:lnTo>
                      <a:pt x="10753" y="1"/>
                    </a:lnTo>
                    <a:lnTo>
                      <a:pt x="9921" y="422"/>
                    </a:lnTo>
                    <a:lnTo>
                      <a:pt x="733" y="60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5" name="Google Shape;2555;p49"/>
              <p:cNvSpPr/>
              <p:nvPr/>
            </p:nvSpPr>
            <p:spPr>
              <a:xfrm>
                <a:off x="3896921" y="3103604"/>
                <a:ext cx="776572" cy="88271"/>
              </a:xfrm>
              <a:custGeom>
                <a:avLst/>
                <a:gdLst/>
                <a:ahLst/>
                <a:cxnLst/>
                <a:rect l="l" t="t" r="r" b="b"/>
                <a:pathLst>
                  <a:path w="5207" h="593" extrusionOk="0">
                    <a:moveTo>
                      <a:pt x="1" y="1"/>
                    </a:moveTo>
                    <a:lnTo>
                      <a:pt x="5206" y="282"/>
                    </a:lnTo>
                    <a:lnTo>
                      <a:pt x="4605" y="593"/>
                    </a:lnTo>
                    <a:lnTo>
                      <a:pt x="723" y="372"/>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6" name="Google Shape;2556;p49"/>
              <p:cNvSpPr/>
              <p:nvPr/>
            </p:nvSpPr>
            <p:spPr>
              <a:xfrm>
                <a:off x="4757165" y="3126082"/>
                <a:ext cx="170616" cy="225515"/>
              </a:xfrm>
              <a:custGeom>
                <a:avLst/>
                <a:gdLst/>
                <a:ahLst/>
                <a:cxnLst/>
                <a:rect l="l" t="t" r="r" b="b"/>
                <a:pathLst>
                  <a:path w="1144" h="1515" extrusionOk="0">
                    <a:moveTo>
                      <a:pt x="1144" y="0"/>
                    </a:moveTo>
                    <a:lnTo>
                      <a:pt x="903" y="1515"/>
                    </a:lnTo>
                    <a:lnTo>
                      <a:pt x="121" y="1515"/>
                    </a:lnTo>
                    <a:lnTo>
                      <a:pt x="0"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7" name="Google Shape;2557;p49"/>
              <p:cNvSpPr/>
              <p:nvPr/>
            </p:nvSpPr>
            <p:spPr>
              <a:xfrm>
                <a:off x="1958240" y="3033494"/>
                <a:ext cx="166142" cy="137542"/>
              </a:xfrm>
              <a:custGeom>
                <a:avLst/>
                <a:gdLst/>
                <a:ahLst/>
                <a:cxnLst/>
                <a:rect l="l" t="t" r="r" b="b"/>
                <a:pathLst>
                  <a:path w="1114" h="924" extrusionOk="0">
                    <a:moveTo>
                      <a:pt x="341" y="0"/>
                    </a:moveTo>
                    <a:lnTo>
                      <a:pt x="0" y="923"/>
                    </a:lnTo>
                    <a:lnTo>
                      <a:pt x="492" y="873"/>
                    </a:lnTo>
                    <a:lnTo>
                      <a:pt x="1113"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8" name="Google Shape;2558;p49"/>
              <p:cNvSpPr/>
              <p:nvPr/>
            </p:nvSpPr>
            <p:spPr>
              <a:xfrm>
                <a:off x="1847428" y="3090208"/>
                <a:ext cx="1002519" cy="118042"/>
              </a:xfrm>
              <a:custGeom>
                <a:avLst/>
                <a:gdLst/>
                <a:ahLst/>
                <a:cxnLst/>
                <a:rect l="l" t="t" r="r" b="b"/>
                <a:pathLst>
                  <a:path w="6722" h="793" extrusionOk="0">
                    <a:moveTo>
                      <a:pt x="71" y="663"/>
                    </a:moveTo>
                    <a:lnTo>
                      <a:pt x="6641" y="11"/>
                    </a:lnTo>
                    <a:cubicBezTo>
                      <a:pt x="6681" y="1"/>
                      <a:pt x="6711" y="31"/>
                      <a:pt x="6721" y="71"/>
                    </a:cubicBezTo>
                    <a:lnTo>
                      <a:pt x="6721" y="71"/>
                    </a:lnTo>
                    <a:cubicBezTo>
                      <a:pt x="6721" y="111"/>
                      <a:pt x="6691" y="141"/>
                      <a:pt x="6651" y="141"/>
                    </a:cubicBezTo>
                    <a:lnTo>
                      <a:pt x="81" y="793"/>
                    </a:lnTo>
                    <a:cubicBezTo>
                      <a:pt x="41" y="793"/>
                      <a:pt x="11" y="773"/>
                      <a:pt x="11" y="733"/>
                    </a:cubicBezTo>
                    <a:lnTo>
                      <a:pt x="11" y="733"/>
                    </a:lnTo>
                    <a:cubicBezTo>
                      <a:pt x="1" y="693"/>
                      <a:pt x="31" y="663"/>
                      <a:pt x="71" y="653"/>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9" name="Google Shape;2559;p49"/>
              <p:cNvSpPr/>
              <p:nvPr/>
            </p:nvSpPr>
            <p:spPr>
              <a:xfrm>
                <a:off x="1874423" y="3115662"/>
                <a:ext cx="48023" cy="83657"/>
              </a:xfrm>
              <a:custGeom>
                <a:avLst/>
                <a:gdLst/>
                <a:ahLst/>
                <a:cxnLst/>
                <a:rect l="l" t="t" r="r" b="b"/>
                <a:pathLst>
                  <a:path w="322" h="562" extrusionOk="0">
                    <a:moveTo>
                      <a:pt x="251" y="562"/>
                    </a:moveTo>
                    <a:lnTo>
                      <a:pt x="71" y="421"/>
                    </a:lnTo>
                    <a:lnTo>
                      <a:pt x="0" y="0"/>
                    </a:lnTo>
                    <a:cubicBezTo>
                      <a:pt x="211" y="100"/>
                      <a:pt x="321" y="331"/>
                      <a:pt x="251" y="56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0" name="Google Shape;2560;p49"/>
              <p:cNvSpPr/>
              <p:nvPr/>
            </p:nvSpPr>
            <p:spPr>
              <a:xfrm>
                <a:off x="1887845" y="3187261"/>
                <a:ext cx="37583" cy="88271"/>
              </a:xfrm>
              <a:custGeom>
                <a:avLst/>
                <a:gdLst/>
                <a:ahLst/>
                <a:cxnLst/>
                <a:rect l="l" t="t" r="r" b="b"/>
                <a:pathLst>
                  <a:path w="252" h="593" extrusionOk="0">
                    <a:moveTo>
                      <a:pt x="151" y="1"/>
                    </a:moveTo>
                    <a:lnTo>
                      <a:pt x="1" y="161"/>
                    </a:lnTo>
                    <a:cubicBezTo>
                      <a:pt x="1" y="301"/>
                      <a:pt x="11" y="452"/>
                      <a:pt x="21" y="592"/>
                    </a:cubicBezTo>
                    <a:cubicBezTo>
                      <a:pt x="201" y="452"/>
                      <a:pt x="251" y="201"/>
                      <a:pt x="14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61" name="Google Shape;2561;p49"/>
            <p:cNvGrpSpPr/>
            <p:nvPr/>
          </p:nvGrpSpPr>
          <p:grpSpPr>
            <a:xfrm>
              <a:off x="7213091" y="2060878"/>
              <a:ext cx="969856" cy="494216"/>
              <a:chOff x="1176655" y="788862"/>
              <a:chExt cx="6997515" cy="3565775"/>
            </a:xfrm>
          </p:grpSpPr>
          <p:sp>
            <p:nvSpPr>
              <p:cNvPr id="2562" name="Google Shape;2562;p49"/>
              <p:cNvSpPr/>
              <p:nvPr/>
            </p:nvSpPr>
            <p:spPr>
              <a:xfrm>
                <a:off x="1176655" y="3757792"/>
                <a:ext cx="360584" cy="34237"/>
              </a:xfrm>
              <a:custGeom>
                <a:avLst/>
                <a:gdLst/>
                <a:ahLst/>
                <a:cxnLst/>
                <a:rect l="l" t="t" r="r" b="b"/>
                <a:pathLst>
                  <a:path w="1485" h="141" extrusionOk="0">
                    <a:moveTo>
                      <a:pt x="0" y="0"/>
                    </a:moveTo>
                    <a:lnTo>
                      <a:pt x="1485" y="0"/>
                    </a:lnTo>
                    <a:lnTo>
                      <a:pt x="1485" y="141"/>
                    </a:lnTo>
                    <a:lnTo>
                      <a:pt x="0" y="14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3" name="Google Shape;2563;p49"/>
              <p:cNvSpPr/>
              <p:nvPr/>
            </p:nvSpPr>
            <p:spPr>
              <a:xfrm>
                <a:off x="3081072" y="2676283"/>
                <a:ext cx="509431" cy="626226"/>
              </a:xfrm>
              <a:custGeom>
                <a:avLst/>
                <a:gdLst/>
                <a:ahLst/>
                <a:cxnLst/>
                <a:rect l="l" t="t" r="r" b="b"/>
                <a:pathLst>
                  <a:path w="2098" h="2579" extrusionOk="0">
                    <a:moveTo>
                      <a:pt x="1" y="1"/>
                    </a:moveTo>
                    <a:lnTo>
                      <a:pt x="2087" y="1"/>
                    </a:lnTo>
                    <a:lnTo>
                      <a:pt x="2087" y="11"/>
                    </a:lnTo>
                    <a:lnTo>
                      <a:pt x="833" y="2579"/>
                    </a:lnTo>
                    <a:lnTo>
                      <a:pt x="11" y="2579"/>
                    </a:lnTo>
                    <a:lnTo>
                      <a:pt x="11" y="1"/>
                    </a:lnTo>
                    <a:close/>
                    <a:moveTo>
                      <a:pt x="2087" y="2569"/>
                    </a:moveTo>
                    <a:lnTo>
                      <a:pt x="2087" y="2569"/>
                    </a:lnTo>
                    <a:lnTo>
                      <a:pt x="1124" y="2569"/>
                    </a:lnTo>
                    <a:lnTo>
                      <a:pt x="2097" y="256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4" name="Google Shape;2564;p49"/>
              <p:cNvSpPr/>
              <p:nvPr/>
            </p:nvSpPr>
            <p:spPr>
              <a:xfrm>
                <a:off x="3068931" y="3012585"/>
                <a:ext cx="365683" cy="17240"/>
              </a:xfrm>
              <a:custGeom>
                <a:avLst/>
                <a:gdLst/>
                <a:ahLst/>
                <a:cxnLst/>
                <a:rect l="l" t="t" r="r" b="b"/>
                <a:pathLst>
                  <a:path w="1506" h="71" extrusionOk="0">
                    <a:moveTo>
                      <a:pt x="1" y="0"/>
                    </a:moveTo>
                    <a:lnTo>
                      <a:pt x="1505" y="0"/>
                    </a:lnTo>
                    <a:lnTo>
                      <a:pt x="1505" y="70"/>
                    </a:lnTo>
                    <a:lnTo>
                      <a:pt x="1" y="7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5" name="Google Shape;2565;p49"/>
              <p:cNvSpPr/>
              <p:nvPr/>
            </p:nvSpPr>
            <p:spPr>
              <a:xfrm>
                <a:off x="3081072" y="3029582"/>
                <a:ext cx="353542" cy="17240"/>
              </a:xfrm>
              <a:custGeom>
                <a:avLst/>
                <a:gdLst/>
                <a:ahLst/>
                <a:cxnLst/>
                <a:rect l="l" t="t" r="r" b="b"/>
                <a:pathLst>
                  <a:path w="1456" h="71" extrusionOk="0">
                    <a:moveTo>
                      <a:pt x="1" y="0"/>
                    </a:moveTo>
                    <a:lnTo>
                      <a:pt x="1455" y="0"/>
                    </a:lnTo>
                    <a:lnTo>
                      <a:pt x="1455" y="70"/>
                    </a:lnTo>
                    <a:lnTo>
                      <a:pt x="1" y="7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6" name="Google Shape;2566;p49"/>
              <p:cNvSpPr/>
              <p:nvPr/>
            </p:nvSpPr>
            <p:spPr>
              <a:xfrm>
                <a:off x="3833806" y="788862"/>
                <a:ext cx="24525" cy="1863381"/>
              </a:xfrm>
              <a:custGeom>
                <a:avLst/>
                <a:gdLst/>
                <a:ahLst/>
                <a:cxnLst/>
                <a:rect l="l" t="t" r="r" b="b"/>
                <a:pathLst>
                  <a:path w="101" h="7674" extrusionOk="0">
                    <a:moveTo>
                      <a:pt x="51" y="0"/>
                    </a:moveTo>
                    <a:cubicBezTo>
                      <a:pt x="20" y="0"/>
                      <a:pt x="0" y="20"/>
                      <a:pt x="0" y="50"/>
                    </a:cubicBezTo>
                    <a:lnTo>
                      <a:pt x="0" y="7633"/>
                    </a:lnTo>
                    <a:cubicBezTo>
                      <a:pt x="0" y="7653"/>
                      <a:pt x="20" y="7673"/>
                      <a:pt x="51" y="7673"/>
                    </a:cubicBezTo>
                    <a:cubicBezTo>
                      <a:pt x="81" y="7673"/>
                      <a:pt x="101" y="7653"/>
                      <a:pt x="101" y="7623"/>
                    </a:cubicBezTo>
                    <a:lnTo>
                      <a:pt x="101" y="50"/>
                    </a:lnTo>
                    <a:cubicBezTo>
                      <a:pt x="101" y="20"/>
                      <a:pt x="81" y="0"/>
                      <a:pt x="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7" name="Google Shape;2567;p49"/>
              <p:cNvSpPr/>
              <p:nvPr/>
            </p:nvSpPr>
            <p:spPr>
              <a:xfrm>
                <a:off x="1434770" y="3959816"/>
                <a:ext cx="404534" cy="365683"/>
              </a:xfrm>
              <a:custGeom>
                <a:avLst/>
                <a:gdLst/>
                <a:ahLst/>
                <a:cxnLst/>
                <a:rect l="l" t="t" r="r" b="b"/>
                <a:pathLst>
                  <a:path w="1666" h="1506" extrusionOk="0">
                    <a:moveTo>
                      <a:pt x="0" y="292"/>
                    </a:moveTo>
                    <a:cubicBezTo>
                      <a:pt x="592" y="372"/>
                      <a:pt x="1134" y="191"/>
                      <a:pt x="1665" y="1"/>
                    </a:cubicBezTo>
                    <a:lnTo>
                      <a:pt x="1595" y="1505"/>
                    </a:lnTo>
                    <a:cubicBezTo>
                      <a:pt x="1064" y="1315"/>
                      <a:pt x="532" y="1164"/>
                      <a:pt x="0" y="1245"/>
                    </a:cubicBezTo>
                    <a:lnTo>
                      <a:pt x="0" y="30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8" name="Google Shape;2568;p49"/>
              <p:cNvSpPr/>
              <p:nvPr/>
            </p:nvSpPr>
            <p:spPr>
              <a:xfrm>
                <a:off x="1434770" y="3969529"/>
                <a:ext cx="380252" cy="261029"/>
              </a:xfrm>
              <a:custGeom>
                <a:avLst/>
                <a:gdLst/>
                <a:ahLst/>
                <a:cxnLst/>
                <a:rect l="l" t="t" r="r" b="b"/>
                <a:pathLst>
                  <a:path w="1566" h="1075" extrusionOk="0">
                    <a:moveTo>
                      <a:pt x="0" y="252"/>
                    </a:moveTo>
                    <a:cubicBezTo>
                      <a:pt x="552" y="322"/>
                      <a:pt x="1064" y="172"/>
                      <a:pt x="1565" y="1"/>
                    </a:cubicBezTo>
                    <a:lnTo>
                      <a:pt x="1515" y="1074"/>
                    </a:lnTo>
                    <a:cubicBezTo>
                      <a:pt x="1013" y="884"/>
                      <a:pt x="512" y="743"/>
                      <a:pt x="10" y="793"/>
                    </a:cubicBezTo>
                    <a:lnTo>
                      <a:pt x="10" y="26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9" name="Google Shape;2569;p49"/>
              <p:cNvSpPr/>
              <p:nvPr/>
            </p:nvSpPr>
            <p:spPr>
              <a:xfrm>
                <a:off x="1288593" y="4003766"/>
                <a:ext cx="165844" cy="282640"/>
              </a:xfrm>
              <a:custGeom>
                <a:avLst/>
                <a:gdLst/>
                <a:ahLst/>
                <a:cxnLst/>
                <a:rect l="l" t="t" r="r" b="b"/>
                <a:pathLst>
                  <a:path w="683" h="1164" extrusionOk="0">
                    <a:moveTo>
                      <a:pt x="251" y="10"/>
                    </a:moveTo>
                    <a:lnTo>
                      <a:pt x="432" y="10"/>
                    </a:lnTo>
                    <a:cubicBezTo>
                      <a:pt x="562" y="0"/>
                      <a:pt x="673" y="101"/>
                      <a:pt x="683" y="231"/>
                    </a:cubicBezTo>
                    <a:lnTo>
                      <a:pt x="683" y="933"/>
                    </a:lnTo>
                    <a:cubicBezTo>
                      <a:pt x="673" y="1064"/>
                      <a:pt x="562" y="1164"/>
                      <a:pt x="432" y="1154"/>
                    </a:cubicBezTo>
                    <a:lnTo>
                      <a:pt x="251" y="1154"/>
                    </a:lnTo>
                    <a:cubicBezTo>
                      <a:pt x="121" y="1164"/>
                      <a:pt x="10" y="1064"/>
                      <a:pt x="0" y="933"/>
                    </a:cubicBezTo>
                    <a:lnTo>
                      <a:pt x="0" y="231"/>
                    </a:lnTo>
                    <a:cubicBezTo>
                      <a:pt x="10" y="101"/>
                      <a:pt x="121" y="0"/>
                      <a:pt x="251" y="1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0" name="Google Shape;2570;p49"/>
              <p:cNvSpPr/>
              <p:nvPr/>
            </p:nvSpPr>
            <p:spPr>
              <a:xfrm>
                <a:off x="1288593" y="4003766"/>
                <a:ext cx="131850" cy="197411"/>
              </a:xfrm>
              <a:custGeom>
                <a:avLst/>
                <a:gdLst/>
                <a:ahLst/>
                <a:cxnLst/>
                <a:rect l="l" t="t" r="r" b="b"/>
                <a:pathLst>
                  <a:path w="543" h="813" extrusionOk="0">
                    <a:moveTo>
                      <a:pt x="251" y="10"/>
                    </a:moveTo>
                    <a:lnTo>
                      <a:pt x="432" y="10"/>
                    </a:lnTo>
                    <a:cubicBezTo>
                      <a:pt x="472" y="10"/>
                      <a:pt x="512" y="20"/>
                      <a:pt x="542" y="41"/>
                    </a:cubicBezTo>
                    <a:lnTo>
                      <a:pt x="542" y="582"/>
                    </a:lnTo>
                    <a:cubicBezTo>
                      <a:pt x="542" y="713"/>
                      <a:pt x="422" y="813"/>
                      <a:pt x="291" y="803"/>
                    </a:cubicBezTo>
                    <a:lnTo>
                      <a:pt x="111" y="803"/>
                    </a:lnTo>
                    <a:cubicBezTo>
                      <a:pt x="71" y="803"/>
                      <a:pt x="41" y="793"/>
                      <a:pt x="0" y="783"/>
                    </a:cubicBezTo>
                    <a:lnTo>
                      <a:pt x="0" y="231"/>
                    </a:lnTo>
                    <a:cubicBezTo>
                      <a:pt x="10" y="101"/>
                      <a:pt x="121" y="0"/>
                      <a:pt x="251" y="1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1" name="Google Shape;2571;p49"/>
              <p:cNvSpPr/>
              <p:nvPr/>
            </p:nvSpPr>
            <p:spPr>
              <a:xfrm>
                <a:off x="5127052" y="3136665"/>
                <a:ext cx="689602" cy="268071"/>
              </a:xfrm>
              <a:custGeom>
                <a:avLst/>
                <a:gdLst/>
                <a:ahLst/>
                <a:cxnLst/>
                <a:rect l="l" t="t" r="r" b="b"/>
                <a:pathLst>
                  <a:path w="2840" h="1104" extrusionOk="0">
                    <a:moveTo>
                      <a:pt x="141" y="1"/>
                    </a:moveTo>
                    <a:lnTo>
                      <a:pt x="2699" y="1"/>
                    </a:lnTo>
                    <a:cubicBezTo>
                      <a:pt x="2779" y="11"/>
                      <a:pt x="2839" y="81"/>
                      <a:pt x="2829" y="171"/>
                    </a:cubicBezTo>
                    <a:lnTo>
                      <a:pt x="2829" y="943"/>
                    </a:lnTo>
                    <a:cubicBezTo>
                      <a:pt x="2839" y="1024"/>
                      <a:pt x="2779" y="1094"/>
                      <a:pt x="2699" y="1104"/>
                    </a:cubicBezTo>
                    <a:lnTo>
                      <a:pt x="141" y="1104"/>
                    </a:lnTo>
                    <a:cubicBezTo>
                      <a:pt x="61" y="1094"/>
                      <a:pt x="1" y="1024"/>
                      <a:pt x="11" y="943"/>
                    </a:cubicBezTo>
                    <a:lnTo>
                      <a:pt x="11" y="171"/>
                    </a:lnTo>
                    <a:cubicBezTo>
                      <a:pt x="1" y="81"/>
                      <a:pt x="61" y="11"/>
                      <a:pt x="14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2" name="Google Shape;2572;p49"/>
              <p:cNvSpPr/>
              <p:nvPr/>
            </p:nvSpPr>
            <p:spPr>
              <a:xfrm>
                <a:off x="5127052" y="3153662"/>
                <a:ext cx="635939" cy="251073"/>
              </a:xfrm>
              <a:custGeom>
                <a:avLst/>
                <a:gdLst/>
                <a:ahLst/>
                <a:cxnLst/>
                <a:rect l="l" t="t" r="r" b="b"/>
                <a:pathLst>
                  <a:path w="2619" h="1034" extrusionOk="0">
                    <a:moveTo>
                      <a:pt x="2578" y="1034"/>
                    </a:moveTo>
                    <a:lnTo>
                      <a:pt x="141" y="1034"/>
                    </a:lnTo>
                    <a:cubicBezTo>
                      <a:pt x="61" y="1024"/>
                      <a:pt x="1" y="954"/>
                      <a:pt x="11" y="873"/>
                    </a:cubicBezTo>
                    <a:lnTo>
                      <a:pt x="11" y="101"/>
                    </a:lnTo>
                    <a:cubicBezTo>
                      <a:pt x="11" y="61"/>
                      <a:pt x="21" y="31"/>
                      <a:pt x="31" y="1"/>
                    </a:cubicBezTo>
                    <a:lnTo>
                      <a:pt x="2478" y="1"/>
                    </a:lnTo>
                    <a:cubicBezTo>
                      <a:pt x="2558" y="11"/>
                      <a:pt x="2619" y="81"/>
                      <a:pt x="2609" y="161"/>
                    </a:cubicBezTo>
                    <a:lnTo>
                      <a:pt x="2609" y="944"/>
                    </a:lnTo>
                    <a:cubicBezTo>
                      <a:pt x="2609" y="974"/>
                      <a:pt x="2598" y="1004"/>
                      <a:pt x="2588" y="1034"/>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3" name="Google Shape;2573;p49"/>
              <p:cNvSpPr/>
              <p:nvPr/>
            </p:nvSpPr>
            <p:spPr>
              <a:xfrm>
                <a:off x="5575294" y="2931970"/>
                <a:ext cx="265642" cy="24767"/>
              </a:xfrm>
              <a:custGeom>
                <a:avLst/>
                <a:gdLst/>
                <a:ahLst/>
                <a:cxnLst/>
                <a:rect l="l" t="t" r="r" b="b"/>
                <a:pathLst>
                  <a:path w="1094" h="102" extrusionOk="0">
                    <a:moveTo>
                      <a:pt x="1094" y="1"/>
                    </a:moveTo>
                    <a:lnTo>
                      <a:pt x="0" y="1"/>
                    </a:lnTo>
                    <a:lnTo>
                      <a:pt x="0" y="101"/>
                    </a:lnTo>
                    <a:lnTo>
                      <a:pt x="1094" y="10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4" name="Google Shape;2574;p49"/>
              <p:cNvSpPr/>
              <p:nvPr/>
            </p:nvSpPr>
            <p:spPr>
              <a:xfrm>
                <a:off x="5316936" y="2863981"/>
                <a:ext cx="304736" cy="270499"/>
              </a:xfrm>
              <a:custGeom>
                <a:avLst/>
                <a:gdLst/>
                <a:ahLst/>
                <a:cxnLst/>
                <a:rect l="l" t="t" r="r" b="b"/>
                <a:pathLst>
                  <a:path w="1255" h="1114" extrusionOk="0">
                    <a:moveTo>
                      <a:pt x="803" y="0"/>
                    </a:moveTo>
                    <a:lnTo>
                      <a:pt x="452" y="0"/>
                    </a:lnTo>
                    <a:cubicBezTo>
                      <a:pt x="202" y="0"/>
                      <a:pt x="1" y="201"/>
                      <a:pt x="1" y="452"/>
                    </a:cubicBezTo>
                    <a:lnTo>
                      <a:pt x="1" y="973"/>
                    </a:lnTo>
                    <a:cubicBezTo>
                      <a:pt x="1" y="1013"/>
                      <a:pt x="11" y="1063"/>
                      <a:pt x="21" y="1114"/>
                    </a:cubicBezTo>
                    <a:lnTo>
                      <a:pt x="1235" y="1114"/>
                    </a:lnTo>
                    <a:cubicBezTo>
                      <a:pt x="1245" y="1063"/>
                      <a:pt x="1255" y="1013"/>
                      <a:pt x="1255" y="973"/>
                    </a:cubicBezTo>
                    <a:lnTo>
                      <a:pt x="1255" y="452"/>
                    </a:lnTo>
                    <a:cubicBezTo>
                      <a:pt x="1255" y="201"/>
                      <a:pt x="1054" y="0"/>
                      <a:pt x="8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5" name="Google Shape;2575;p49"/>
              <p:cNvSpPr/>
              <p:nvPr/>
            </p:nvSpPr>
            <p:spPr>
              <a:xfrm>
                <a:off x="5316936" y="2910116"/>
                <a:ext cx="251316" cy="224363"/>
              </a:xfrm>
              <a:custGeom>
                <a:avLst/>
                <a:gdLst/>
                <a:ahLst/>
                <a:cxnLst/>
                <a:rect l="l" t="t" r="r" b="b"/>
                <a:pathLst>
                  <a:path w="1035" h="924" extrusionOk="0">
                    <a:moveTo>
                      <a:pt x="61" y="31"/>
                    </a:moveTo>
                    <a:cubicBezTo>
                      <a:pt x="21" y="101"/>
                      <a:pt x="1" y="181"/>
                      <a:pt x="1" y="262"/>
                    </a:cubicBezTo>
                    <a:lnTo>
                      <a:pt x="1" y="783"/>
                    </a:lnTo>
                    <a:cubicBezTo>
                      <a:pt x="1" y="823"/>
                      <a:pt x="11" y="873"/>
                      <a:pt x="31" y="924"/>
                    </a:cubicBezTo>
                    <a:lnTo>
                      <a:pt x="1034" y="924"/>
                    </a:lnTo>
                    <a:lnTo>
                      <a:pt x="1034" y="452"/>
                    </a:lnTo>
                    <a:cubicBezTo>
                      <a:pt x="1024" y="201"/>
                      <a:pt x="823" y="1"/>
                      <a:pt x="583" y="1"/>
                    </a:cubicBezTo>
                    <a:lnTo>
                      <a:pt x="222" y="1"/>
                    </a:lnTo>
                    <a:cubicBezTo>
                      <a:pt x="171" y="1"/>
                      <a:pt x="111" y="11"/>
                      <a:pt x="61" y="3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6" name="Google Shape;2576;p49"/>
              <p:cNvSpPr/>
              <p:nvPr/>
            </p:nvSpPr>
            <p:spPr>
              <a:xfrm>
                <a:off x="5258659" y="3012585"/>
                <a:ext cx="426388" cy="124323"/>
              </a:xfrm>
              <a:custGeom>
                <a:avLst/>
                <a:gdLst/>
                <a:ahLst/>
                <a:cxnLst/>
                <a:rect l="l" t="t" r="r" b="b"/>
                <a:pathLst>
                  <a:path w="1756" h="512" extrusionOk="0">
                    <a:moveTo>
                      <a:pt x="1555" y="0"/>
                    </a:moveTo>
                    <a:lnTo>
                      <a:pt x="181" y="0"/>
                    </a:lnTo>
                    <a:lnTo>
                      <a:pt x="0" y="512"/>
                    </a:lnTo>
                    <a:lnTo>
                      <a:pt x="1756" y="51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7" name="Google Shape;2577;p49"/>
              <p:cNvSpPr/>
              <p:nvPr/>
            </p:nvSpPr>
            <p:spPr>
              <a:xfrm>
                <a:off x="5602003" y="3029582"/>
                <a:ext cx="61190" cy="97613"/>
              </a:xfrm>
              <a:custGeom>
                <a:avLst/>
                <a:gdLst/>
                <a:ahLst/>
                <a:cxnLst/>
                <a:rect l="l" t="t" r="r" b="b"/>
                <a:pathLst>
                  <a:path w="252" h="402" extrusionOk="0">
                    <a:moveTo>
                      <a:pt x="101" y="0"/>
                    </a:moveTo>
                    <a:lnTo>
                      <a:pt x="1" y="0"/>
                    </a:lnTo>
                    <a:lnTo>
                      <a:pt x="151" y="401"/>
                    </a:lnTo>
                    <a:lnTo>
                      <a:pt x="251" y="40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8" name="Google Shape;2578;p49"/>
              <p:cNvSpPr/>
              <p:nvPr/>
            </p:nvSpPr>
            <p:spPr>
              <a:xfrm>
                <a:off x="5543484" y="3029582"/>
                <a:ext cx="49049" cy="97613"/>
              </a:xfrm>
              <a:custGeom>
                <a:avLst/>
                <a:gdLst/>
                <a:ahLst/>
                <a:cxnLst/>
                <a:rect l="l" t="t" r="r" b="b"/>
                <a:pathLst>
                  <a:path w="202" h="402" extrusionOk="0">
                    <a:moveTo>
                      <a:pt x="101" y="0"/>
                    </a:moveTo>
                    <a:lnTo>
                      <a:pt x="1" y="0"/>
                    </a:lnTo>
                    <a:lnTo>
                      <a:pt x="101" y="401"/>
                    </a:lnTo>
                    <a:lnTo>
                      <a:pt x="201" y="401"/>
                    </a:lnTo>
                    <a:cubicBezTo>
                      <a:pt x="171" y="271"/>
                      <a:pt x="131" y="131"/>
                      <a:pt x="10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9" name="Google Shape;2579;p49"/>
              <p:cNvSpPr/>
              <p:nvPr/>
            </p:nvSpPr>
            <p:spPr>
              <a:xfrm>
                <a:off x="5487636" y="3029582"/>
                <a:ext cx="34237" cy="97613"/>
              </a:xfrm>
              <a:custGeom>
                <a:avLst/>
                <a:gdLst/>
                <a:ahLst/>
                <a:cxnLst/>
                <a:rect l="l" t="t" r="r" b="b"/>
                <a:pathLst>
                  <a:path w="141" h="402" extrusionOk="0">
                    <a:moveTo>
                      <a:pt x="100" y="0"/>
                    </a:moveTo>
                    <a:lnTo>
                      <a:pt x="0" y="0"/>
                    </a:lnTo>
                    <a:cubicBezTo>
                      <a:pt x="10" y="131"/>
                      <a:pt x="20" y="271"/>
                      <a:pt x="30" y="401"/>
                    </a:cubicBezTo>
                    <a:lnTo>
                      <a:pt x="141" y="401"/>
                    </a:lnTo>
                    <a:cubicBezTo>
                      <a:pt x="120" y="271"/>
                      <a:pt x="110" y="131"/>
                      <a:pt x="10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0" name="Google Shape;2580;p49"/>
              <p:cNvSpPr/>
              <p:nvPr/>
            </p:nvSpPr>
            <p:spPr>
              <a:xfrm>
                <a:off x="5424261" y="3029582"/>
                <a:ext cx="31809" cy="97613"/>
              </a:xfrm>
              <a:custGeom>
                <a:avLst/>
                <a:gdLst/>
                <a:ahLst/>
                <a:cxnLst/>
                <a:rect l="l" t="t" r="r" b="b"/>
                <a:pathLst>
                  <a:path w="131" h="402" extrusionOk="0">
                    <a:moveTo>
                      <a:pt x="131" y="0"/>
                    </a:moveTo>
                    <a:lnTo>
                      <a:pt x="30" y="0"/>
                    </a:lnTo>
                    <a:cubicBezTo>
                      <a:pt x="20" y="131"/>
                      <a:pt x="10" y="271"/>
                      <a:pt x="0" y="401"/>
                    </a:cubicBezTo>
                    <a:lnTo>
                      <a:pt x="101" y="401"/>
                    </a:lnTo>
                    <a:cubicBezTo>
                      <a:pt x="111" y="271"/>
                      <a:pt x="121" y="131"/>
                      <a:pt x="13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1" name="Google Shape;2581;p49"/>
              <p:cNvSpPr/>
              <p:nvPr/>
            </p:nvSpPr>
            <p:spPr>
              <a:xfrm>
                <a:off x="5353601" y="3029582"/>
                <a:ext cx="46378" cy="97613"/>
              </a:xfrm>
              <a:custGeom>
                <a:avLst/>
                <a:gdLst/>
                <a:ahLst/>
                <a:cxnLst/>
                <a:rect l="l" t="t" r="r" b="b"/>
                <a:pathLst>
                  <a:path w="191" h="402" extrusionOk="0">
                    <a:moveTo>
                      <a:pt x="191" y="0"/>
                    </a:moveTo>
                    <a:lnTo>
                      <a:pt x="91" y="0"/>
                    </a:lnTo>
                    <a:lnTo>
                      <a:pt x="0" y="401"/>
                    </a:lnTo>
                    <a:lnTo>
                      <a:pt x="101" y="401"/>
                    </a:lnTo>
                    <a:cubicBezTo>
                      <a:pt x="131" y="271"/>
                      <a:pt x="161" y="131"/>
                      <a:pt x="19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2" name="Google Shape;2582;p49"/>
              <p:cNvSpPr/>
              <p:nvPr/>
            </p:nvSpPr>
            <p:spPr>
              <a:xfrm>
                <a:off x="5282941" y="3029582"/>
                <a:ext cx="61190" cy="97613"/>
              </a:xfrm>
              <a:custGeom>
                <a:avLst/>
                <a:gdLst/>
                <a:ahLst/>
                <a:cxnLst/>
                <a:rect l="l" t="t" r="r" b="b"/>
                <a:pathLst>
                  <a:path w="252" h="402" extrusionOk="0">
                    <a:moveTo>
                      <a:pt x="251" y="0"/>
                    </a:moveTo>
                    <a:lnTo>
                      <a:pt x="151" y="0"/>
                    </a:lnTo>
                    <a:lnTo>
                      <a:pt x="1" y="401"/>
                    </a:lnTo>
                    <a:lnTo>
                      <a:pt x="101" y="40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3" name="Google Shape;2583;p49"/>
              <p:cNvSpPr/>
              <p:nvPr/>
            </p:nvSpPr>
            <p:spPr>
              <a:xfrm>
                <a:off x="3353999" y="1655964"/>
                <a:ext cx="465481" cy="1115504"/>
              </a:xfrm>
              <a:custGeom>
                <a:avLst/>
                <a:gdLst/>
                <a:ahLst/>
                <a:cxnLst/>
                <a:rect l="l" t="t" r="r" b="b"/>
                <a:pathLst>
                  <a:path w="1917" h="4594" extrusionOk="0">
                    <a:moveTo>
                      <a:pt x="311" y="0"/>
                    </a:moveTo>
                    <a:lnTo>
                      <a:pt x="482" y="0"/>
                    </a:lnTo>
                    <a:lnTo>
                      <a:pt x="713" y="642"/>
                    </a:lnTo>
                    <a:lnTo>
                      <a:pt x="1254" y="642"/>
                    </a:lnTo>
                    <a:lnTo>
                      <a:pt x="1254" y="742"/>
                    </a:lnTo>
                    <a:lnTo>
                      <a:pt x="783" y="873"/>
                    </a:lnTo>
                    <a:lnTo>
                      <a:pt x="1013" y="1515"/>
                    </a:lnTo>
                    <a:lnTo>
                      <a:pt x="1916" y="1515"/>
                    </a:lnTo>
                    <a:lnTo>
                      <a:pt x="1906" y="1645"/>
                    </a:lnTo>
                    <a:lnTo>
                      <a:pt x="1435" y="1645"/>
                    </a:lnTo>
                    <a:lnTo>
                      <a:pt x="1104" y="1765"/>
                    </a:lnTo>
                    <a:lnTo>
                      <a:pt x="1104" y="1765"/>
                    </a:lnTo>
                    <a:lnTo>
                      <a:pt x="1916" y="4052"/>
                    </a:lnTo>
                    <a:lnTo>
                      <a:pt x="963" y="4594"/>
                    </a:lnTo>
                    <a:lnTo>
                      <a:pt x="552" y="1685"/>
                    </a:lnTo>
                    <a:lnTo>
                      <a:pt x="30" y="1605"/>
                    </a:lnTo>
                    <a:lnTo>
                      <a:pt x="0" y="1515"/>
                    </a:lnTo>
                    <a:lnTo>
                      <a:pt x="532" y="151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4" name="Google Shape;2584;p49"/>
              <p:cNvSpPr/>
              <p:nvPr/>
            </p:nvSpPr>
            <p:spPr>
              <a:xfrm>
                <a:off x="3392850" y="1655964"/>
                <a:ext cx="426630" cy="1093650"/>
              </a:xfrm>
              <a:custGeom>
                <a:avLst/>
                <a:gdLst/>
                <a:ahLst/>
                <a:cxnLst/>
                <a:rect l="l" t="t" r="r" b="b"/>
                <a:pathLst>
                  <a:path w="1757" h="4504" extrusionOk="0">
                    <a:moveTo>
                      <a:pt x="282" y="0"/>
                    </a:moveTo>
                    <a:lnTo>
                      <a:pt x="322" y="0"/>
                    </a:lnTo>
                    <a:lnTo>
                      <a:pt x="553" y="642"/>
                    </a:lnTo>
                    <a:lnTo>
                      <a:pt x="1094" y="642"/>
                    </a:lnTo>
                    <a:lnTo>
                      <a:pt x="1094" y="672"/>
                    </a:lnTo>
                    <a:lnTo>
                      <a:pt x="743" y="782"/>
                    </a:lnTo>
                    <a:lnTo>
                      <a:pt x="763" y="833"/>
                    </a:lnTo>
                    <a:lnTo>
                      <a:pt x="623" y="873"/>
                    </a:lnTo>
                    <a:lnTo>
                      <a:pt x="853" y="1515"/>
                    </a:lnTo>
                    <a:lnTo>
                      <a:pt x="1756" y="1515"/>
                    </a:lnTo>
                    <a:lnTo>
                      <a:pt x="1756" y="1555"/>
                    </a:lnTo>
                    <a:lnTo>
                      <a:pt x="1385" y="1555"/>
                    </a:lnTo>
                    <a:lnTo>
                      <a:pt x="1054" y="1665"/>
                    </a:lnTo>
                    <a:lnTo>
                      <a:pt x="1054" y="1665"/>
                    </a:lnTo>
                    <a:lnTo>
                      <a:pt x="1074" y="1715"/>
                    </a:lnTo>
                    <a:lnTo>
                      <a:pt x="944" y="1765"/>
                    </a:lnTo>
                    <a:lnTo>
                      <a:pt x="944" y="1765"/>
                    </a:lnTo>
                    <a:lnTo>
                      <a:pt x="1746" y="4022"/>
                    </a:lnTo>
                    <a:lnTo>
                      <a:pt x="914" y="4504"/>
                    </a:lnTo>
                    <a:lnTo>
                      <a:pt x="502" y="1585"/>
                    </a:lnTo>
                    <a:lnTo>
                      <a:pt x="1" y="1515"/>
                    </a:lnTo>
                    <a:lnTo>
                      <a:pt x="372" y="1515"/>
                    </a:lnTo>
                    <a:lnTo>
                      <a:pt x="352" y="1424"/>
                    </a:lnTo>
                    <a:lnTo>
                      <a:pt x="482" y="1424"/>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5" name="Google Shape;2585;p49"/>
              <p:cNvSpPr/>
              <p:nvPr/>
            </p:nvSpPr>
            <p:spPr>
              <a:xfrm>
                <a:off x="1877911" y="3000201"/>
                <a:ext cx="424202" cy="290167"/>
              </a:xfrm>
              <a:custGeom>
                <a:avLst/>
                <a:gdLst/>
                <a:ahLst/>
                <a:cxnLst/>
                <a:rect l="l" t="t" r="r" b="b"/>
                <a:pathLst>
                  <a:path w="1747" h="1195" extrusionOk="0">
                    <a:moveTo>
                      <a:pt x="51" y="1"/>
                    </a:moveTo>
                    <a:lnTo>
                      <a:pt x="1746" y="1114"/>
                    </a:lnTo>
                    <a:lnTo>
                      <a:pt x="1696" y="1194"/>
                    </a:lnTo>
                    <a:lnTo>
                      <a:pt x="1" y="8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6" name="Google Shape;2586;p49"/>
              <p:cNvSpPr/>
              <p:nvPr/>
            </p:nvSpPr>
            <p:spPr>
              <a:xfrm>
                <a:off x="1780542" y="2934641"/>
                <a:ext cx="107325" cy="80615"/>
              </a:xfrm>
              <a:custGeom>
                <a:avLst/>
                <a:gdLst/>
                <a:ahLst/>
                <a:cxnLst/>
                <a:rect l="l" t="t" r="r" b="b"/>
                <a:pathLst>
                  <a:path w="442" h="332" extrusionOk="0">
                    <a:moveTo>
                      <a:pt x="61" y="0"/>
                    </a:moveTo>
                    <a:lnTo>
                      <a:pt x="442" y="281"/>
                    </a:lnTo>
                    <a:lnTo>
                      <a:pt x="412" y="331"/>
                    </a:lnTo>
                    <a:lnTo>
                      <a:pt x="1" y="10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7" name="Google Shape;2587;p49"/>
              <p:cNvSpPr/>
              <p:nvPr/>
            </p:nvSpPr>
            <p:spPr>
              <a:xfrm>
                <a:off x="1385963" y="3394780"/>
                <a:ext cx="6788206" cy="597088"/>
              </a:xfrm>
              <a:custGeom>
                <a:avLst/>
                <a:gdLst/>
                <a:ahLst/>
                <a:cxnLst/>
                <a:rect l="l" t="t" r="r" b="b"/>
                <a:pathLst>
                  <a:path w="27956" h="2459" extrusionOk="0">
                    <a:moveTo>
                      <a:pt x="342" y="542"/>
                    </a:moveTo>
                    <a:lnTo>
                      <a:pt x="14154" y="542"/>
                    </a:lnTo>
                    <a:lnTo>
                      <a:pt x="27956" y="1"/>
                    </a:lnTo>
                    <a:cubicBezTo>
                      <a:pt x="26872" y="954"/>
                      <a:pt x="25679" y="1786"/>
                      <a:pt x="24405" y="2458"/>
                    </a:cubicBezTo>
                    <a:lnTo>
                      <a:pt x="733" y="2458"/>
                    </a:lnTo>
                    <a:lnTo>
                      <a:pt x="562" y="1495"/>
                    </a:lnTo>
                    <a:lnTo>
                      <a:pt x="1" y="1495"/>
                    </a:lnTo>
                    <a:lnTo>
                      <a:pt x="352" y="54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8" name="Google Shape;2588;p49"/>
              <p:cNvSpPr/>
              <p:nvPr/>
            </p:nvSpPr>
            <p:spPr>
              <a:xfrm>
                <a:off x="1434770" y="3394780"/>
                <a:ext cx="6739400" cy="597088"/>
              </a:xfrm>
              <a:custGeom>
                <a:avLst/>
                <a:gdLst/>
                <a:ahLst/>
                <a:cxnLst/>
                <a:rect l="l" t="t" r="r" b="b"/>
                <a:pathLst>
                  <a:path w="27755" h="2459" extrusionOk="0">
                    <a:moveTo>
                      <a:pt x="311" y="542"/>
                    </a:moveTo>
                    <a:lnTo>
                      <a:pt x="13953" y="542"/>
                    </a:lnTo>
                    <a:lnTo>
                      <a:pt x="27755" y="1"/>
                    </a:lnTo>
                    <a:cubicBezTo>
                      <a:pt x="26671" y="954"/>
                      <a:pt x="25478" y="1786"/>
                      <a:pt x="24204" y="2458"/>
                    </a:cubicBezTo>
                    <a:lnTo>
                      <a:pt x="853" y="2458"/>
                    </a:lnTo>
                    <a:lnTo>
                      <a:pt x="572" y="1385"/>
                    </a:lnTo>
                    <a:lnTo>
                      <a:pt x="0" y="1385"/>
                    </a:lnTo>
                    <a:lnTo>
                      <a:pt x="311" y="54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9" name="Google Shape;2589;p49"/>
              <p:cNvSpPr/>
              <p:nvPr/>
            </p:nvSpPr>
            <p:spPr>
              <a:xfrm>
                <a:off x="1434770" y="3397208"/>
                <a:ext cx="6654171" cy="226792"/>
              </a:xfrm>
              <a:custGeom>
                <a:avLst/>
                <a:gdLst/>
                <a:ahLst/>
                <a:cxnLst/>
                <a:rect l="l" t="t" r="r" b="b"/>
                <a:pathLst>
                  <a:path w="27404" h="934" extrusionOk="0">
                    <a:moveTo>
                      <a:pt x="141" y="532"/>
                    </a:moveTo>
                    <a:lnTo>
                      <a:pt x="13953" y="532"/>
                    </a:lnTo>
                    <a:lnTo>
                      <a:pt x="27404" y="1"/>
                    </a:lnTo>
                    <a:lnTo>
                      <a:pt x="14996" y="934"/>
                    </a:lnTo>
                    <a:lnTo>
                      <a:pt x="0" y="934"/>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0" name="Google Shape;2590;p49"/>
              <p:cNvSpPr/>
              <p:nvPr/>
            </p:nvSpPr>
            <p:spPr>
              <a:xfrm>
                <a:off x="6383876" y="3662850"/>
                <a:ext cx="1459090" cy="329018"/>
              </a:xfrm>
              <a:custGeom>
                <a:avLst/>
                <a:gdLst/>
                <a:ahLst/>
                <a:cxnLst/>
                <a:rect l="l" t="t" r="r" b="b"/>
                <a:pathLst>
                  <a:path w="6009" h="1355" extrusionOk="0">
                    <a:moveTo>
                      <a:pt x="5999" y="0"/>
                    </a:moveTo>
                    <a:cubicBezTo>
                      <a:pt x="5307" y="502"/>
                      <a:pt x="4574" y="953"/>
                      <a:pt x="3822" y="1354"/>
                    </a:cubicBezTo>
                    <a:lnTo>
                      <a:pt x="0" y="1354"/>
                    </a:lnTo>
                    <a:cubicBezTo>
                      <a:pt x="2127" y="983"/>
                      <a:pt x="4364" y="431"/>
                      <a:pt x="600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1" name="Google Shape;2591;p49"/>
              <p:cNvSpPr/>
              <p:nvPr/>
            </p:nvSpPr>
            <p:spPr>
              <a:xfrm>
                <a:off x="1468764" y="3160947"/>
                <a:ext cx="6705405" cy="365683"/>
              </a:xfrm>
              <a:custGeom>
                <a:avLst/>
                <a:gdLst/>
                <a:ahLst/>
                <a:cxnLst/>
                <a:rect l="l" t="t" r="r" b="b"/>
                <a:pathLst>
                  <a:path w="27615" h="1506" extrusionOk="0">
                    <a:moveTo>
                      <a:pt x="382" y="603"/>
                    </a:moveTo>
                    <a:lnTo>
                      <a:pt x="8777" y="573"/>
                    </a:lnTo>
                    <a:lnTo>
                      <a:pt x="12198" y="252"/>
                    </a:lnTo>
                    <a:lnTo>
                      <a:pt x="12719" y="1"/>
                    </a:lnTo>
                    <a:lnTo>
                      <a:pt x="27615" y="964"/>
                    </a:lnTo>
                    <a:lnTo>
                      <a:pt x="13813" y="1505"/>
                    </a:lnTo>
                    <a:lnTo>
                      <a:pt x="1" y="1505"/>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2" name="Google Shape;2592;p49"/>
              <p:cNvSpPr/>
              <p:nvPr/>
            </p:nvSpPr>
            <p:spPr>
              <a:xfrm>
                <a:off x="1536996" y="3309551"/>
                <a:ext cx="1805105" cy="53905"/>
              </a:xfrm>
              <a:custGeom>
                <a:avLst/>
                <a:gdLst/>
                <a:ahLst/>
                <a:cxnLst/>
                <a:rect l="l" t="t" r="r" b="b"/>
                <a:pathLst>
                  <a:path w="7434" h="222" extrusionOk="0">
                    <a:moveTo>
                      <a:pt x="1" y="221"/>
                    </a:moveTo>
                    <a:lnTo>
                      <a:pt x="101" y="1"/>
                    </a:lnTo>
                    <a:lnTo>
                      <a:pt x="7433" y="1"/>
                    </a:lnTo>
                    <a:lnTo>
                      <a:pt x="7433" y="2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3" name="Google Shape;2593;p49"/>
              <p:cNvSpPr/>
              <p:nvPr/>
            </p:nvSpPr>
            <p:spPr>
              <a:xfrm>
                <a:off x="4340324" y="2639860"/>
                <a:ext cx="487335" cy="582276"/>
              </a:xfrm>
              <a:custGeom>
                <a:avLst/>
                <a:gdLst/>
                <a:ahLst/>
                <a:cxnLst/>
                <a:rect l="l" t="t" r="r" b="b"/>
                <a:pathLst>
                  <a:path w="2007" h="2398" extrusionOk="0">
                    <a:moveTo>
                      <a:pt x="823" y="0"/>
                    </a:moveTo>
                    <a:lnTo>
                      <a:pt x="2007" y="2217"/>
                    </a:lnTo>
                    <a:lnTo>
                      <a:pt x="893" y="2147"/>
                    </a:lnTo>
                    <a:lnTo>
                      <a:pt x="372" y="2398"/>
                    </a:lnTo>
                    <a:lnTo>
                      <a:pt x="342" y="2398"/>
                    </a:lnTo>
                    <a:lnTo>
                      <a:pt x="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4" name="Google Shape;2594;p49"/>
              <p:cNvSpPr/>
              <p:nvPr/>
            </p:nvSpPr>
            <p:spPr>
              <a:xfrm>
                <a:off x="3283339" y="2639860"/>
                <a:ext cx="1140028" cy="662649"/>
              </a:xfrm>
              <a:custGeom>
                <a:avLst/>
                <a:gdLst/>
                <a:ahLst/>
                <a:cxnLst/>
                <a:rect l="l" t="t" r="r" b="b"/>
                <a:pathLst>
                  <a:path w="4695" h="2729" extrusionOk="0">
                    <a:moveTo>
                      <a:pt x="4695" y="2398"/>
                    </a:moveTo>
                    <a:lnTo>
                      <a:pt x="4354" y="0"/>
                    </a:lnTo>
                    <a:lnTo>
                      <a:pt x="1335" y="0"/>
                    </a:lnTo>
                    <a:lnTo>
                      <a:pt x="0" y="2729"/>
                    </a:lnTo>
                    <a:lnTo>
                      <a:pt x="1304" y="2719"/>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5" name="Google Shape;2595;p49"/>
              <p:cNvSpPr/>
              <p:nvPr/>
            </p:nvSpPr>
            <p:spPr>
              <a:xfrm>
                <a:off x="4140728" y="2513110"/>
                <a:ext cx="260786" cy="126994"/>
              </a:xfrm>
              <a:custGeom>
                <a:avLst/>
                <a:gdLst/>
                <a:ahLst/>
                <a:cxnLst/>
                <a:rect l="l" t="t" r="r" b="b"/>
                <a:pathLst>
                  <a:path w="1074" h="523" extrusionOk="0">
                    <a:moveTo>
                      <a:pt x="0" y="1"/>
                    </a:moveTo>
                    <a:lnTo>
                      <a:pt x="1073" y="1"/>
                    </a:lnTo>
                    <a:lnTo>
                      <a:pt x="1073" y="522"/>
                    </a:lnTo>
                    <a:lnTo>
                      <a:pt x="0" y="52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6" name="Google Shape;2596;p49"/>
              <p:cNvSpPr/>
              <p:nvPr/>
            </p:nvSpPr>
            <p:spPr>
              <a:xfrm>
                <a:off x="4140728" y="2532535"/>
                <a:ext cx="260786" cy="107568"/>
              </a:xfrm>
              <a:custGeom>
                <a:avLst/>
                <a:gdLst/>
                <a:ahLst/>
                <a:cxnLst/>
                <a:rect l="l" t="t" r="r" b="b"/>
                <a:pathLst>
                  <a:path w="1074" h="443" extrusionOk="0">
                    <a:moveTo>
                      <a:pt x="1073" y="1"/>
                    </a:moveTo>
                    <a:lnTo>
                      <a:pt x="1073" y="442"/>
                    </a:lnTo>
                    <a:lnTo>
                      <a:pt x="0" y="44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7" name="Google Shape;2597;p49"/>
              <p:cNvSpPr/>
              <p:nvPr/>
            </p:nvSpPr>
            <p:spPr>
              <a:xfrm>
                <a:off x="4179579" y="2335367"/>
                <a:ext cx="221935" cy="177985"/>
              </a:xfrm>
              <a:custGeom>
                <a:avLst/>
                <a:gdLst/>
                <a:ahLst/>
                <a:cxnLst/>
                <a:rect l="l" t="t" r="r" b="b"/>
                <a:pathLst>
                  <a:path w="914" h="733" extrusionOk="0">
                    <a:moveTo>
                      <a:pt x="402" y="1"/>
                    </a:moveTo>
                    <a:lnTo>
                      <a:pt x="913" y="1"/>
                    </a:lnTo>
                    <a:lnTo>
                      <a:pt x="913" y="733"/>
                    </a:lnTo>
                    <a:lnTo>
                      <a:pt x="1" y="733"/>
                    </a:lnTo>
                    <a:lnTo>
                      <a:pt x="1" y="36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8" name="Google Shape;2598;p49"/>
              <p:cNvSpPr/>
              <p:nvPr/>
            </p:nvSpPr>
            <p:spPr>
              <a:xfrm>
                <a:off x="4179579" y="2354793"/>
                <a:ext cx="195225" cy="158560"/>
              </a:xfrm>
              <a:custGeom>
                <a:avLst/>
                <a:gdLst/>
                <a:ahLst/>
                <a:cxnLst/>
                <a:rect l="l" t="t" r="r" b="b"/>
                <a:pathLst>
                  <a:path w="804" h="653" extrusionOk="0">
                    <a:moveTo>
                      <a:pt x="803" y="653"/>
                    </a:moveTo>
                    <a:lnTo>
                      <a:pt x="1" y="653"/>
                    </a:lnTo>
                    <a:lnTo>
                      <a:pt x="1" y="282"/>
                    </a:lnTo>
                    <a:lnTo>
                      <a:pt x="322" y="1"/>
                    </a:lnTo>
                    <a:lnTo>
                      <a:pt x="803"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9" name="Google Shape;2599;p49"/>
              <p:cNvSpPr/>
              <p:nvPr/>
            </p:nvSpPr>
            <p:spPr>
              <a:xfrm>
                <a:off x="4228385" y="2354793"/>
                <a:ext cx="146419" cy="158560"/>
              </a:xfrm>
              <a:custGeom>
                <a:avLst/>
                <a:gdLst/>
                <a:ahLst/>
                <a:cxnLst/>
                <a:rect l="l" t="t" r="r" b="b"/>
                <a:pathLst>
                  <a:path w="603" h="653" extrusionOk="0">
                    <a:moveTo>
                      <a:pt x="602" y="653"/>
                    </a:moveTo>
                    <a:lnTo>
                      <a:pt x="0" y="653"/>
                    </a:lnTo>
                    <a:lnTo>
                      <a:pt x="0" y="101"/>
                    </a:lnTo>
                    <a:lnTo>
                      <a:pt x="121" y="1"/>
                    </a:lnTo>
                    <a:lnTo>
                      <a:pt x="602"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0" name="Google Shape;2600;p49"/>
              <p:cNvSpPr/>
              <p:nvPr/>
            </p:nvSpPr>
            <p:spPr>
              <a:xfrm>
                <a:off x="1921861" y="3097814"/>
                <a:ext cx="589561" cy="209552"/>
              </a:xfrm>
              <a:custGeom>
                <a:avLst/>
                <a:gdLst/>
                <a:ahLst/>
                <a:cxnLst/>
                <a:rect l="l" t="t" r="r" b="b"/>
                <a:pathLst>
                  <a:path w="2428" h="863" extrusionOk="0">
                    <a:moveTo>
                      <a:pt x="0" y="863"/>
                    </a:moveTo>
                    <a:lnTo>
                      <a:pt x="753" y="0"/>
                    </a:lnTo>
                    <a:lnTo>
                      <a:pt x="1696" y="0"/>
                    </a:lnTo>
                    <a:lnTo>
                      <a:pt x="2428" y="85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1" name="Google Shape;2601;p49"/>
              <p:cNvSpPr/>
              <p:nvPr/>
            </p:nvSpPr>
            <p:spPr>
              <a:xfrm>
                <a:off x="1921861" y="3112383"/>
                <a:ext cx="443385" cy="194982"/>
              </a:xfrm>
              <a:custGeom>
                <a:avLst/>
                <a:gdLst/>
                <a:ahLst/>
                <a:cxnLst/>
                <a:rect l="l" t="t" r="r" b="b"/>
                <a:pathLst>
                  <a:path w="1826" h="803" extrusionOk="0">
                    <a:moveTo>
                      <a:pt x="0" y="803"/>
                    </a:moveTo>
                    <a:lnTo>
                      <a:pt x="703" y="0"/>
                    </a:lnTo>
                    <a:lnTo>
                      <a:pt x="1455" y="0"/>
                    </a:lnTo>
                    <a:lnTo>
                      <a:pt x="1826" y="79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2" name="Google Shape;2602;p49"/>
              <p:cNvSpPr/>
              <p:nvPr/>
            </p:nvSpPr>
            <p:spPr>
              <a:xfrm>
                <a:off x="1921861" y="3112383"/>
                <a:ext cx="229220" cy="194982"/>
              </a:xfrm>
              <a:custGeom>
                <a:avLst/>
                <a:gdLst/>
                <a:ahLst/>
                <a:cxnLst/>
                <a:rect l="l" t="t" r="r" b="b"/>
                <a:pathLst>
                  <a:path w="944" h="803" extrusionOk="0">
                    <a:moveTo>
                      <a:pt x="0" y="803"/>
                    </a:moveTo>
                    <a:lnTo>
                      <a:pt x="703" y="0"/>
                    </a:lnTo>
                    <a:lnTo>
                      <a:pt x="943" y="0"/>
                    </a:lnTo>
                    <a:lnTo>
                      <a:pt x="693" y="793"/>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3" name="Google Shape;2603;p49"/>
              <p:cNvSpPr/>
              <p:nvPr/>
            </p:nvSpPr>
            <p:spPr>
              <a:xfrm>
                <a:off x="3663349" y="2737230"/>
                <a:ext cx="170701" cy="66046"/>
              </a:xfrm>
              <a:custGeom>
                <a:avLst/>
                <a:gdLst/>
                <a:ahLst/>
                <a:cxnLst/>
                <a:rect l="l" t="t" r="r" b="b"/>
                <a:pathLst>
                  <a:path w="703" h="272" extrusionOk="0">
                    <a:moveTo>
                      <a:pt x="60" y="271"/>
                    </a:moveTo>
                    <a:lnTo>
                      <a:pt x="642" y="271"/>
                    </a:lnTo>
                    <a:cubicBezTo>
                      <a:pt x="672" y="271"/>
                      <a:pt x="692" y="251"/>
                      <a:pt x="702" y="221"/>
                    </a:cubicBezTo>
                    <a:lnTo>
                      <a:pt x="702" y="51"/>
                    </a:lnTo>
                    <a:cubicBezTo>
                      <a:pt x="692" y="21"/>
                      <a:pt x="672" y="1"/>
                      <a:pt x="642" y="1"/>
                    </a:cubicBezTo>
                    <a:lnTo>
                      <a:pt x="60" y="1"/>
                    </a:lnTo>
                    <a:cubicBezTo>
                      <a:pt x="30" y="1"/>
                      <a:pt x="0" y="21"/>
                      <a:pt x="0" y="51"/>
                    </a:cubicBezTo>
                    <a:lnTo>
                      <a:pt x="0" y="221"/>
                    </a:lnTo>
                    <a:cubicBezTo>
                      <a:pt x="0" y="251"/>
                      <a:pt x="30" y="271"/>
                      <a:pt x="60" y="27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4" name="Google Shape;2604;p49"/>
              <p:cNvSpPr/>
              <p:nvPr/>
            </p:nvSpPr>
            <p:spPr>
              <a:xfrm>
                <a:off x="3882370" y="2737230"/>
                <a:ext cx="168515" cy="66046"/>
              </a:xfrm>
              <a:custGeom>
                <a:avLst/>
                <a:gdLst/>
                <a:ahLst/>
                <a:cxnLst/>
                <a:rect l="l" t="t" r="r" b="b"/>
                <a:pathLst>
                  <a:path w="694" h="272" extrusionOk="0">
                    <a:moveTo>
                      <a:pt x="51" y="271"/>
                    </a:moveTo>
                    <a:lnTo>
                      <a:pt x="643" y="271"/>
                    </a:lnTo>
                    <a:cubicBezTo>
                      <a:pt x="673" y="271"/>
                      <a:pt x="693" y="251"/>
                      <a:pt x="693" y="221"/>
                    </a:cubicBezTo>
                    <a:lnTo>
                      <a:pt x="693" y="51"/>
                    </a:lnTo>
                    <a:cubicBezTo>
                      <a:pt x="693" y="21"/>
                      <a:pt x="673" y="1"/>
                      <a:pt x="643" y="1"/>
                    </a:cubicBezTo>
                    <a:lnTo>
                      <a:pt x="51" y="1"/>
                    </a:lnTo>
                    <a:cubicBezTo>
                      <a:pt x="21" y="1"/>
                      <a:pt x="1" y="21"/>
                      <a:pt x="1" y="51"/>
                    </a:cubicBezTo>
                    <a:lnTo>
                      <a:pt x="1" y="221"/>
                    </a:lnTo>
                    <a:cubicBezTo>
                      <a:pt x="1" y="251"/>
                      <a:pt x="21" y="271"/>
                      <a:pt x="51" y="27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5" name="Google Shape;2605;p49"/>
              <p:cNvSpPr/>
              <p:nvPr/>
            </p:nvSpPr>
            <p:spPr>
              <a:xfrm>
                <a:off x="4101634" y="2737230"/>
                <a:ext cx="168273" cy="66046"/>
              </a:xfrm>
              <a:custGeom>
                <a:avLst/>
                <a:gdLst/>
                <a:ahLst/>
                <a:cxnLst/>
                <a:rect l="l" t="t" r="r" b="b"/>
                <a:pathLst>
                  <a:path w="693" h="272" extrusionOk="0">
                    <a:moveTo>
                      <a:pt x="51" y="271"/>
                    </a:moveTo>
                    <a:lnTo>
                      <a:pt x="643" y="271"/>
                    </a:lnTo>
                    <a:cubicBezTo>
                      <a:pt x="673" y="271"/>
                      <a:pt x="693" y="251"/>
                      <a:pt x="693" y="221"/>
                    </a:cubicBezTo>
                    <a:lnTo>
                      <a:pt x="693" y="51"/>
                    </a:lnTo>
                    <a:cubicBezTo>
                      <a:pt x="693" y="21"/>
                      <a:pt x="673" y="1"/>
                      <a:pt x="643" y="1"/>
                    </a:cubicBezTo>
                    <a:lnTo>
                      <a:pt x="51" y="1"/>
                    </a:lnTo>
                    <a:cubicBezTo>
                      <a:pt x="21" y="1"/>
                      <a:pt x="1" y="21"/>
                      <a:pt x="1" y="51"/>
                    </a:cubicBezTo>
                    <a:lnTo>
                      <a:pt x="1" y="221"/>
                    </a:lnTo>
                    <a:cubicBezTo>
                      <a:pt x="1" y="251"/>
                      <a:pt x="21" y="271"/>
                      <a:pt x="51" y="27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6" name="Google Shape;2606;p49"/>
              <p:cNvSpPr/>
              <p:nvPr/>
            </p:nvSpPr>
            <p:spPr>
              <a:xfrm>
                <a:off x="4398843" y="2734802"/>
                <a:ext cx="185270" cy="70903"/>
              </a:xfrm>
              <a:custGeom>
                <a:avLst/>
                <a:gdLst/>
                <a:ahLst/>
                <a:cxnLst/>
                <a:rect l="l" t="t" r="r" b="b"/>
                <a:pathLst>
                  <a:path w="763" h="292" extrusionOk="0">
                    <a:moveTo>
                      <a:pt x="121" y="281"/>
                    </a:moveTo>
                    <a:lnTo>
                      <a:pt x="713" y="281"/>
                    </a:lnTo>
                    <a:cubicBezTo>
                      <a:pt x="743" y="291"/>
                      <a:pt x="763" y="261"/>
                      <a:pt x="753" y="231"/>
                    </a:cubicBezTo>
                    <a:lnTo>
                      <a:pt x="713" y="61"/>
                    </a:lnTo>
                    <a:cubicBezTo>
                      <a:pt x="703" y="31"/>
                      <a:pt x="673" y="11"/>
                      <a:pt x="642" y="11"/>
                    </a:cubicBezTo>
                    <a:lnTo>
                      <a:pt x="51" y="11"/>
                    </a:lnTo>
                    <a:cubicBezTo>
                      <a:pt x="21" y="1"/>
                      <a:pt x="0" y="31"/>
                      <a:pt x="10" y="61"/>
                    </a:cubicBezTo>
                    <a:lnTo>
                      <a:pt x="51" y="231"/>
                    </a:lnTo>
                    <a:cubicBezTo>
                      <a:pt x="61" y="261"/>
                      <a:pt x="91" y="281"/>
                      <a:pt x="121" y="28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7" name="Google Shape;2607;p49"/>
              <p:cNvSpPr/>
              <p:nvPr/>
            </p:nvSpPr>
            <p:spPr>
              <a:xfrm>
                <a:off x="4432837" y="3314407"/>
                <a:ext cx="102712" cy="87900"/>
              </a:xfrm>
              <a:custGeom>
                <a:avLst/>
                <a:gdLst/>
                <a:ahLst/>
                <a:cxnLst/>
                <a:rect l="l" t="t" r="r" b="b"/>
                <a:pathLst>
                  <a:path w="423" h="362" extrusionOk="0">
                    <a:moveTo>
                      <a:pt x="191" y="21"/>
                    </a:moveTo>
                    <a:cubicBezTo>
                      <a:pt x="422" y="1"/>
                      <a:pt x="422" y="362"/>
                      <a:pt x="191" y="342"/>
                    </a:cubicBezTo>
                    <a:cubicBezTo>
                      <a:pt x="1" y="322"/>
                      <a:pt x="1" y="41"/>
                      <a:pt x="191" y="2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8" name="Google Shape;2608;p49"/>
              <p:cNvSpPr/>
              <p:nvPr/>
            </p:nvSpPr>
            <p:spPr>
              <a:xfrm>
                <a:off x="6030576" y="3314407"/>
                <a:ext cx="105140" cy="87900"/>
              </a:xfrm>
              <a:custGeom>
                <a:avLst/>
                <a:gdLst/>
                <a:ahLst/>
                <a:cxnLst/>
                <a:rect l="l" t="t" r="r" b="b"/>
                <a:pathLst>
                  <a:path w="433" h="362" extrusionOk="0">
                    <a:moveTo>
                      <a:pt x="202" y="21"/>
                    </a:moveTo>
                    <a:cubicBezTo>
                      <a:pt x="432" y="1"/>
                      <a:pt x="432" y="362"/>
                      <a:pt x="202" y="342"/>
                    </a:cubicBezTo>
                    <a:cubicBezTo>
                      <a:pt x="1" y="322"/>
                      <a:pt x="1" y="41"/>
                      <a:pt x="202" y="2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9" name="Google Shape;2609;p49"/>
              <p:cNvSpPr/>
              <p:nvPr/>
            </p:nvSpPr>
            <p:spPr>
              <a:xfrm>
                <a:off x="2538132" y="3012585"/>
                <a:ext cx="411818" cy="211980"/>
              </a:xfrm>
              <a:custGeom>
                <a:avLst/>
                <a:gdLst/>
                <a:ahLst/>
                <a:cxnLst/>
                <a:rect l="l" t="t" r="r" b="b"/>
                <a:pathLst>
                  <a:path w="1696" h="873" extrusionOk="0">
                    <a:moveTo>
                      <a:pt x="271" y="0"/>
                    </a:moveTo>
                    <a:lnTo>
                      <a:pt x="1424" y="0"/>
                    </a:lnTo>
                    <a:cubicBezTo>
                      <a:pt x="1575" y="0"/>
                      <a:pt x="1695" y="120"/>
                      <a:pt x="1695" y="271"/>
                    </a:cubicBezTo>
                    <a:lnTo>
                      <a:pt x="1695" y="602"/>
                    </a:lnTo>
                    <a:cubicBezTo>
                      <a:pt x="1695" y="752"/>
                      <a:pt x="1575" y="873"/>
                      <a:pt x="1424" y="873"/>
                    </a:cubicBezTo>
                    <a:lnTo>
                      <a:pt x="271" y="873"/>
                    </a:lnTo>
                    <a:cubicBezTo>
                      <a:pt x="120" y="873"/>
                      <a:pt x="0" y="752"/>
                      <a:pt x="0" y="602"/>
                    </a:cubicBezTo>
                    <a:lnTo>
                      <a:pt x="0" y="271"/>
                    </a:lnTo>
                    <a:cubicBezTo>
                      <a:pt x="0" y="120"/>
                      <a:pt x="120" y="0"/>
                      <a:pt x="2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0" name="Google Shape;2610;p49"/>
              <p:cNvSpPr/>
              <p:nvPr/>
            </p:nvSpPr>
            <p:spPr>
              <a:xfrm>
                <a:off x="2569699" y="3012585"/>
                <a:ext cx="380252" cy="160988"/>
              </a:xfrm>
              <a:custGeom>
                <a:avLst/>
                <a:gdLst/>
                <a:ahLst/>
                <a:cxnLst/>
                <a:rect l="l" t="t" r="r" b="b"/>
                <a:pathLst>
                  <a:path w="1566" h="663" extrusionOk="0">
                    <a:moveTo>
                      <a:pt x="141" y="0"/>
                    </a:moveTo>
                    <a:lnTo>
                      <a:pt x="1294" y="0"/>
                    </a:lnTo>
                    <a:cubicBezTo>
                      <a:pt x="1445" y="0"/>
                      <a:pt x="1565" y="120"/>
                      <a:pt x="1565" y="271"/>
                    </a:cubicBezTo>
                    <a:lnTo>
                      <a:pt x="1565" y="602"/>
                    </a:lnTo>
                    <a:lnTo>
                      <a:pt x="1565" y="632"/>
                    </a:lnTo>
                    <a:cubicBezTo>
                      <a:pt x="1525" y="652"/>
                      <a:pt x="1475" y="662"/>
                      <a:pt x="1425" y="662"/>
                    </a:cubicBezTo>
                    <a:lnTo>
                      <a:pt x="271" y="662"/>
                    </a:lnTo>
                    <a:cubicBezTo>
                      <a:pt x="121" y="662"/>
                      <a:pt x="1" y="542"/>
                      <a:pt x="1" y="391"/>
                    </a:cubicBezTo>
                    <a:lnTo>
                      <a:pt x="1" y="60"/>
                    </a:lnTo>
                    <a:cubicBezTo>
                      <a:pt x="1" y="50"/>
                      <a:pt x="1" y="50"/>
                      <a:pt x="1" y="40"/>
                    </a:cubicBezTo>
                    <a:cubicBezTo>
                      <a:pt x="41" y="10"/>
                      <a:pt x="91" y="0"/>
                      <a:pt x="14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1" name="Google Shape;2611;p49"/>
              <p:cNvSpPr/>
              <p:nvPr/>
            </p:nvSpPr>
            <p:spPr>
              <a:xfrm>
                <a:off x="1561277" y="3991625"/>
                <a:ext cx="5750647" cy="363012"/>
              </a:xfrm>
              <a:custGeom>
                <a:avLst/>
                <a:gdLst/>
                <a:ahLst/>
                <a:cxnLst/>
                <a:rect l="l" t="t" r="r" b="b"/>
                <a:pathLst>
                  <a:path w="23683" h="1495" extrusionOk="0">
                    <a:moveTo>
                      <a:pt x="1" y="0"/>
                    </a:moveTo>
                    <a:cubicBezTo>
                      <a:pt x="31" y="151"/>
                      <a:pt x="332" y="1364"/>
                      <a:pt x="472" y="1384"/>
                    </a:cubicBezTo>
                    <a:lnTo>
                      <a:pt x="17835" y="1495"/>
                    </a:lnTo>
                    <a:cubicBezTo>
                      <a:pt x="18908" y="1495"/>
                      <a:pt x="20844" y="1415"/>
                      <a:pt x="21797" y="963"/>
                    </a:cubicBezTo>
                    <a:cubicBezTo>
                      <a:pt x="22750" y="512"/>
                      <a:pt x="23051" y="321"/>
                      <a:pt x="23683" y="1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2" name="Google Shape;2612;p49"/>
              <p:cNvSpPr/>
              <p:nvPr/>
            </p:nvSpPr>
            <p:spPr>
              <a:xfrm>
                <a:off x="1641650" y="3991625"/>
                <a:ext cx="5670274" cy="304736"/>
              </a:xfrm>
              <a:custGeom>
                <a:avLst/>
                <a:gdLst/>
                <a:ahLst/>
                <a:cxnLst/>
                <a:rect l="l" t="t" r="r" b="b"/>
                <a:pathLst>
                  <a:path w="23352" h="1255" extrusionOk="0">
                    <a:moveTo>
                      <a:pt x="20483" y="1254"/>
                    </a:moveTo>
                    <a:cubicBezTo>
                      <a:pt x="20824" y="1194"/>
                      <a:pt x="21155" y="1094"/>
                      <a:pt x="21466" y="953"/>
                    </a:cubicBezTo>
                    <a:cubicBezTo>
                      <a:pt x="22419" y="502"/>
                      <a:pt x="22720" y="321"/>
                      <a:pt x="23352" y="0"/>
                    </a:cubicBezTo>
                    <a:lnTo>
                      <a:pt x="1" y="0"/>
                    </a:lnTo>
                    <a:lnTo>
                      <a:pt x="222" y="833"/>
                    </a:ln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3" name="Google Shape;2613;p49"/>
              <p:cNvSpPr/>
              <p:nvPr/>
            </p:nvSpPr>
            <p:spPr>
              <a:xfrm>
                <a:off x="1590658" y="3991625"/>
                <a:ext cx="5721266" cy="360584"/>
              </a:xfrm>
              <a:custGeom>
                <a:avLst/>
                <a:gdLst/>
                <a:ahLst/>
                <a:cxnLst/>
                <a:rect l="l" t="t" r="r" b="b"/>
                <a:pathLst>
                  <a:path w="23562" h="1485" extrusionOk="0">
                    <a:moveTo>
                      <a:pt x="0" y="472"/>
                    </a:moveTo>
                    <a:cubicBezTo>
                      <a:pt x="111" y="873"/>
                      <a:pt x="261" y="1374"/>
                      <a:pt x="351" y="1374"/>
                    </a:cubicBezTo>
                    <a:lnTo>
                      <a:pt x="17714" y="1485"/>
                    </a:lnTo>
                    <a:cubicBezTo>
                      <a:pt x="18787" y="1485"/>
                      <a:pt x="20723" y="1415"/>
                      <a:pt x="21676" y="953"/>
                    </a:cubicBezTo>
                    <a:cubicBezTo>
                      <a:pt x="22629" y="502"/>
                      <a:pt x="22930" y="321"/>
                      <a:pt x="23562" y="0"/>
                    </a:cubicBezTo>
                    <a:lnTo>
                      <a:pt x="19740" y="0"/>
                    </a:lnTo>
                    <a:cubicBezTo>
                      <a:pt x="18186" y="281"/>
                      <a:pt x="16681" y="472"/>
                      <a:pt x="15528" y="472"/>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4" name="Google Shape;2614;p49"/>
              <p:cNvSpPr/>
              <p:nvPr/>
            </p:nvSpPr>
            <p:spPr>
              <a:xfrm>
                <a:off x="2671925" y="3012585"/>
                <a:ext cx="24767" cy="292352"/>
              </a:xfrm>
              <a:custGeom>
                <a:avLst/>
                <a:gdLst/>
                <a:ahLst/>
                <a:cxnLst/>
                <a:rect l="l" t="t" r="r" b="b"/>
                <a:pathLst>
                  <a:path w="102" h="1204" extrusionOk="0">
                    <a:moveTo>
                      <a:pt x="1" y="0"/>
                    </a:moveTo>
                    <a:lnTo>
                      <a:pt x="101" y="0"/>
                    </a:lnTo>
                    <a:lnTo>
                      <a:pt x="101" y="1204"/>
                    </a:lnTo>
                    <a:lnTo>
                      <a:pt x="1" y="120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5" name="Google Shape;2615;p49"/>
              <p:cNvSpPr/>
              <p:nvPr/>
            </p:nvSpPr>
            <p:spPr>
              <a:xfrm>
                <a:off x="2810816" y="3012585"/>
                <a:ext cx="22096" cy="292352"/>
              </a:xfrm>
              <a:custGeom>
                <a:avLst/>
                <a:gdLst/>
                <a:ahLst/>
                <a:cxnLst/>
                <a:rect l="l" t="t" r="r" b="b"/>
                <a:pathLst>
                  <a:path w="91" h="1204" extrusionOk="0">
                    <a:moveTo>
                      <a:pt x="1" y="0"/>
                    </a:moveTo>
                    <a:lnTo>
                      <a:pt x="91" y="0"/>
                    </a:lnTo>
                    <a:lnTo>
                      <a:pt x="91" y="1204"/>
                    </a:lnTo>
                    <a:lnTo>
                      <a:pt x="1" y="120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6" name="Google Shape;2616;p49"/>
              <p:cNvSpPr/>
              <p:nvPr/>
            </p:nvSpPr>
            <p:spPr>
              <a:xfrm>
                <a:off x="3599973" y="2639860"/>
                <a:ext cx="950145" cy="19668"/>
              </a:xfrm>
              <a:custGeom>
                <a:avLst/>
                <a:gdLst/>
                <a:ahLst/>
                <a:cxnLst/>
                <a:rect l="l" t="t" r="r" b="b"/>
                <a:pathLst>
                  <a:path w="3913" h="81" extrusionOk="0">
                    <a:moveTo>
                      <a:pt x="31" y="0"/>
                    </a:moveTo>
                    <a:lnTo>
                      <a:pt x="3872" y="0"/>
                    </a:lnTo>
                    <a:lnTo>
                      <a:pt x="3912" y="71"/>
                    </a:lnTo>
                    <a:lnTo>
                      <a:pt x="0" y="8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7" name="Google Shape;2617;p49"/>
              <p:cNvSpPr/>
              <p:nvPr/>
            </p:nvSpPr>
            <p:spPr>
              <a:xfrm>
                <a:off x="3768003" y="2876122"/>
                <a:ext cx="124565" cy="304736"/>
              </a:xfrm>
              <a:custGeom>
                <a:avLst/>
                <a:gdLst/>
                <a:ahLst/>
                <a:cxnLst/>
                <a:rect l="l" t="t" r="r" b="b"/>
                <a:pathLst>
                  <a:path w="513" h="1255" extrusionOk="0">
                    <a:moveTo>
                      <a:pt x="271" y="0"/>
                    </a:moveTo>
                    <a:cubicBezTo>
                      <a:pt x="241" y="0"/>
                      <a:pt x="211" y="10"/>
                      <a:pt x="171" y="20"/>
                    </a:cubicBezTo>
                    <a:cubicBezTo>
                      <a:pt x="121" y="30"/>
                      <a:pt x="71" y="71"/>
                      <a:pt x="51" y="121"/>
                    </a:cubicBezTo>
                    <a:cubicBezTo>
                      <a:pt x="11" y="221"/>
                      <a:pt x="1" y="321"/>
                      <a:pt x="11" y="432"/>
                    </a:cubicBezTo>
                    <a:lnTo>
                      <a:pt x="11" y="502"/>
                    </a:lnTo>
                    <a:lnTo>
                      <a:pt x="181" y="502"/>
                    </a:lnTo>
                    <a:lnTo>
                      <a:pt x="181" y="351"/>
                    </a:lnTo>
                    <a:cubicBezTo>
                      <a:pt x="181" y="321"/>
                      <a:pt x="181" y="281"/>
                      <a:pt x="181" y="251"/>
                    </a:cubicBezTo>
                    <a:cubicBezTo>
                      <a:pt x="191" y="191"/>
                      <a:pt x="221" y="171"/>
                      <a:pt x="251" y="171"/>
                    </a:cubicBezTo>
                    <a:cubicBezTo>
                      <a:pt x="301" y="171"/>
                      <a:pt x="322" y="221"/>
                      <a:pt x="322" y="321"/>
                    </a:cubicBezTo>
                    <a:cubicBezTo>
                      <a:pt x="322" y="412"/>
                      <a:pt x="311" y="502"/>
                      <a:pt x="271" y="572"/>
                    </a:cubicBezTo>
                    <a:cubicBezTo>
                      <a:pt x="251" y="592"/>
                      <a:pt x="231" y="632"/>
                      <a:pt x="201" y="692"/>
                    </a:cubicBezTo>
                    <a:cubicBezTo>
                      <a:pt x="161" y="743"/>
                      <a:pt x="141" y="773"/>
                      <a:pt x="141" y="773"/>
                    </a:cubicBezTo>
                    <a:cubicBezTo>
                      <a:pt x="101" y="843"/>
                      <a:pt x="71" y="913"/>
                      <a:pt x="51" y="993"/>
                    </a:cubicBezTo>
                    <a:cubicBezTo>
                      <a:pt x="21" y="1053"/>
                      <a:pt x="11" y="1114"/>
                      <a:pt x="11" y="1174"/>
                    </a:cubicBezTo>
                    <a:lnTo>
                      <a:pt x="11" y="1254"/>
                    </a:lnTo>
                    <a:lnTo>
                      <a:pt x="482" y="1244"/>
                    </a:lnTo>
                    <a:lnTo>
                      <a:pt x="482" y="1104"/>
                    </a:lnTo>
                    <a:lnTo>
                      <a:pt x="201" y="1104"/>
                    </a:lnTo>
                    <a:cubicBezTo>
                      <a:pt x="231" y="993"/>
                      <a:pt x="281" y="893"/>
                      <a:pt x="342" y="813"/>
                    </a:cubicBezTo>
                    <a:cubicBezTo>
                      <a:pt x="372" y="753"/>
                      <a:pt x="412" y="682"/>
                      <a:pt x="452" y="612"/>
                    </a:cubicBezTo>
                    <a:cubicBezTo>
                      <a:pt x="492" y="532"/>
                      <a:pt x="512" y="442"/>
                      <a:pt x="512" y="351"/>
                    </a:cubicBezTo>
                    <a:cubicBezTo>
                      <a:pt x="512" y="261"/>
                      <a:pt x="492" y="181"/>
                      <a:pt x="452" y="111"/>
                    </a:cubicBezTo>
                    <a:cubicBezTo>
                      <a:pt x="442" y="71"/>
                      <a:pt x="412" y="50"/>
                      <a:pt x="382" y="30"/>
                    </a:cubicBezTo>
                    <a:cubicBezTo>
                      <a:pt x="352" y="10"/>
                      <a:pt x="311" y="0"/>
                      <a:pt x="271"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8" name="Google Shape;2618;p49"/>
              <p:cNvSpPr/>
              <p:nvPr/>
            </p:nvSpPr>
            <p:spPr>
              <a:xfrm>
                <a:off x="3921464" y="2875636"/>
                <a:ext cx="134278" cy="308135"/>
              </a:xfrm>
              <a:custGeom>
                <a:avLst/>
                <a:gdLst/>
                <a:ahLst/>
                <a:cxnLst/>
                <a:rect l="l" t="t" r="r" b="b"/>
                <a:pathLst>
                  <a:path w="553" h="1269" extrusionOk="0">
                    <a:moveTo>
                      <a:pt x="244" y="0"/>
                    </a:moveTo>
                    <a:cubicBezTo>
                      <a:pt x="181" y="0"/>
                      <a:pt x="114" y="30"/>
                      <a:pt x="71" y="83"/>
                    </a:cubicBezTo>
                    <a:cubicBezTo>
                      <a:pt x="31" y="153"/>
                      <a:pt x="11" y="243"/>
                      <a:pt x="11" y="333"/>
                    </a:cubicBezTo>
                    <a:lnTo>
                      <a:pt x="11" y="373"/>
                    </a:lnTo>
                    <a:lnTo>
                      <a:pt x="191" y="373"/>
                    </a:lnTo>
                    <a:lnTo>
                      <a:pt x="191" y="333"/>
                    </a:lnTo>
                    <a:cubicBezTo>
                      <a:pt x="191" y="293"/>
                      <a:pt x="201" y="243"/>
                      <a:pt x="211" y="203"/>
                    </a:cubicBezTo>
                    <a:cubicBezTo>
                      <a:pt x="221" y="183"/>
                      <a:pt x="251" y="173"/>
                      <a:pt x="271" y="173"/>
                    </a:cubicBezTo>
                    <a:cubicBezTo>
                      <a:pt x="301" y="173"/>
                      <a:pt x="321" y="183"/>
                      <a:pt x="342" y="203"/>
                    </a:cubicBezTo>
                    <a:cubicBezTo>
                      <a:pt x="362" y="253"/>
                      <a:pt x="362" y="293"/>
                      <a:pt x="362" y="343"/>
                    </a:cubicBezTo>
                    <a:cubicBezTo>
                      <a:pt x="362" y="393"/>
                      <a:pt x="352" y="444"/>
                      <a:pt x="331" y="484"/>
                    </a:cubicBezTo>
                    <a:cubicBezTo>
                      <a:pt x="321" y="514"/>
                      <a:pt x="281" y="534"/>
                      <a:pt x="241" y="534"/>
                    </a:cubicBezTo>
                    <a:lnTo>
                      <a:pt x="191" y="534"/>
                    </a:lnTo>
                    <a:lnTo>
                      <a:pt x="191" y="674"/>
                    </a:lnTo>
                    <a:lnTo>
                      <a:pt x="251" y="674"/>
                    </a:lnTo>
                    <a:cubicBezTo>
                      <a:pt x="281" y="674"/>
                      <a:pt x="321" y="694"/>
                      <a:pt x="342" y="724"/>
                    </a:cubicBezTo>
                    <a:cubicBezTo>
                      <a:pt x="352" y="775"/>
                      <a:pt x="362" y="835"/>
                      <a:pt x="362" y="895"/>
                    </a:cubicBezTo>
                    <a:cubicBezTo>
                      <a:pt x="362" y="945"/>
                      <a:pt x="362" y="1005"/>
                      <a:pt x="342" y="1055"/>
                    </a:cubicBezTo>
                    <a:cubicBezTo>
                      <a:pt x="331" y="1086"/>
                      <a:pt x="301" y="1106"/>
                      <a:pt x="271" y="1106"/>
                    </a:cubicBezTo>
                    <a:cubicBezTo>
                      <a:pt x="241" y="1106"/>
                      <a:pt x="211" y="1096"/>
                      <a:pt x="201" y="1066"/>
                    </a:cubicBezTo>
                    <a:cubicBezTo>
                      <a:pt x="191" y="1025"/>
                      <a:pt x="181" y="975"/>
                      <a:pt x="191" y="925"/>
                    </a:cubicBezTo>
                    <a:lnTo>
                      <a:pt x="191" y="845"/>
                    </a:lnTo>
                    <a:lnTo>
                      <a:pt x="11" y="845"/>
                    </a:lnTo>
                    <a:lnTo>
                      <a:pt x="11" y="925"/>
                    </a:lnTo>
                    <a:cubicBezTo>
                      <a:pt x="0" y="1015"/>
                      <a:pt x="21" y="1106"/>
                      <a:pt x="71" y="1186"/>
                    </a:cubicBezTo>
                    <a:cubicBezTo>
                      <a:pt x="114" y="1238"/>
                      <a:pt x="174" y="1268"/>
                      <a:pt x="241" y="1268"/>
                    </a:cubicBezTo>
                    <a:cubicBezTo>
                      <a:pt x="251" y="1268"/>
                      <a:pt x="261" y="1267"/>
                      <a:pt x="271" y="1266"/>
                    </a:cubicBezTo>
                    <a:cubicBezTo>
                      <a:pt x="280" y="1267"/>
                      <a:pt x="288" y="1268"/>
                      <a:pt x="296" y="1268"/>
                    </a:cubicBezTo>
                    <a:cubicBezTo>
                      <a:pt x="368" y="1268"/>
                      <a:pt x="437" y="1230"/>
                      <a:pt x="482" y="1176"/>
                    </a:cubicBezTo>
                    <a:cubicBezTo>
                      <a:pt x="532" y="1096"/>
                      <a:pt x="552" y="995"/>
                      <a:pt x="542" y="905"/>
                    </a:cubicBezTo>
                    <a:cubicBezTo>
                      <a:pt x="542" y="835"/>
                      <a:pt x="532" y="765"/>
                      <a:pt x="512" y="704"/>
                    </a:cubicBezTo>
                    <a:cubicBezTo>
                      <a:pt x="502" y="654"/>
                      <a:pt x="462" y="614"/>
                      <a:pt x="412" y="594"/>
                    </a:cubicBezTo>
                    <a:cubicBezTo>
                      <a:pt x="462" y="584"/>
                      <a:pt x="492" y="544"/>
                      <a:pt x="512" y="504"/>
                    </a:cubicBezTo>
                    <a:cubicBezTo>
                      <a:pt x="532" y="454"/>
                      <a:pt x="542" y="393"/>
                      <a:pt x="542" y="333"/>
                    </a:cubicBezTo>
                    <a:cubicBezTo>
                      <a:pt x="552" y="243"/>
                      <a:pt x="522" y="153"/>
                      <a:pt x="472" y="83"/>
                    </a:cubicBezTo>
                    <a:cubicBezTo>
                      <a:pt x="428" y="30"/>
                      <a:pt x="369" y="0"/>
                      <a:pt x="301" y="0"/>
                    </a:cubicBezTo>
                    <a:cubicBezTo>
                      <a:pt x="292" y="0"/>
                      <a:pt x="281" y="1"/>
                      <a:pt x="271" y="2"/>
                    </a:cubicBezTo>
                    <a:cubicBezTo>
                      <a:pt x="262" y="1"/>
                      <a:pt x="253" y="0"/>
                      <a:pt x="24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9" name="Google Shape;2619;p49"/>
              <p:cNvSpPr/>
              <p:nvPr/>
            </p:nvSpPr>
            <p:spPr>
              <a:xfrm>
                <a:off x="3137163" y="2732374"/>
                <a:ext cx="285311" cy="285311"/>
              </a:xfrm>
              <a:custGeom>
                <a:avLst/>
                <a:gdLst/>
                <a:ahLst/>
                <a:cxnLst/>
                <a:rect l="l" t="t" r="r" b="b"/>
                <a:pathLst>
                  <a:path w="1175" h="1175" extrusionOk="0">
                    <a:moveTo>
                      <a:pt x="502" y="0"/>
                    </a:moveTo>
                    <a:cubicBezTo>
                      <a:pt x="954" y="0"/>
                      <a:pt x="1174" y="542"/>
                      <a:pt x="863" y="853"/>
                    </a:cubicBezTo>
                    <a:cubicBezTo>
                      <a:pt x="542" y="1174"/>
                      <a:pt x="1" y="953"/>
                      <a:pt x="1" y="502"/>
                    </a:cubicBezTo>
                    <a:cubicBezTo>
                      <a:pt x="1" y="221"/>
                      <a:pt x="231" y="0"/>
                      <a:pt x="502" y="0"/>
                    </a:cubicBezTo>
                    <a:close/>
                    <a:moveTo>
                      <a:pt x="502" y="221"/>
                    </a:moveTo>
                    <a:cubicBezTo>
                      <a:pt x="763" y="221"/>
                      <a:pt x="893" y="532"/>
                      <a:pt x="713" y="713"/>
                    </a:cubicBezTo>
                    <a:cubicBezTo>
                      <a:pt x="532" y="893"/>
                      <a:pt x="221" y="763"/>
                      <a:pt x="221" y="512"/>
                    </a:cubicBezTo>
                    <a:cubicBezTo>
                      <a:pt x="221" y="352"/>
                      <a:pt x="342" y="221"/>
                      <a:pt x="502" y="22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0" name="Google Shape;2620;p49"/>
              <p:cNvSpPr/>
              <p:nvPr/>
            </p:nvSpPr>
            <p:spPr>
              <a:xfrm>
                <a:off x="3149304" y="2705664"/>
                <a:ext cx="285311" cy="285068"/>
              </a:xfrm>
              <a:custGeom>
                <a:avLst/>
                <a:gdLst/>
                <a:ahLst/>
                <a:cxnLst/>
                <a:rect l="l" t="t" r="r" b="b"/>
                <a:pathLst>
                  <a:path w="1175" h="1174" extrusionOk="0">
                    <a:moveTo>
                      <a:pt x="502" y="0"/>
                    </a:moveTo>
                    <a:cubicBezTo>
                      <a:pt x="944" y="0"/>
                      <a:pt x="1174" y="542"/>
                      <a:pt x="853" y="863"/>
                    </a:cubicBezTo>
                    <a:cubicBezTo>
                      <a:pt x="542" y="1174"/>
                      <a:pt x="1" y="953"/>
                      <a:pt x="1" y="502"/>
                    </a:cubicBezTo>
                    <a:cubicBezTo>
                      <a:pt x="1" y="231"/>
                      <a:pt x="221" y="0"/>
                      <a:pt x="502" y="0"/>
                    </a:cubicBezTo>
                    <a:close/>
                    <a:moveTo>
                      <a:pt x="502" y="221"/>
                    </a:moveTo>
                    <a:cubicBezTo>
                      <a:pt x="753" y="221"/>
                      <a:pt x="883" y="532"/>
                      <a:pt x="703" y="712"/>
                    </a:cubicBezTo>
                    <a:cubicBezTo>
                      <a:pt x="522" y="893"/>
                      <a:pt x="211" y="762"/>
                      <a:pt x="211" y="512"/>
                    </a:cubicBezTo>
                    <a:cubicBezTo>
                      <a:pt x="211" y="351"/>
                      <a:pt x="342" y="221"/>
                      <a:pt x="502" y="22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1" name="Google Shape;2621;p49"/>
              <p:cNvSpPr/>
              <p:nvPr/>
            </p:nvSpPr>
            <p:spPr>
              <a:xfrm>
                <a:off x="3259057" y="2700807"/>
                <a:ext cx="26953" cy="68232"/>
              </a:xfrm>
              <a:custGeom>
                <a:avLst/>
                <a:gdLst/>
                <a:ahLst/>
                <a:cxnLst/>
                <a:rect l="l" t="t" r="r" b="b"/>
                <a:pathLst>
                  <a:path w="111" h="281" extrusionOk="0">
                    <a:moveTo>
                      <a:pt x="0" y="0"/>
                    </a:moveTo>
                    <a:lnTo>
                      <a:pt x="111" y="0"/>
                    </a:lnTo>
                    <a:lnTo>
                      <a:pt x="111" y="281"/>
                    </a:lnTo>
                    <a:lnTo>
                      <a:pt x="0" y="28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2" name="Google Shape;2622;p49"/>
              <p:cNvSpPr/>
              <p:nvPr/>
            </p:nvSpPr>
            <p:spPr>
              <a:xfrm>
                <a:off x="3259057" y="2888263"/>
                <a:ext cx="26953" cy="68475"/>
              </a:xfrm>
              <a:custGeom>
                <a:avLst/>
                <a:gdLst/>
                <a:ahLst/>
                <a:cxnLst/>
                <a:rect l="l" t="t" r="r" b="b"/>
                <a:pathLst>
                  <a:path w="111" h="282" extrusionOk="0">
                    <a:moveTo>
                      <a:pt x="0" y="0"/>
                    </a:moveTo>
                    <a:lnTo>
                      <a:pt x="111" y="0"/>
                    </a:lnTo>
                    <a:lnTo>
                      <a:pt x="111" y="281"/>
                    </a:lnTo>
                    <a:lnTo>
                      <a:pt x="0" y="28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3" name="Google Shape;2623;p49"/>
              <p:cNvSpPr/>
              <p:nvPr/>
            </p:nvSpPr>
            <p:spPr>
              <a:xfrm>
                <a:off x="3278483" y="2649573"/>
                <a:ext cx="343587" cy="652936"/>
              </a:xfrm>
              <a:custGeom>
                <a:avLst/>
                <a:gdLst/>
                <a:ahLst/>
                <a:cxnLst/>
                <a:rect l="l" t="t" r="r" b="b"/>
                <a:pathLst>
                  <a:path w="1415" h="2689" extrusionOk="0">
                    <a:moveTo>
                      <a:pt x="0" y="2689"/>
                    </a:moveTo>
                    <a:lnTo>
                      <a:pt x="1334" y="0"/>
                    </a:lnTo>
                    <a:lnTo>
                      <a:pt x="1415" y="0"/>
                    </a:lnTo>
                    <a:lnTo>
                      <a:pt x="91" y="2689"/>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4" name="Google Shape;2624;p49"/>
              <p:cNvSpPr/>
              <p:nvPr/>
            </p:nvSpPr>
            <p:spPr>
              <a:xfrm>
                <a:off x="3366140" y="1891982"/>
                <a:ext cx="36665" cy="117281"/>
              </a:xfrm>
              <a:custGeom>
                <a:avLst/>
                <a:gdLst/>
                <a:ahLst/>
                <a:cxnLst/>
                <a:rect l="l" t="t" r="r" b="b"/>
                <a:pathLst>
                  <a:path w="151" h="483" extrusionOk="0">
                    <a:moveTo>
                      <a:pt x="81" y="11"/>
                    </a:moveTo>
                    <a:lnTo>
                      <a:pt x="81" y="11"/>
                    </a:lnTo>
                    <a:cubicBezTo>
                      <a:pt x="101" y="1"/>
                      <a:pt x="131" y="11"/>
                      <a:pt x="151" y="21"/>
                    </a:cubicBezTo>
                    <a:lnTo>
                      <a:pt x="151" y="472"/>
                    </a:lnTo>
                    <a:cubicBezTo>
                      <a:pt x="151" y="472"/>
                      <a:pt x="121" y="482"/>
                      <a:pt x="81" y="482"/>
                    </a:cubicBezTo>
                    <a:lnTo>
                      <a:pt x="81" y="482"/>
                    </a:lnTo>
                    <a:cubicBezTo>
                      <a:pt x="41" y="482"/>
                      <a:pt x="1" y="482"/>
                      <a:pt x="1" y="472"/>
                    </a:cubicBezTo>
                    <a:lnTo>
                      <a:pt x="1" y="21"/>
                    </a:lnTo>
                    <a:cubicBezTo>
                      <a:pt x="31" y="11"/>
                      <a:pt x="51" y="1"/>
                      <a:pt x="81" y="1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5" name="Google Shape;2625;p49"/>
              <p:cNvSpPr/>
              <p:nvPr/>
            </p:nvSpPr>
            <p:spPr>
              <a:xfrm>
                <a:off x="3626683" y="1675389"/>
                <a:ext cx="36908" cy="117038"/>
              </a:xfrm>
              <a:custGeom>
                <a:avLst/>
                <a:gdLst/>
                <a:ahLst/>
                <a:cxnLst/>
                <a:rect l="l" t="t" r="r" b="b"/>
                <a:pathLst>
                  <a:path w="152" h="482" extrusionOk="0">
                    <a:moveTo>
                      <a:pt x="71" y="10"/>
                    </a:moveTo>
                    <a:lnTo>
                      <a:pt x="71" y="10"/>
                    </a:lnTo>
                    <a:cubicBezTo>
                      <a:pt x="101" y="0"/>
                      <a:pt x="131" y="10"/>
                      <a:pt x="151" y="20"/>
                    </a:cubicBezTo>
                    <a:lnTo>
                      <a:pt x="151" y="472"/>
                    </a:lnTo>
                    <a:cubicBezTo>
                      <a:pt x="151" y="472"/>
                      <a:pt x="121" y="482"/>
                      <a:pt x="71" y="482"/>
                    </a:cubicBezTo>
                    <a:lnTo>
                      <a:pt x="71" y="482"/>
                    </a:lnTo>
                    <a:cubicBezTo>
                      <a:pt x="31" y="482"/>
                      <a:pt x="1" y="482"/>
                      <a:pt x="1" y="472"/>
                    </a:cubicBezTo>
                    <a:lnTo>
                      <a:pt x="1" y="20"/>
                    </a:lnTo>
                    <a:cubicBezTo>
                      <a:pt x="21" y="10"/>
                      <a:pt x="51" y="0"/>
                      <a:pt x="71" y="1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6" name="Google Shape;2626;p49"/>
              <p:cNvSpPr/>
              <p:nvPr/>
            </p:nvSpPr>
            <p:spPr>
              <a:xfrm>
                <a:off x="3502603" y="1572920"/>
                <a:ext cx="36665" cy="114853"/>
              </a:xfrm>
              <a:custGeom>
                <a:avLst/>
                <a:gdLst/>
                <a:ahLst/>
                <a:cxnLst/>
                <a:rect l="l" t="t" r="r" b="b"/>
                <a:pathLst>
                  <a:path w="151" h="473" extrusionOk="0">
                    <a:moveTo>
                      <a:pt x="80" y="1"/>
                    </a:moveTo>
                    <a:lnTo>
                      <a:pt x="80" y="1"/>
                    </a:lnTo>
                    <a:cubicBezTo>
                      <a:pt x="121" y="1"/>
                      <a:pt x="151" y="1"/>
                      <a:pt x="151" y="11"/>
                    </a:cubicBezTo>
                    <a:lnTo>
                      <a:pt x="151" y="462"/>
                    </a:lnTo>
                    <a:cubicBezTo>
                      <a:pt x="131" y="472"/>
                      <a:pt x="101" y="472"/>
                      <a:pt x="80" y="472"/>
                    </a:cubicBezTo>
                    <a:lnTo>
                      <a:pt x="80" y="472"/>
                    </a:lnTo>
                    <a:cubicBezTo>
                      <a:pt x="50" y="472"/>
                      <a:pt x="30" y="472"/>
                      <a:pt x="0" y="462"/>
                    </a:cubicBezTo>
                    <a:lnTo>
                      <a:pt x="0" y="11"/>
                    </a:lnTo>
                    <a:cubicBezTo>
                      <a:pt x="0" y="11"/>
                      <a:pt x="40" y="1"/>
                      <a:pt x="8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7" name="Google Shape;2627;p49"/>
              <p:cNvSpPr/>
              <p:nvPr/>
            </p:nvSpPr>
            <p:spPr>
              <a:xfrm>
                <a:off x="4140728" y="2532535"/>
                <a:ext cx="66046" cy="107568"/>
              </a:xfrm>
              <a:custGeom>
                <a:avLst/>
                <a:gdLst/>
                <a:ahLst/>
                <a:cxnLst/>
                <a:rect l="l" t="t" r="r" b="b"/>
                <a:pathLst>
                  <a:path w="272" h="443" extrusionOk="0">
                    <a:moveTo>
                      <a:pt x="271" y="1"/>
                    </a:moveTo>
                    <a:lnTo>
                      <a:pt x="271" y="442"/>
                    </a:lnTo>
                    <a:lnTo>
                      <a:pt x="0" y="442"/>
                    </a:lnTo>
                    <a:lnTo>
                      <a:pt x="0"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8" name="Google Shape;2628;p49"/>
              <p:cNvSpPr/>
              <p:nvPr/>
            </p:nvSpPr>
            <p:spPr>
              <a:xfrm>
                <a:off x="3156588" y="3221894"/>
                <a:ext cx="1266779" cy="141563"/>
              </a:xfrm>
              <a:custGeom>
                <a:avLst/>
                <a:gdLst/>
                <a:ahLst/>
                <a:cxnLst/>
                <a:rect l="l" t="t" r="r" b="b"/>
                <a:pathLst>
                  <a:path w="5217" h="583" extrusionOk="0">
                    <a:moveTo>
                      <a:pt x="5217" y="1"/>
                    </a:moveTo>
                    <a:lnTo>
                      <a:pt x="1907" y="582"/>
                    </a:lnTo>
                    <a:lnTo>
                      <a:pt x="1" y="582"/>
                    </a:lnTo>
                    <a:lnTo>
                      <a:pt x="543" y="292"/>
                    </a:lnTo>
                    <a:lnTo>
                      <a:pt x="522" y="332"/>
                    </a:lnTo>
                    <a:lnTo>
                      <a:pt x="1826" y="32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9" name="Google Shape;2629;p49"/>
              <p:cNvSpPr/>
              <p:nvPr/>
            </p:nvSpPr>
            <p:spPr>
              <a:xfrm>
                <a:off x="4464646" y="3160947"/>
                <a:ext cx="3307660" cy="231648"/>
              </a:xfrm>
              <a:custGeom>
                <a:avLst/>
                <a:gdLst/>
                <a:ahLst/>
                <a:cxnLst/>
                <a:rect l="l" t="t" r="r" b="b"/>
                <a:pathLst>
                  <a:path w="13622" h="954" extrusionOk="0">
                    <a:moveTo>
                      <a:pt x="0" y="181"/>
                    </a:moveTo>
                    <a:lnTo>
                      <a:pt x="12940" y="954"/>
                    </a:lnTo>
                    <a:lnTo>
                      <a:pt x="13622" y="823"/>
                    </a:lnTo>
                    <a:lnTo>
                      <a:pt x="38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0" name="Google Shape;2630;p49"/>
              <p:cNvSpPr/>
              <p:nvPr/>
            </p:nvSpPr>
            <p:spPr>
              <a:xfrm>
                <a:off x="3497747" y="2347508"/>
                <a:ext cx="243789" cy="17240"/>
              </a:xfrm>
              <a:custGeom>
                <a:avLst/>
                <a:gdLst/>
                <a:ahLst/>
                <a:cxnLst/>
                <a:rect l="l" t="t" r="r" b="b"/>
                <a:pathLst>
                  <a:path w="1004" h="71" extrusionOk="0">
                    <a:moveTo>
                      <a:pt x="0" y="1"/>
                    </a:moveTo>
                    <a:lnTo>
                      <a:pt x="1003" y="1"/>
                    </a:lnTo>
                    <a:lnTo>
                      <a:pt x="1003" y="71"/>
                    </a:lnTo>
                    <a:lnTo>
                      <a:pt x="0" y="7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1" name="Google Shape;2631;p49"/>
              <p:cNvSpPr/>
              <p:nvPr/>
            </p:nvSpPr>
            <p:spPr>
              <a:xfrm>
                <a:off x="3560880" y="2364505"/>
                <a:ext cx="166087" cy="17483"/>
              </a:xfrm>
              <a:custGeom>
                <a:avLst/>
                <a:gdLst/>
                <a:ahLst/>
                <a:cxnLst/>
                <a:rect l="l" t="t" r="r" b="b"/>
                <a:pathLst>
                  <a:path w="684" h="72" extrusionOk="0">
                    <a:moveTo>
                      <a:pt x="1" y="1"/>
                    </a:moveTo>
                    <a:lnTo>
                      <a:pt x="663" y="1"/>
                    </a:lnTo>
                    <a:lnTo>
                      <a:pt x="683" y="71"/>
                    </a:lnTo>
                    <a:lnTo>
                      <a:pt x="11" y="7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2" name="Google Shape;2632;p49"/>
              <p:cNvSpPr/>
              <p:nvPr/>
            </p:nvSpPr>
            <p:spPr>
              <a:xfrm>
                <a:off x="1576089" y="3136665"/>
                <a:ext cx="1795150" cy="175557"/>
              </a:xfrm>
              <a:custGeom>
                <a:avLst/>
                <a:gdLst/>
                <a:ahLst/>
                <a:cxnLst/>
                <a:rect l="l" t="t" r="r" b="b"/>
                <a:pathLst>
                  <a:path w="7393" h="723" extrusionOk="0">
                    <a:moveTo>
                      <a:pt x="1224" y="71"/>
                    </a:moveTo>
                    <a:lnTo>
                      <a:pt x="1224" y="251"/>
                    </a:lnTo>
                    <a:lnTo>
                      <a:pt x="100" y="251"/>
                    </a:lnTo>
                    <a:lnTo>
                      <a:pt x="100" y="71"/>
                    </a:lnTo>
                    <a:close/>
                    <a:moveTo>
                      <a:pt x="2458" y="81"/>
                    </a:moveTo>
                    <a:lnTo>
                      <a:pt x="2458" y="251"/>
                    </a:lnTo>
                    <a:lnTo>
                      <a:pt x="1334" y="251"/>
                    </a:lnTo>
                    <a:lnTo>
                      <a:pt x="1334" y="81"/>
                    </a:lnTo>
                    <a:close/>
                    <a:moveTo>
                      <a:pt x="3691" y="81"/>
                    </a:moveTo>
                    <a:lnTo>
                      <a:pt x="3691" y="251"/>
                    </a:lnTo>
                    <a:lnTo>
                      <a:pt x="2568" y="251"/>
                    </a:lnTo>
                    <a:lnTo>
                      <a:pt x="2568" y="81"/>
                    </a:lnTo>
                    <a:close/>
                    <a:moveTo>
                      <a:pt x="4925" y="81"/>
                    </a:moveTo>
                    <a:lnTo>
                      <a:pt x="4925" y="251"/>
                    </a:lnTo>
                    <a:lnTo>
                      <a:pt x="3802" y="251"/>
                    </a:lnTo>
                    <a:lnTo>
                      <a:pt x="3802" y="81"/>
                    </a:lnTo>
                    <a:close/>
                    <a:moveTo>
                      <a:pt x="6159" y="81"/>
                    </a:moveTo>
                    <a:lnTo>
                      <a:pt x="6159" y="251"/>
                    </a:lnTo>
                    <a:lnTo>
                      <a:pt x="5035" y="251"/>
                    </a:lnTo>
                    <a:lnTo>
                      <a:pt x="5035" y="81"/>
                    </a:lnTo>
                    <a:close/>
                    <a:moveTo>
                      <a:pt x="1224" y="301"/>
                    </a:moveTo>
                    <a:lnTo>
                      <a:pt x="1224" y="482"/>
                    </a:lnTo>
                    <a:lnTo>
                      <a:pt x="100" y="482"/>
                    </a:lnTo>
                    <a:lnTo>
                      <a:pt x="100" y="301"/>
                    </a:lnTo>
                    <a:close/>
                    <a:moveTo>
                      <a:pt x="2458" y="312"/>
                    </a:moveTo>
                    <a:lnTo>
                      <a:pt x="2458" y="492"/>
                    </a:lnTo>
                    <a:lnTo>
                      <a:pt x="1334" y="492"/>
                    </a:lnTo>
                    <a:lnTo>
                      <a:pt x="1334" y="312"/>
                    </a:lnTo>
                    <a:close/>
                    <a:moveTo>
                      <a:pt x="3691" y="312"/>
                    </a:moveTo>
                    <a:lnTo>
                      <a:pt x="3691" y="492"/>
                    </a:lnTo>
                    <a:lnTo>
                      <a:pt x="2568" y="492"/>
                    </a:lnTo>
                    <a:lnTo>
                      <a:pt x="2568" y="312"/>
                    </a:lnTo>
                    <a:close/>
                    <a:moveTo>
                      <a:pt x="4925" y="312"/>
                    </a:moveTo>
                    <a:lnTo>
                      <a:pt x="4925" y="492"/>
                    </a:lnTo>
                    <a:lnTo>
                      <a:pt x="3802" y="492"/>
                    </a:lnTo>
                    <a:lnTo>
                      <a:pt x="3802" y="312"/>
                    </a:lnTo>
                    <a:close/>
                    <a:moveTo>
                      <a:pt x="6159" y="312"/>
                    </a:moveTo>
                    <a:lnTo>
                      <a:pt x="6159" y="492"/>
                    </a:lnTo>
                    <a:lnTo>
                      <a:pt x="5035" y="492"/>
                    </a:lnTo>
                    <a:lnTo>
                      <a:pt x="5035" y="312"/>
                    </a:lnTo>
                    <a:close/>
                    <a:moveTo>
                      <a:pt x="1224" y="542"/>
                    </a:moveTo>
                    <a:lnTo>
                      <a:pt x="1224" y="663"/>
                    </a:lnTo>
                    <a:lnTo>
                      <a:pt x="100" y="663"/>
                    </a:lnTo>
                    <a:lnTo>
                      <a:pt x="100" y="542"/>
                    </a:lnTo>
                    <a:close/>
                    <a:moveTo>
                      <a:pt x="2458" y="542"/>
                    </a:moveTo>
                    <a:lnTo>
                      <a:pt x="2458" y="663"/>
                    </a:lnTo>
                    <a:lnTo>
                      <a:pt x="1334" y="663"/>
                    </a:lnTo>
                    <a:lnTo>
                      <a:pt x="1334" y="542"/>
                    </a:lnTo>
                    <a:close/>
                    <a:moveTo>
                      <a:pt x="3691" y="542"/>
                    </a:moveTo>
                    <a:lnTo>
                      <a:pt x="3691" y="663"/>
                    </a:lnTo>
                    <a:lnTo>
                      <a:pt x="2568" y="663"/>
                    </a:lnTo>
                    <a:lnTo>
                      <a:pt x="2568" y="542"/>
                    </a:lnTo>
                    <a:close/>
                    <a:moveTo>
                      <a:pt x="4925" y="542"/>
                    </a:moveTo>
                    <a:lnTo>
                      <a:pt x="4925" y="663"/>
                    </a:lnTo>
                    <a:lnTo>
                      <a:pt x="3802" y="663"/>
                    </a:lnTo>
                    <a:lnTo>
                      <a:pt x="3802" y="542"/>
                    </a:lnTo>
                    <a:close/>
                    <a:moveTo>
                      <a:pt x="6159" y="542"/>
                    </a:moveTo>
                    <a:lnTo>
                      <a:pt x="6159" y="663"/>
                    </a:lnTo>
                    <a:lnTo>
                      <a:pt x="5035" y="663"/>
                    </a:lnTo>
                    <a:lnTo>
                      <a:pt x="5035" y="542"/>
                    </a:lnTo>
                    <a:close/>
                    <a:moveTo>
                      <a:pt x="1224" y="1"/>
                    </a:moveTo>
                    <a:lnTo>
                      <a:pt x="1224" y="21"/>
                    </a:lnTo>
                    <a:lnTo>
                      <a:pt x="100" y="21"/>
                    </a:lnTo>
                    <a:lnTo>
                      <a:pt x="100" y="11"/>
                    </a:lnTo>
                    <a:lnTo>
                      <a:pt x="0" y="11"/>
                    </a:lnTo>
                    <a:lnTo>
                      <a:pt x="0" y="723"/>
                    </a:lnTo>
                    <a:lnTo>
                      <a:pt x="7102" y="723"/>
                    </a:lnTo>
                    <a:lnTo>
                      <a:pt x="7082" y="663"/>
                    </a:lnTo>
                    <a:lnTo>
                      <a:pt x="6239" y="663"/>
                    </a:lnTo>
                    <a:lnTo>
                      <a:pt x="6239" y="542"/>
                    </a:lnTo>
                    <a:lnTo>
                      <a:pt x="7162" y="542"/>
                    </a:lnTo>
                    <a:lnTo>
                      <a:pt x="7162" y="482"/>
                    </a:lnTo>
                    <a:lnTo>
                      <a:pt x="6239" y="482"/>
                    </a:lnTo>
                    <a:lnTo>
                      <a:pt x="6239" y="301"/>
                    </a:lnTo>
                    <a:lnTo>
                      <a:pt x="7282" y="301"/>
                    </a:lnTo>
                    <a:lnTo>
                      <a:pt x="7282" y="251"/>
                    </a:lnTo>
                    <a:lnTo>
                      <a:pt x="6239" y="251"/>
                    </a:lnTo>
                    <a:lnTo>
                      <a:pt x="6239" y="71"/>
                    </a:lnTo>
                    <a:lnTo>
                      <a:pt x="7393" y="71"/>
                    </a:lnTo>
                    <a:lnTo>
                      <a:pt x="7393" y="21"/>
                    </a:lnTo>
                    <a:lnTo>
                      <a:pt x="6239" y="21"/>
                    </a:lnTo>
                    <a:lnTo>
                      <a:pt x="6239" y="1"/>
                    </a:lnTo>
                    <a:lnTo>
                      <a:pt x="6139" y="1"/>
                    </a:lnTo>
                    <a:lnTo>
                      <a:pt x="6139" y="21"/>
                    </a:lnTo>
                    <a:lnTo>
                      <a:pt x="5015" y="21"/>
                    </a:lnTo>
                    <a:lnTo>
                      <a:pt x="5015" y="1"/>
                    </a:lnTo>
                    <a:lnTo>
                      <a:pt x="4915" y="1"/>
                    </a:lnTo>
                    <a:lnTo>
                      <a:pt x="4915" y="21"/>
                    </a:lnTo>
                    <a:lnTo>
                      <a:pt x="3782" y="21"/>
                    </a:lnTo>
                    <a:lnTo>
                      <a:pt x="3782" y="1"/>
                    </a:lnTo>
                    <a:lnTo>
                      <a:pt x="3681" y="1"/>
                    </a:lnTo>
                    <a:lnTo>
                      <a:pt x="3681" y="21"/>
                    </a:lnTo>
                    <a:lnTo>
                      <a:pt x="2558" y="21"/>
                    </a:lnTo>
                    <a:lnTo>
                      <a:pt x="2558" y="1"/>
                    </a:lnTo>
                    <a:lnTo>
                      <a:pt x="2458" y="1"/>
                    </a:lnTo>
                    <a:lnTo>
                      <a:pt x="2458" y="21"/>
                    </a:lnTo>
                    <a:lnTo>
                      <a:pt x="1324" y="21"/>
                    </a:lnTo>
                    <a:lnTo>
                      <a:pt x="13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3" name="Google Shape;2633;p49"/>
              <p:cNvSpPr/>
              <p:nvPr/>
            </p:nvSpPr>
            <p:spPr>
              <a:xfrm>
                <a:off x="4528022" y="3000201"/>
                <a:ext cx="3244285" cy="368111"/>
              </a:xfrm>
              <a:custGeom>
                <a:avLst/>
                <a:gdLst/>
                <a:ahLst/>
                <a:cxnLst/>
                <a:rect l="l" t="t" r="r" b="b"/>
                <a:pathLst>
                  <a:path w="13361" h="1516" extrusionOk="0">
                    <a:moveTo>
                      <a:pt x="1033" y="121"/>
                    </a:moveTo>
                    <a:lnTo>
                      <a:pt x="2167" y="191"/>
                    </a:lnTo>
                    <a:lnTo>
                      <a:pt x="2167" y="362"/>
                    </a:lnTo>
                    <a:lnTo>
                      <a:pt x="1033" y="292"/>
                    </a:lnTo>
                    <a:lnTo>
                      <a:pt x="1033" y="121"/>
                    </a:lnTo>
                    <a:close/>
                    <a:moveTo>
                      <a:pt x="2267" y="191"/>
                    </a:moveTo>
                    <a:lnTo>
                      <a:pt x="3390" y="262"/>
                    </a:lnTo>
                    <a:lnTo>
                      <a:pt x="3390" y="432"/>
                    </a:lnTo>
                    <a:lnTo>
                      <a:pt x="2267" y="362"/>
                    </a:lnTo>
                    <a:lnTo>
                      <a:pt x="2267" y="191"/>
                    </a:lnTo>
                    <a:close/>
                    <a:moveTo>
                      <a:pt x="3501" y="272"/>
                    </a:moveTo>
                    <a:lnTo>
                      <a:pt x="4624" y="342"/>
                    </a:lnTo>
                    <a:lnTo>
                      <a:pt x="4624" y="512"/>
                    </a:lnTo>
                    <a:lnTo>
                      <a:pt x="3501" y="442"/>
                    </a:lnTo>
                    <a:lnTo>
                      <a:pt x="3501" y="272"/>
                    </a:lnTo>
                    <a:close/>
                    <a:moveTo>
                      <a:pt x="4734" y="342"/>
                    </a:moveTo>
                    <a:lnTo>
                      <a:pt x="5858" y="412"/>
                    </a:lnTo>
                    <a:lnTo>
                      <a:pt x="5858" y="583"/>
                    </a:lnTo>
                    <a:lnTo>
                      <a:pt x="4734" y="512"/>
                    </a:lnTo>
                    <a:lnTo>
                      <a:pt x="4734" y="342"/>
                    </a:lnTo>
                    <a:close/>
                    <a:moveTo>
                      <a:pt x="1033" y="352"/>
                    </a:moveTo>
                    <a:lnTo>
                      <a:pt x="2167" y="412"/>
                    </a:lnTo>
                    <a:lnTo>
                      <a:pt x="2167" y="593"/>
                    </a:lnTo>
                    <a:lnTo>
                      <a:pt x="1033" y="532"/>
                    </a:lnTo>
                    <a:lnTo>
                      <a:pt x="1033" y="352"/>
                    </a:lnTo>
                    <a:close/>
                    <a:moveTo>
                      <a:pt x="5928" y="422"/>
                    </a:moveTo>
                    <a:lnTo>
                      <a:pt x="7062" y="492"/>
                    </a:lnTo>
                    <a:lnTo>
                      <a:pt x="7062" y="663"/>
                    </a:lnTo>
                    <a:lnTo>
                      <a:pt x="5928" y="593"/>
                    </a:lnTo>
                    <a:lnTo>
                      <a:pt x="5928" y="422"/>
                    </a:lnTo>
                    <a:close/>
                    <a:moveTo>
                      <a:pt x="2267" y="422"/>
                    </a:moveTo>
                    <a:lnTo>
                      <a:pt x="3390" y="492"/>
                    </a:lnTo>
                    <a:lnTo>
                      <a:pt x="3390" y="673"/>
                    </a:lnTo>
                    <a:lnTo>
                      <a:pt x="2267" y="603"/>
                    </a:lnTo>
                    <a:lnTo>
                      <a:pt x="2267" y="422"/>
                    </a:lnTo>
                    <a:close/>
                    <a:moveTo>
                      <a:pt x="7162" y="492"/>
                    </a:moveTo>
                    <a:lnTo>
                      <a:pt x="8285" y="563"/>
                    </a:lnTo>
                    <a:lnTo>
                      <a:pt x="8285" y="733"/>
                    </a:lnTo>
                    <a:lnTo>
                      <a:pt x="7162" y="663"/>
                    </a:lnTo>
                    <a:lnTo>
                      <a:pt x="7162" y="492"/>
                    </a:lnTo>
                    <a:close/>
                    <a:moveTo>
                      <a:pt x="3501" y="502"/>
                    </a:moveTo>
                    <a:lnTo>
                      <a:pt x="4624" y="573"/>
                    </a:lnTo>
                    <a:lnTo>
                      <a:pt x="4624" y="743"/>
                    </a:lnTo>
                    <a:lnTo>
                      <a:pt x="3501" y="683"/>
                    </a:lnTo>
                    <a:lnTo>
                      <a:pt x="3501" y="502"/>
                    </a:lnTo>
                    <a:close/>
                    <a:moveTo>
                      <a:pt x="1033" y="583"/>
                    </a:moveTo>
                    <a:lnTo>
                      <a:pt x="2167" y="653"/>
                    </a:lnTo>
                    <a:lnTo>
                      <a:pt x="2167" y="773"/>
                    </a:lnTo>
                    <a:lnTo>
                      <a:pt x="1033" y="703"/>
                    </a:lnTo>
                    <a:lnTo>
                      <a:pt x="1033" y="583"/>
                    </a:lnTo>
                    <a:close/>
                    <a:moveTo>
                      <a:pt x="8436" y="573"/>
                    </a:moveTo>
                    <a:lnTo>
                      <a:pt x="9559" y="643"/>
                    </a:lnTo>
                    <a:lnTo>
                      <a:pt x="9559" y="813"/>
                    </a:lnTo>
                    <a:lnTo>
                      <a:pt x="8436" y="743"/>
                    </a:lnTo>
                    <a:lnTo>
                      <a:pt x="8436" y="573"/>
                    </a:lnTo>
                    <a:close/>
                    <a:moveTo>
                      <a:pt x="4734" y="573"/>
                    </a:moveTo>
                    <a:lnTo>
                      <a:pt x="5858" y="643"/>
                    </a:lnTo>
                    <a:lnTo>
                      <a:pt x="5858" y="823"/>
                    </a:lnTo>
                    <a:lnTo>
                      <a:pt x="4734" y="753"/>
                    </a:lnTo>
                    <a:lnTo>
                      <a:pt x="4734" y="573"/>
                    </a:lnTo>
                    <a:close/>
                    <a:moveTo>
                      <a:pt x="2267" y="663"/>
                    </a:moveTo>
                    <a:lnTo>
                      <a:pt x="3400" y="733"/>
                    </a:lnTo>
                    <a:lnTo>
                      <a:pt x="3400" y="843"/>
                    </a:lnTo>
                    <a:lnTo>
                      <a:pt x="2267" y="773"/>
                    </a:lnTo>
                    <a:lnTo>
                      <a:pt x="2267" y="663"/>
                    </a:lnTo>
                    <a:close/>
                    <a:moveTo>
                      <a:pt x="9670" y="653"/>
                    </a:moveTo>
                    <a:lnTo>
                      <a:pt x="10793" y="723"/>
                    </a:lnTo>
                    <a:lnTo>
                      <a:pt x="10793" y="884"/>
                    </a:lnTo>
                    <a:lnTo>
                      <a:pt x="9670" y="813"/>
                    </a:lnTo>
                    <a:lnTo>
                      <a:pt x="9670" y="653"/>
                    </a:lnTo>
                    <a:close/>
                    <a:moveTo>
                      <a:pt x="5928" y="653"/>
                    </a:moveTo>
                    <a:lnTo>
                      <a:pt x="7062" y="723"/>
                    </a:lnTo>
                    <a:lnTo>
                      <a:pt x="7062" y="904"/>
                    </a:lnTo>
                    <a:lnTo>
                      <a:pt x="5928" y="833"/>
                    </a:lnTo>
                    <a:lnTo>
                      <a:pt x="5928" y="653"/>
                    </a:lnTo>
                    <a:close/>
                    <a:moveTo>
                      <a:pt x="3501" y="733"/>
                    </a:moveTo>
                    <a:lnTo>
                      <a:pt x="4634" y="803"/>
                    </a:lnTo>
                    <a:lnTo>
                      <a:pt x="4634" y="924"/>
                    </a:lnTo>
                    <a:lnTo>
                      <a:pt x="3501" y="853"/>
                    </a:lnTo>
                    <a:lnTo>
                      <a:pt x="3501" y="733"/>
                    </a:lnTo>
                    <a:close/>
                    <a:moveTo>
                      <a:pt x="10903" y="723"/>
                    </a:moveTo>
                    <a:lnTo>
                      <a:pt x="12027" y="793"/>
                    </a:lnTo>
                    <a:lnTo>
                      <a:pt x="12027" y="964"/>
                    </a:lnTo>
                    <a:lnTo>
                      <a:pt x="10903" y="894"/>
                    </a:lnTo>
                    <a:lnTo>
                      <a:pt x="10903" y="723"/>
                    </a:lnTo>
                    <a:close/>
                    <a:moveTo>
                      <a:pt x="7162" y="723"/>
                    </a:moveTo>
                    <a:lnTo>
                      <a:pt x="8285" y="793"/>
                    </a:lnTo>
                    <a:lnTo>
                      <a:pt x="8285" y="974"/>
                    </a:lnTo>
                    <a:lnTo>
                      <a:pt x="7162" y="904"/>
                    </a:lnTo>
                    <a:lnTo>
                      <a:pt x="7162" y="723"/>
                    </a:lnTo>
                    <a:close/>
                    <a:moveTo>
                      <a:pt x="4734" y="813"/>
                    </a:moveTo>
                    <a:lnTo>
                      <a:pt x="5868" y="884"/>
                    </a:lnTo>
                    <a:lnTo>
                      <a:pt x="5868" y="994"/>
                    </a:lnTo>
                    <a:lnTo>
                      <a:pt x="4734" y="924"/>
                    </a:lnTo>
                    <a:lnTo>
                      <a:pt x="4734" y="813"/>
                    </a:lnTo>
                    <a:close/>
                    <a:moveTo>
                      <a:pt x="12137" y="793"/>
                    </a:moveTo>
                    <a:lnTo>
                      <a:pt x="13260" y="863"/>
                    </a:lnTo>
                    <a:lnTo>
                      <a:pt x="13260" y="1034"/>
                    </a:lnTo>
                    <a:lnTo>
                      <a:pt x="12137" y="964"/>
                    </a:lnTo>
                    <a:lnTo>
                      <a:pt x="12137" y="793"/>
                    </a:lnTo>
                    <a:close/>
                    <a:moveTo>
                      <a:pt x="8436" y="803"/>
                    </a:moveTo>
                    <a:lnTo>
                      <a:pt x="9559" y="874"/>
                    </a:lnTo>
                    <a:lnTo>
                      <a:pt x="9559" y="1054"/>
                    </a:lnTo>
                    <a:lnTo>
                      <a:pt x="8436" y="984"/>
                    </a:lnTo>
                    <a:lnTo>
                      <a:pt x="8436" y="803"/>
                    </a:lnTo>
                    <a:close/>
                    <a:moveTo>
                      <a:pt x="5928" y="884"/>
                    </a:moveTo>
                    <a:lnTo>
                      <a:pt x="7062" y="954"/>
                    </a:lnTo>
                    <a:lnTo>
                      <a:pt x="7062" y="1074"/>
                    </a:lnTo>
                    <a:lnTo>
                      <a:pt x="5928" y="1004"/>
                    </a:lnTo>
                    <a:lnTo>
                      <a:pt x="5928" y="884"/>
                    </a:lnTo>
                    <a:close/>
                    <a:moveTo>
                      <a:pt x="9670" y="874"/>
                    </a:moveTo>
                    <a:lnTo>
                      <a:pt x="10793" y="944"/>
                    </a:lnTo>
                    <a:lnTo>
                      <a:pt x="10793" y="1124"/>
                    </a:lnTo>
                    <a:lnTo>
                      <a:pt x="9670" y="1054"/>
                    </a:lnTo>
                    <a:lnTo>
                      <a:pt x="9670" y="874"/>
                    </a:lnTo>
                    <a:close/>
                    <a:moveTo>
                      <a:pt x="7162" y="964"/>
                    </a:moveTo>
                    <a:lnTo>
                      <a:pt x="8285" y="1034"/>
                    </a:lnTo>
                    <a:lnTo>
                      <a:pt x="8285" y="1144"/>
                    </a:lnTo>
                    <a:lnTo>
                      <a:pt x="7162" y="1074"/>
                    </a:lnTo>
                    <a:lnTo>
                      <a:pt x="7162" y="964"/>
                    </a:lnTo>
                    <a:close/>
                    <a:moveTo>
                      <a:pt x="10903" y="954"/>
                    </a:moveTo>
                    <a:lnTo>
                      <a:pt x="12027" y="1024"/>
                    </a:lnTo>
                    <a:lnTo>
                      <a:pt x="12027" y="1205"/>
                    </a:lnTo>
                    <a:lnTo>
                      <a:pt x="10903" y="1134"/>
                    </a:lnTo>
                    <a:lnTo>
                      <a:pt x="10903" y="954"/>
                    </a:lnTo>
                    <a:close/>
                    <a:moveTo>
                      <a:pt x="8436" y="1034"/>
                    </a:moveTo>
                    <a:lnTo>
                      <a:pt x="9559" y="1104"/>
                    </a:lnTo>
                    <a:lnTo>
                      <a:pt x="9559" y="1225"/>
                    </a:lnTo>
                    <a:lnTo>
                      <a:pt x="8436" y="1154"/>
                    </a:lnTo>
                    <a:lnTo>
                      <a:pt x="8436" y="1034"/>
                    </a:lnTo>
                    <a:close/>
                    <a:moveTo>
                      <a:pt x="12137" y="1024"/>
                    </a:moveTo>
                    <a:lnTo>
                      <a:pt x="13260" y="1094"/>
                    </a:lnTo>
                    <a:lnTo>
                      <a:pt x="13260" y="1275"/>
                    </a:lnTo>
                    <a:lnTo>
                      <a:pt x="12137" y="1205"/>
                    </a:lnTo>
                    <a:lnTo>
                      <a:pt x="12137" y="1024"/>
                    </a:lnTo>
                    <a:close/>
                    <a:moveTo>
                      <a:pt x="9670" y="1114"/>
                    </a:moveTo>
                    <a:lnTo>
                      <a:pt x="10793" y="1184"/>
                    </a:lnTo>
                    <a:lnTo>
                      <a:pt x="10793" y="1295"/>
                    </a:lnTo>
                    <a:lnTo>
                      <a:pt x="9670" y="1225"/>
                    </a:lnTo>
                    <a:lnTo>
                      <a:pt x="9670" y="1114"/>
                    </a:lnTo>
                    <a:close/>
                    <a:moveTo>
                      <a:pt x="10903" y="1184"/>
                    </a:moveTo>
                    <a:lnTo>
                      <a:pt x="12027" y="1255"/>
                    </a:lnTo>
                    <a:lnTo>
                      <a:pt x="12027" y="1375"/>
                    </a:lnTo>
                    <a:lnTo>
                      <a:pt x="10903" y="1305"/>
                    </a:lnTo>
                    <a:lnTo>
                      <a:pt x="10903" y="1184"/>
                    </a:lnTo>
                    <a:close/>
                    <a:moveTo>
                      <a:pt x="12137" y="1265"/>
                    </a:moveTo>
                    <a:lnTo>
                      <a:pt x="13260" y="1335"/>
                    </a:lnTo>
                    <a:lnTo>
                      <a:pt x="13260" y="1445"/>
                    </a:lnTo>
                    <a:lnTo>
                      <a:pt x="12137" y="1375"/>
                    </a:lnTo>
                    <a:lnTo>
                      <a:pt x="12137" y="1265"/>
                    </a:lnTo>
                    <a:close/>
                    <a:moveTo>
                      <a:pt x="0" y="1"/>
                    </a:moveTo>
                    <a:lnTo>
                      <a:pt x="0" y="61"/>
                    </a:lnTo>
                    <a:lnTo>
                      <a:pt x="923" y="111"/>
                    </a:lnTo>
                    <a:lnTo>
                      <a:pt x="923" y="282"/>
                    </a:lnTo>
                    <a:lnTo>
                      <a:pt x="40" y="232"/>
                    </a:lnTo>
                    <a:lnTo>
                      <a:pt x="40" y="292"/>
                    </a:lnTo>
                    <a:lnTo>
                      <a:pt x="923" y="342"/>
                    </a:lnTo>
                    <a:lnTo>
                      <a:pt x="923" y="532"/>
                    </a:lnTo>
                    <a:lnTo>
                      <a:pt x="80" y="472"/>
                    </a:lnTo>
                    <a:lnTo>
                      <a:pt x="80" y="532"/>
                    </a:lnTo>
                    <a:lnTo>
                      <a:pt x="933" y="583"/>
                    </a:lnTo>
                    <a:lnTo>
                      <a:pt x="933" y="703"/>
                    </a:lnTo>
                    <a:lnTo>
                      <a:pt x="120" y="653"/>
                    </a:lnTo>
                    <a:lnTo>
                      <a:pt x="120" y="713"/>
                    </a:lnTo>
                    <a:lnTo>
                      <a:pt x="2247" y="833"/>
                    </a:lnTo>
                    <a:lnTo>
                      <a:pt x="2267" y="833"/>
                    </a:lnTo>
                    <a:lnTo>
                      <a:pt x="4724" y="984"/>
                    </a:lnTo>
                    <a:lnTo>
                      <a:pt x="4734" y="984"/>
                    </a:lnTo>
                    <a:lnTo>
                      <a:pt x="7102" y="1134"/>
                    </a:lnTo>
                    <a:lnTo>
                      <a:pt x="7202" y="1134"/>
                    </a:lnTo>
                    <a:lnTo>
                      <a:pt x="13361" y="1515"/>
                    </a:lnTo>
                    <a:lnTo>
                      <a:pt x="13311" y="793"/>
                    </a:lnTo>
                    <a:lnTo>
                      <a:pt x="13210" y="793"/>
                    </a:lnTo>
                    <a:lnTo>
                      <a:pt x="13210" y="803"/>
                    </a:lnTo>
                    <a:lnTo>
                      <a:pt x="12077" y="743"/>
                    </a:lnTo>
                    <a:lnTo>
                      <a:pt x="12077" y="723"/>
                    </a:lnTo>
                    <a:lnTo>
                      <a:pt x="11977" y="723"/>
                    </a:lnTo>
                    <a:lnTo>
                      <a:pt x="11977" y="733"/>
                    </a:lnTo>
                    <a:lnTo>
                      <a:pt x="10843" y="663"/>
                    </a:lnTo>
                    <a:lnTo>
                      <a:pt x="10843" y="653"/>
                    </a:lnTo>
                    <a:lnTo>
                      <a:pt x="10743" y="653"/>
                    </a:lnTo>
                    <a:lnTo>
                      <a:pt x="10743" y="663"/>
                    </a:lnTo>
                    <a:lnTo>
                      <a:pt x="9619" y="593"/>
                    </a:lnTo>
                    <a:lnTo>
                      <a:pt x="9619" y="573"/>
                    </a:lnTo>
                    <a:lnTo>
                      <a:pt x="9519" y="573"/>
                    </a:lnTo>
                    <a:lnTo>
                      <a:pt x="9519" y="583"/>
                    </a:lnTo>
                    <a:lnTo>
                      <a:pt x="8386" y="512"/>
                    </a:lnTo>
                    <a:lnTo>
                      <a:pt x="8386" y="502"/>
                    </a:lnTo>
                    <a:lnTo>
                      <a:pt x="8285" y="492"/>
                    </a:lnTo>
                    <a:lnTo>
                      <a:pt x="8285" y="502"/>
                    </a:lnTo>
                    <a:lnTo>
                      <a:pt x="7162" y="442"/>
                    </a:lnTo>
                    <a:lnTo>
                      <a:pt x="7162" y="422"/>
                    </a:lnTo>
                    <a:lnTo>
                      <a:pt x="7062" y="422"/>
                    </a:lnTo>
                    <a:lnTo>
                      <a:pt x="7062" y="432"/>
                    </a:lnTo>
                    <a:lnTo>
                      <a:pt x="5928" y="362"/>
                    </a:lnTo>
                    <a:lnTo>
                      <a:pt x="5928" y="352"/>
                    </a:lnTo>
                    <a:lnTo>
                      <a:pt x="5828" y="342"/>
                    </a:lnTo>
                    <a:lnTo>
                      <a:pt x="5828" y="352"/>
                    </a:lnTo>
                    <a:lnTo>
                      <a:pt x="4704" y="282"/>
                    </a:lnTo>
                    <a:lnTo>
                      <a:pt x="4704" y="272"/>
                    </a:lnTo>
                    <a:lnTo>
                      <a:pt x="4604" y="272"/>
                    </a:lnTo>
                    <a:lnTo>
                      <a:pt x="4604" y="292"/>
                    </a:lnTo>
                    <a:lnTo>
                      <a:pt x="3471" y="222"/>
                    </a:lnTo>
                    <a:lnTo>
                      <a:pt x="3471" y="191"/>
                    </a:lnTo>
                    <a:lnTo>
                      <a:pt x="3370" y="191"/>
                    </a:lnTo>
                    <a:lnTo>
                      <a:pt x="3370" y="211"/>
                    </a:lnTo>
                    <a:lnTo>
                      <a:pt x="2247" y="141"/>
                    </a:lnTo>
                    <a:lnTo>
                      <a:pt x="2247" y="121"/>
                    </a:lnTo>
                    <a:lnTo>
                      <a:pt x="2147" y="121"/>
                    </a:lnTo>
                    <a:lnTo>
                      <a:pt x="2147" y="131"/>
                    </a:lnTo>
                    <a:lnTo>
                      <a:pt x="1013" y="61"/>
                    </a:lnTo>
                    <a:lnTo>
                      <a:pt x="1013" y="51"/>
                    </a:lnTo>
                    <a:lnTo>
                      <a:pt x="913" y="41"/>
                    </a:lnTo>
                    <a:lnTo>
                      <a:pt x="913" y="5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34" name="Google Shape;2634;p49"/>
            <p:cNvGrpSpPr/>
            <p:nvPr/>
          </p:nvGrpSpPr>
          <p:grpSpPr>
            <a:xfrm>
              <a:off x="6752684" y="2837555"/>
              <a:ext cx="1890182" cy="627107"/>
              <a:chOff x="365928" y="1067750"/>
              <a:chExt cx="8529704" cy="2795841"/>
            </a:xfrm>
          </p:grpSpPr>
          <p:sp>
            <p:nvSpPr>
              <p:cNvPr id="2635" name="Google Shape;2635;p49"/>
              <p:cNvSpPr/>
              <p:nvPr/>
            </p:nvSpPr>
            <p:spPr>
              <a:xfrm>
                <a:off x="365928" y="3050264"/>
                <a:ext cx="432074" cy="102331"/>
              </a:xfrm>
              <a:custGeom>
                <a:avLst/>
                <a:gdLst/>
                <a:ahLst/>
                <a:cxnLst/>
                <a:rect l="l" t="t" r="r" b="b"/>
                <a:pathLst>
                  <a:path w="1786" h="423" extrusionOk="0">
                    <a:moveTo>
                      <a:pt x="0" y="1"/>
                    </a:moveTo>
                    <a:lnTo>
                      <a:pt x="1785" y="1"/>
                    </a:lnTo>
                    <a:lnTo>
                      <a:pt x="1785" y="422"/>
                    </a:lnTo>
                    <a:lnTo>
                      <a:pt x="0" y="42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6" name="Google Shape;2636;p49"/>
              <p:cNvSpPr/>
              <p:nvPr/>
            </p:nvSpPr>
            <p:spPr>
              <a:xfrm>
                <a:off x="365928" y="2705774"/>
                <a:ext cx="626095" cy="250143"/>
              </a:xfrm>
              <a:custGeom>
                <a:avLst/>
                <a:gdLst/>
                <a:ahLst/>
                <a:cxnLst/>
                <a:rect l="l" t="t" r="r" b="b"/>
                <a:pathLst>
                  <a:path w="2588" h="1034" extrusionOk="0">
                    <a:moveTo>
                      <a:pt x="0" y="833"/>
                    </a:moveTo>
                    <a:lnTo>
                      <a:pt x="2538" y="0"/>
                    </a:lnTo>
                    <a:lnTo>
                      <a:pt x="2588" y="181"/>
                    </a:lnTo>
                    <a:lnTo>
                      <a:pt x="0" y="103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7" name="Google Shape;2637;p49"/>
              <p:cNvSpPr/>
              <p:nvPr/>
            </p:nvSpPr>
            <p:spPr>
              <a:xfrm>
                <a:off x="5209216" y="1109118"/>
                <a:ext cx="24676" cy="1361512"/>
              </a:xfrm>
              <a:custGeom>
                <a:avLst/>
                <a:gdLst/>
                <a:ahLst/>
                <a:cxnLst/>
                <a:rect l="l" t="t" r="r" b="b"/>
                <a:pathLst>
                  <a:path w="102" h="5628" extrusionOk="0">
                    <a:moveTo>
                      <a:pt x="1" y="0"/>
                    </a:moveTo>
                    <a:lnTo>
                      <a:pt x="101" y="0"/>
                    </a:lnTo>
                    <a:lnTo>
                      <a:pt x="101" y="5628"/>
                    </a:lnTo>
                    <a:lnTo>
                      <a:pt x="1" y="562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8" name="Google Shape;2638;p49"/>
              <p:cNvSpPr/>
              <p:nvPr/>
            </p:nvSpPr>
            <p:spPr>
              <a:xfrm>
                <a:off x="5189862" y="2290885"/>
                <a:ext cx="194506" cy="97251"/>
              </a:xfrm>
              <a:custGeom>
                <a:avLst/>
                <a:gdLst/>
                <a:ahLst/>
                <a:cxnLst/>
                <a:rect l="l" t="t" r="r" b="b"/>
                <a:pathLst>
                  <a:path w="804" h="402" extrusionOk="0">
                    <a:moveTo>
                      <a:pt x="1" y="0"/>
                    </a:moveTo>
                    <a:lnTo>
                      <a:pt x="803" y="0"/>
                    </a:lnTo>
                    <a:lnTo>
                      <a:pt x="803" y="401"/>
                    </a:lnTo>
                    <a:lnTo>
                      <a:pt x="1" y="40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9" name="Google Shape;2639;p49"/>
              <p:cNvSpPr/>
              <p:nvPr/>
            </p:nvSpPr>
            <p:spPr>
              <a:xfrm>
                <a:off x="2013420" y="2455873"/>
                <a:ext cx="245309" cy="218693"/>
              </a:xfrm>
              <a:custGeom>
                <a:avLst/>
                <a:gdLst/>
                <a:ahLst/>
                <a:cxnLst/>
                <a:rect l="l" t="t" r="r" b="b"/>
                <a:pathLst>
                  <a:path w="1014" h="904" extrusionOk="0">
                    <a:moveTo>
                      <a:pt x="1" y="0"/>
                    </a:moveTo>
                    <a:lnTo>
                      <a:pt x="1014" y="0"/>
                    </a:lnTo>
                    <a:lnTo>
                      <a:pt x="1014" y="903"/>
                    </a:lnTo>
                    <a:lnTo>
                      <a:pt x="1" y="90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0" name="Google Shape;2640;p49"/>
              <p:cNvSpPr/>
              <p:nvPr/>
            </p:nvSpPr>
            <p:spPr>
              <a:xfrm>
                <a:off x="1756256" y="2664406"/>
                <a:ext cx="915193" cy="73059"/>
              </a:xfrm>
              <a:custGeom>
                <a:avLst/>
                <a:gdLst/>
                <a:ahLst/>
                <a:cxnLst/>
                <a:rect l="l" t="t" r="r" b="b"/>
                <a:pathLst>
                  <a:path w="3783" h="302" extrusionOk="0">
                    <a:moveTo>
                      <a:pt x="1" y="1"/>
                    </a:moveTo>
                    <a:lnTo>
                      <a:pt x="3782" y="1"/>
                    </a:lnTo>
                    <a:lnTo>
                      <a:pt x="3782" y="302"/>
                    </a:lnTo>
                    <a:lnTo>
                      <a:pt x="1" y="30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1" name="Google Shape;2641;p49"/>
              <p:cNvSpPr/>
              <p:nvPr/>
            </p:nvSpPr>
            <p:spPr>
              <a:xfrm>
                <a:off x="644864" y="3339114"/>
                <a:ext cx="405462" cy="364328"/>
              </a:xfrm>
              <a:custGeom>
                <a:avLst/>
                <a:gdLst/>
                <a:ahLst/>
                <a:cxnLst/>
                <a:rect l="l" t="t" r="r" b="b"/>
                <a:pathLst>
                  <a:path w="1676" h="1506" extrusionOk="0">
                    <a:moveTo>
                      <a:pt x="1" y="291"/>
                    </a:moveTo>
                    <a:cubicBezTo>
                      <a:pt x="592" y="362"/>
                      <a:pt x="1134" y="181"/>
                      <a:pt x="1676" y="0"/>
                    </a:cubicBezTo>
                    <a:lnTo>
                      <a:pt x="1595" y="1505"/>
                    </a:lnTo>
                    <a:cubicBezTo>
                      <a:pt x="1064" y="1304"/>
                      <a:pt x="532" y="1154"/>
                      <a:pt x="1" y="1234"/>
                    </a:cubicBezTo>
                    <a:lnTo>
                      <a:pt x="1" y="29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2" name="Google Shape;2642;p49"/>
              <p:cNvSpPr/>
              <p:nvPr/>
            </p:nvSpPr>
            <p:spPr>
              <a:xfrm>
                <a:off x="644864" y="3348790"/>
                <a:ext cx="381270" cy="259819"/>
              </a:xfrm>
              <a:custGeom>
                <a:avLst/>
                <a:gdLst/>
                <a:ahLst/>
                <a:cxnLst/>
                <a:rect l="l" t="t" r="r" b="b"/>
                <a:pathLst>
                  <a:path w="1576" h="1074" extrusionOk="0">
                    <a:moveTo>
                      <a:pt x="1" y="251"/>
                    </a:moveTo>
                    <a:cubicBezTo>
                      <a:pt x="552" y="312"/>
                      <a:pt x="1064" y="161"/>
                      <a:pt x="1575" y="1"/>
                    </a:cubicBezTo>
                    <a:lnTo>
                      <a:pt x="1515" y="1074"/>
                    </a:lnTo>
                    <a:cubicBezTo>
                      <a:pt x="1014" y="883"/>
                      <a:pt x="512" y="733"/>
                      <a:pt x="11" y="793"/>
                    </a:cubicBezTo>
                    <a:lnTo>
                      <a:pt x="11" y="25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3" name="Google Shape;2643;p49"/>
              <p:cNvSpPr/>
              <p:nvPr/>
            </p:nvSpPr>
            <p:spPr>
              <a:xfrm>
                <a:off x="499227" y="3382901"/>
                <a:ext cx="165233" cy="279173"/>
              </a:xfrm>
              <a:custGeom>
                <a:avLst/>
                <a:gdLst/>
                <a:ahLst/>
                <a:cxnLst/>
                <a:rect l="l" t="t" r="r" b="b"/>
                <a:pathLst>
                  <a:path w="683" h="1154" extrusionOk="0">
                    <a:moveTo>
                      <a:pt x="251" y="0"/>
                    </a:moveTo>
                    <a:lnTo>
                      <a:pt x="432" y="0"/>
                    </a:lnTo>
                    <a:cubicBezTo>
                      <a:pt x="562" y="0"/>
                      <a:pt x="673" y="100"/>
                      <a:pt x="683" y="221"/>
                    </a:cubicBezTo>
                    <a:lnTo>
                      <a:pt x="683" y="923"/>
                    </a:lnTo>
                    <a:cubicBezTo>
                      <a:pt x="673" y="1053"/>
                      <a:pt x="562" y="1154"/>
                      <a:pt x="432" y="1143"/>
                    </a:cubicBezTo>
                    <a:lnTo>
                      <a:pt x="251" y="1143"/>
                    </a:lnTo>
                    <a:cubicBezTo>
                      <a:pt x="121" y="1154"/>
                      <a:pt x="1" y="1053"/>
                      <a:pt x="1" y="923"/>
                    </a:cubicBezTo>
                    <a:lnTo>
                      <a:pt x="1" y="221"/>
                    </a:lnTo>
                    <a:cubicBezTo>
                      <a:pt x="1" y="90"/>
                      <a:pt x="121" y="0"/>
                      <a:pt x="25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4" name="Google Shape;2644;p49"/>
              <p:cNvSpPr/>
              <p:nvPr/>
            </p:nvSpPr>
            <p:spPr>
              <a:xfrm>
                <a:off x="499227" y="3382901"/>
                <a:ext cx="131364" cy="194260"/>
              </a:xfrm>
              <a:custGeom>
                <a:avLst/>
                <a:gdLst/>
                <a:ahLst/>
                <a:cxnLst/>
                <a:rect l="l" t="t" r="r" b="b"/>
                <a:pathLst>
                  <a:path w="543" h="803" extrusionOk="0">
                    <a:moveTo>
                      <a:pt x="251" y="0"/>
                    </a:moveTo>
                    <a:lnTo>
                      <a:pt x="432" y="0"/>
                    </a:lnTo>
                    <a:cubicBezTo>
                      <a:pt x="472" y="0"/>
                      <a:pt x="502" y="10"/>
                      <a:pt x="542" y="30"/>
                    </a:cubicBezTo>
                    <a:lnTo>
                      <a:pt x="542" y="572"/>
                    </a:lnTo>
                    <a:cubicBezTo>
                      <a:pt x="532" y="702"/>
                      <a:pt x="422" y="802"/>
                      <a:pt x="292" y="792"/>
                    </a:cubicBezTo>
                    <a:lnTo>
                      <a:pt x="111" y="792"/>
                    </a:lnTo>
                    <a:cubicBezTo>
                      <a:pt x="71" y="792"/>
                      <a:pt x="31" y="792"/>
                      <a:pt x="1" y="772"/>
                    </a:cubicBezTo>
                    <a:lnTo>
                      <a:pt x="1" y="221"/>
                    </a:lnTo>
                    <a:cubicBezTo>
                      <a:pt x="1" y="90"/>
                      <a:pt x="121" y="0"/>
                      <a:pt x="25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5" name="Google Shape;2645;p49"/>
              <p:cNvSpPr/>
              <p:nvPr/>
            </p:nvSpPr>
            <p:spPr>
              <a:xfrm>
                <a:off x="613414" y="2698516"/>
                <a:ext cx="8109968" cy="735429"/>
              </a:xfrm>
              <a:custGeom>
                <a:avLst/>
                <a:gdLst/>
                <a:ahLst/>
                <a:cxnLst/>
                <a:rect l="l" t="t" r="r" b="b"/>
                <a:pathLst>
                  <a:path w="33523" h="3040" extrusionOk="0">
                    <a:moveTo>
                      <a:pt x="1334" y="0"/>
                    </a:moveTo>
                    <a:lnTo>
                      <a:pt x="33522" y="81"/>
                    </a:lnTo>
                    <a:cubicBezTo>
                      <a:pt x="32228" y="1234"/>
                      <a:pt x="30794" y="2227"/>
                      <a:pt x="29259" y="3040"/>
                    </a:cubicBezTo>
                    <a:lnTo>
                      <a:pt x="873" y="3040"/>
                    </a:lnTo>
                    <a:lnTo>
                      <a:pt x="682" y="1876"/>
                    </a:lnTo>
                    <a:lnTo>
                      <a:pt x="0" y="187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6" name="Google Shape;2646;p49"/>
              <p:cNvSpPr/>
              <p:nvPr/>
            </p:nvSpPr>
            <p:spPr>
              <a:xfrm>
                <a:off x="613414" y="2698516"/>
                <a:ext cx="8109968" cy="495205"/>
              </a:xfrm>
              <a:custGeom>
                <a:avLst/>
                <a:gdLst/>
                <a:ahLst/>
                <a:cxnLst/>
                <a:rect l="l" t="t" r="r" b="b"/>
                <a:pathLst>
                  <a:path w="33523" h="2047" extrusionOk="0">
                    <a:moveTo>
                      <a:pt x="1334" y="0"/>
                    </a:moveTo>
                    <a:lnTo>
                      <a:pt x="33522" y="81"/>
                    </a:lnTo>
                    <a:cubicBezTo>
                      <a:pt x="33211" y="361"/>
                      <a:pt x="32910" y="622"/>
                      <a:pt x="32609" y="863"/>
                    </a:cubicBezTo>
                    <a:cubicBezTo>
                      <a:pt x="32419" y="933"/>
                      <a:pt x="32208" y="1003"/>
                      <a:pt x="31998" y="1074"/>
                    </a:cubicBezTo>
                    <a:cubicBezTo>
                      <a:pt x="30022" y="1746"/>
                      <a:pt x="25337" y="2047"/>
                      <a:pt x="18607" y="2047"/>
                    </a:cubicBezTo>
                    <a:lnTo>
                      <a:pt x="712" y="2047"/>
                    </a:lnTo>
                    <a:lnTo>
                      <a:pt x="682" y="1876"/>
                    </a:lnTo>
                    <a:lnTo>
                      <a:pt x="0" y="1876"/>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7" name="Google Shape;2647;p49"/>
              <p:cNvSpPr/>
              <p:nvPr/>
            </p:nvSpPr>
            <p:spPr>
              <a:xfrm>
                <a:off x="6582852" y="3040587"/>
                <a:ext cx="1742568" cy="393358"/>
              </a:xfrm>
              <a:custGeom>
                <a:avLst/>
                <a:gdLst/>
                <a:ahLst/>
                <a:cxnLst/>
                <a:rect l="l" t="t" r="r" b="b"/>
                <a:pathLst>
                  <a:path w="7203" h="1626" extrusionOk="0">
                    <a:moveTo>
                      <a:pt x="7202" y="1"/>
                    </a:moveTo>
                    <a:cubicBezTo>
                      <a:pt x="6370" y="603"/>
                      <a:pt x="5487" y="1144"/>
                      <a:pt x="4574" y="1626"/>
                    </a:cubicBezTo>
                    <a:lnTo>
                      <a:pt x="0" y="1626"/>
                    </a:lnTo>
                    <a:cubicBezTo>
                      <a:pt x="2548" y="1174"/>
                      <a:pt x="5226" y="522"/>
                      <a:pt x="72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8" name="Google Shape;2648;p49"/>
              <p:cNvSpPr/>
              <p:nvPr/>
            </p:nvSpPr>
            <p:spPr>
              <a:xfrm>
                <a:off x="824371" y="3433703"/>
                <a:ext cx="6865277" cy="429887"/>
              </a:xfrm>
              <a:custGeom>
                <a:avLst/>
                <a:gdLst/>
                <a:ahLst/>
                <a:cxnLst/>
                <a:rect l="l" t="t" r="r" b="b"/>
                <a:pathLst>
                  <a:path w="28378" h="1777" extrusionOk="0">
                    <a:moveTo>
                      <a:pt x="1" y="1"/>
                    </a:moveTo>
                    <a:cubicBezTo>
                      <a:pt x="41" y="181"/>
                      <a:pt x="392" y="1636"/>
                      <a:pt x="563" y="1646"/>
                    </a:cubicBezTo>
                    <a:lnTo>
                      <a:pt x="21376" y="1776"/>
                    </a:lnTo>
                    <a:cubicBezTo>
                      <a:pt x="22670" y="1776"/>
                      <a:pt x="24997" y="1686"/>
                      <a:pt x="26130" y="1144"/>
                    </a:cubicBezTo>
                    <a:cubicBezTo>
                      <a:pt x="27264" y="602"/>
                      <a:pt x="27635" y="382"/>
                      <a:pt x="2837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9" name="Google Shape;2649;p49"/>
              <p:cNvSpPr/>
              <p:nvPr/>
            </p:nvSpPr>
            <p:spPr>
              <a:xfrm>
                <a:off x="860901" y="3433703"/>
                <a:ext cx="6828746" cy="429887"/>
              </a:xfrm>
              <a:custGeom>
                <a:avLst/>
                <a:gdLst/>
                <a:ahLst/>
                <a:cxnLst/>
                <a:rect l="l" t="t" r="r" b="b"/>
                <a:pathLst>
                  <a:path w="28227" h="1777" extrusionOk="0">
                    <a:moveTo>
                      <a:pt x="0" y="572"/>
                    </a:moveTo>
                    <a:cubicBezTo>
                      <a:pt x="121" y="1044"/>
                      <a:pt x="311" y="1636"/>
                      <a:pt x="412" y="1646"/>
                    </a:cubicBezTo>
                    <a:lnTo>
                      <a:pt x="21225" y="1776"/>
                    </a:lnTo>
                    <a:cubicBezTo>
                      <a:pt x="22519" y="1776"/>
                      <a:pt x="24846" y="1686"/>
                      <a:pt x="25979" y="1144"/>
                    </a:cubicBezTo>
                    <a:cubicBezTo>
                      <a:pt x="27113" y="602"/>
                      <a:pt x="27484" y="382"/>
                      <a:pt x="28226" y="1"/>
                    </a:cubicBezTo>
                    <a:lnTo>
                      <a:pt x="23652" y="1"/>
                    </a:lnTo>
                    <a:cubicBezTo>
                      <a:pt x="21777" y="332"/>
                      <a:pt x="19981" y="572"/>
                      <a:pt x="18597" y="572"/>
                    </a:cubicBezTo>
                    <a:close/>
                  </a:path>
                </a:pathLst>
              </a:custGeom>
              <a:solidFill>
                <a:srgbClr val="1D262D">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0" name="Google Shape;2650;p49"/>
              <p:cNvSpPr/>
              <p:nvPr/>
            </p:nvSpPr>
            <p:spPr>
              <a:xfrm>
                <a:off x="365928" y="3152353"/>
                <a:ext cx="432074" cy="43787"/>
              </a:xfrm>
              <a:custGeom>
                <a:avLst/>
                <a:gdLst/>
                <a:ahLst/>
                <a:cxnLst/>
                <a:rect l="l" t="t" r="r" b="b"/>
                <a:pathLst>
                  <a:path w="1786" h="181" extrusionOk="0">
                    <a:moveTo>
                      <a:pt x="0" y="0"/>
                    </a:moveTo>
                    <a:lnTo>
                      <a:pt x="1785" y="0"/>
                    </a:lnTo>
                    <a:lnTo>
                      <a:pt x="1785" y="181"/>
                    </a:lnTo>
                    <a:lnTo>
                      <a:pt x="0" y="18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1" name="Google Shape;2651;p49"/>
              <p:cNvSpPr/>
              <p:nvPr/>
            </p:nvSpPr>
            <p:spPr>
              <a:xfrm>
                <a:off x="5459364" y="2011712"/>
                <a:ext cx="1494839" cy="703980"/>
              </a:xfrm>
              <a:custGeom>
                <a:avLst/>
                <a:gdLst/>
                <a:ahLst/>
                <a:cxnLst/>
                <a:rect l="l" t="t" r="r" b="b"/>
                <a:pathLst>
                  <a:path w="6179" h="2910" extrusionOk="0">
                    <a:moveTo>
                      <a:pt x="6179" y="2910"/>
                    </a:moveTo>
                    <a:lnTo>
                      <a:pt x="4203" y="1"/>
                    </a:lnTo>
                    <a:lnTo>
                      <a:pt x="823" y="1"/>
                    </a:lnTo>
                    <a:lnTo>
                      <a:pt x="0" y="289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2" name="Google Shape;2652;p49"/>
              <p:cNvSpPr/>
              <p:nvPr/>
            </p:nvSpPr>
            <p:spPr>
              <a:xfrm>
                <a:off x="5459364" y="2048242"/>
                <a:ext cx="1356701" cy="665031"/>
              </a:xfrm>
              <a:custGeom>
                <a:avLst/>
                <a:gdLst/>
                <a:ahLst/>
                <a:cxnLst/>
                <a:rect l="l" t="t" r="r" b="b"/>
                <a:pathLst>
                  <a:path w="5608" h="2749" extrusionOk="0">
                    <a:moveTo>
                      <a:pt x="783" y="0"/>
                    </a:moveTo>
                    <a:lnTo>
                      <a:pt x="0" y="2739"/>
                    </a:lnTo>
                    <a:lnTo>
                      <a:pt x="5607" y="2749"/>
                    </a:lnTo>
                    <a:lnTo>
                      <a:pt x="3731"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3" name="Google Shape;2653;p49"/>
              <p:cNvSpPr/>
              <p:nvPr/>
            </p:nvSpPr>
            <p:spPr>
              <a:xfrm>
                <a:off x="5160832" y="2011712"/>
                <a:ext cx="497635" cy="699142"/>
              </a:xfrm>
              <a:custGeom>
                <a:avLst/>
                <a:gdLst/>
                <a:ahLst/>
                <a:cxnLst/>
                <a:rect l="l" t="t" r="r" b="b"/>
                <a:pathLst>
                  <a:path w="2057" h="2890" extrusionOk="0">
                    <a:moveTo>
                      <a:pt x="0" y="2890"/>
                    </a:moveTo>
                    <a:lnTo>
                      <a:pt x="1344" y="1"/>
                    </a:lnTo>
                    <a:lnTo>
                      <a:pt x="2057" y="1"/>
                    </a:lnTo>
                    <a:lnTo>
                      <a:pt x="1234" y="289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4" name="Google Shape;2654;p49"/>
              <p:cNvSpPr/>
              <p:nvPr/>
            </p:nvSpPr>
            <p:spPr>
              <a:xfrm>
                <a:off x="2836198" y="2470388"/>
                <a:ext cx="2436401" cy="240466"/>
              </a:xfrm>
              <a:custGeom>
                <a:avLst/>
                <a:gdLst/>
                <a:ahLst/>
                <a:cxnLst/>
                <a:rect l="l" t="t" r="r" b="b"/>
                <a:pathLst>
                  <a:path w="10071" h="994" extrusionOk="0">
                    <a:moveTo>
                      <a:pt x="682" y="1"/>
                    </a:moveTo>
                    <a:lnTo>
                      <a:pt x="10071" y="1"/>
                    </a:lnTo>
                    <a:lnTo>
                      <a:pt x="9609" y="994"/>
                    </a:lnTo>
                    <a:lnTo>
                      <a:pt x="0" y="96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5" name="Google Shape;2655;p49"/>
              <p:cNvSpPr/>
              <p:nvPr/>
            </p:nvSpPr>
            <p:spPr>
              <a:xfrm>
                <a:off x="5803862" y="2135574"/>
                <a:ext cx="218698" cy="162810"/>
              </a:xfrm>
              <a:custGeom>
                <a:avLst/>
                <a:gdLst/>
                <a:ahLst/>
                <a:cxnLst/>
                <a:rect l="l" t="t" r="r" b="b"/>
                <a:pathLst>
                  <a:path w="904" h="673" extrusionOk="0">
                    <a:moveTo>
                      <a:pt x="151" y="0"/>
                    </a:moveTo>
                    <a:lnTo>
                      <a:pt x="753" y="0"/>
                    </a:lnTo>
                    <a:cubicBezTo>
                      <a:pt x="833" y="0"/>
                      <a:pt x="903" y="61"/>
                      <a:pt x="903" y="141"/>
                    </a:cubicBezTo>
                    <a:lnTo>
                      <a:pt x="903" y="522"/>
                    </a:lnTo>
                    <a:cubicBezTo>
                      <a:pt x="903" y="602"/>
                      <a:pt x="833" y="672"/>
                      <a:pt x="753" y="672"/>
                    </a:cubicBezTo>
                    <a:lnTo>
                      <a:pt x="151" y="672"/>
                    </a:lnTo>
                    <a:cubicBezTo>
                      <a:pt x="61" y="672"/>
                      <a:pt x="0" y="602"/>
                      <a:pt x="0" y="522"/>
                    </a:cubicBezTo>
                    <a:lnTo>
                      <a:pt x="0" y="141"/>
                    </a:lnTo>
                    <a:cubicBezTo>
                      <a:pt x="0" y="61"/>
                      <a:pt x="61"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6" name="Google Shape;2656;p49"/>
              <p:cNvSpPr/>
              <p:nvPr/>
            </p:nvSpPr>
            <p:spPr>
              <a:xfrm>
                <a:off x="6175213" y="2135574"/>
                <a:ext cx="218456" cy="162810"/>
              </a:xfrm>
              <a:custGeom>
                <a:avLst/>
                <a:gdLst/>
                <a:ahLst/>
                <a:cxnLst/>
                <a:rect l="l" t="t" r="r" b="b"/>
                <a:pathLst>
                  <a:path w="903" h="673" extrusionOk="0">
                    <a:moveTo>
                      <a:pt x="151" y="0"/>
                    </a:moveTo>
                    <a:lnTo>
                      <a:pt x="752" y="0"/>
                    </a:lnTo>
                    <a:cubicBezTo>
                      <a:pt x="833" y="0"/>
                      <a:pt x="903" y="61"/>
                      <a:pt x="903" y="141"/>
                    </a:cubicBezTo>
                    <a:lnTo>
                      <a:pt x="903" y="522"/>
                    </a:lnTo>
                    <a:cubicBezTo>
                      <a:pt x="903" y="602"/>
                      <a:pt x="833" y="672"/>
                      <a:pt x="752" y="672"/>
                    </a:cubicBezTo>
                    <a:lnTo>
                      <a:pt x="151" y="672"/>
                    </a:lnTo>
                    <a:cubicBezTo>
                      <a:pt x="70" y="672"/>
                      <a:pt x="0" y="602"/>
                      <a:pt x="0" y="522"/>
                    </a:cubicBezTo>
                    <a:lnTo>
                      <a:pt x="0" y="141"/>
                    </a:lnTo>
                    <a:cubicBezTo>
                      <a:pt x="0" y="61"/>
                      <a:pt x="70" y="0"/>
                      <a:pt x="15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7" name="Google Shape;2657;p49"/>
              <p:cNvSpPr/>
              <p:nvPr/>
            </p:nvSpPr>
            <p:spPr>
              <a:xfrm>
                <a:off x="5417995" y="2135574"/>
                <a:ext cx="179748" cy="162810"/>
              </a:xfrm>
              <a:custGeom>
                <a:avLst/>
                <a:gdLst/>
                <a:ahLst/>
                <a:cxnLst/>
                <a:rect l="l" t="t" r="r" b="b"/>
                <a:pathLst>
                  <a:path w="743" h="673" extrusionOk="0">
                    <a:moveTo>
                      <a:pt x="292" y="0"/>
                    </a:moveTo>
                    <a:lnTo>
                      <a:pt x="673" y="0"/>
                    </a:lnTo>
                    <a:cubicBezTo>
                      <a:pt x="723" y="0"/>
                      <a:pt x="743" y="61"/>
                      <a:pt x="713" y="141"/>
                    </a:cubicBezTo>
                    <a:lnTo>
                      <a:pt x="582" y="522"/>
                    </a:lnTo>
                    <a:cubicBezTo>
                      <a:pt x="562" y="602"/>
                      <a:pt x="492" y="672"/>
                      <a:pt x="442" y="672"/>
                    </a:cubicBezTo>
                    <a:lnTo>
                      <a:pt x="71" y="672"/>
                    </a:lnTo>
                    <a:cubicBezTo>
                      <a:pt x="21" y="672"/>
                      <a:pt x="1" y="602"/>
                      <a:pt x="31" y="522"/>
                    </a:cubicBezTo>
                    <a:lnTo>
                      <a:pt x="151" y="141"/>
                    </a:lnTo>
                    <a:cubicBezTo>
                      <a:pt x="181" y="61"/>
                      <a:pt x="241" y="0"/>
                      <a:pt x="2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49"/>
              <p:cNvSpPr/>
              <p:nvPr/>
            </p:nvSpPr>
            <p:spPr>
              <a:xfrm>
                <a:off x="1841171" y="2290885"/>
                <a:ext cx="558357" cy="327798"/>
              </a:xfrm>
              <a:custGeom>
                <a:avLst/>
                <a:gdLst/>
                <a:ahLst/>
                <a:cxnLst/>
                <a:rect l="l" t="t" r="r" b="b"/>
                <a:pathLst>
                  <a:path w="2308" h="1355" extrusionOk="0">
                    <a:moveTo>
                      <a:pt x="1" y="602"/>
                    </a:moveTo>
                    <a:lnTo>
                      <a:pt x="2087" y="0"/>
                    </a:lnTo>
                    <a:lnTo>
                      <a:pt x="2308" y="753"/>
                    </a:lnTo>
                    <a:lnTo>
                      <a:pt x="221" y="13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49"/>
              <p:cNvSpPr/>
              <p:nvPr/>
            </p:nvSpPr>
            <p:spPr>
              <a:xfrm>
                <a:off x="1843590" y="2310239"/>
                <a:ext cx="536584" cy="308445"/>
              </a:xfrm>
              <a:custGeom>
                <a:avLst/>
                <a:gdLst/>
                <a:ahLst/>
                <a:cxnLst/>
                <a:rect l="l" t="t" r="r" b="b"/>
                <a:pathLst>
                  <a:path w="2218" h="1275" extrusionOk="0">
                    <a:moveTo>
                      <a:pt x="2217" y="693"/>
                    </a:moveTo>
                    <a:lnTo>
                      <a:pt x="211" y="1274"/>
                    </a:lnTo>
                    <a:lnTo>
                      <a:pt x="1" y="572"/>
                    </a:lnTo>
                    <a:lnTo>
                      <a:pt x="2017"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49"/>
              <p:cNvSpPr/>
              <p:nvPr/>
            </p:nvSpPr>
            <p:spPr>
              <a:xfrm>
                <a:off x="2350902" y="2276370"/>
                <a:ext cx="152895" cy="179745"/>
              </a:xfrm>
              <a:custGeom>
                <a:avLst/>
                <a:gdLst/>
                <a:ahLst/>
                <a:cxnLst/>
                <a:rect l="l" t="t" r="r" b="b"/>
                <a:pathLst>
                  <a:path w="632" h="743" extrusionOk="0">
                    <a:moveTo>
                      <a:pt x="0" y="141"/>
                    </a:moveTo>
                    <a:lnTo>
                      <a:pt x="461" y="0"/>
                    </a:lnTo>
                    <a:lnTo>
                      <a:pt x="632" y="612"/>
                    </a:lnTo>
                    <a:lnTo>
                      <a:pt x="181" y="74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49"/>
              <p:cNvSpPr/>
              <p:nvPr/>
            </p:nvSpPr>
            <p:spPr>
              <a:xfrm>
                <a:off x="2302275" y="2567397"/>
                <a:ext cx="191845" cy="97251"/>
              </a:xfrm>
              <a:custGeom>
                <a:avLst/>
                <a:gdLst/>
                <a:ahLst/>
                <a:cxnLst/>
                <a:rect l="l" t="t" r="r" b="b"/>
                <a:pathLst>
                  <a:path w="793" h="402" extrusionOk="0">
                    <a:moveTo>
                      <a:pt x="0" y="1"/>
                    </a:moveTo>
                    <a:lnTo>
                      <a:pt x="793" y="1"/>
                    </a:lnTo>
                    <a:lnTo>
                      <a:pt x="793" y="402"/>
                    </a:lnTo>
                    <a:lnTo>
                      <a:pt x="0" y="402"/>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49"/>
              <p:cNvSpPr/>
              <p:nvPr/>
            </p:nvSpPr>
            <p:spPr>
              <a:xfrm>
                <a:off x="4910926" y="2543205"/>
                <a:ext cx="123864" cy="126523"/>
              </a:xfrm>
              <a:custGeom>
                <a:avLst/>
                <a:gdLst/>
                <a:ahLst/>
                <a:cxnLst/>
                <a:rect l="l" t="t" r="r" b="b"/>
                <a:pathLst>
                  <a:path w="512" h="523" extrusionOk="0">
                    <a:moveTo>
                      <a:pt x="221" y="0"/>
                    </a:moveTo>
                    <a:cubicBezTo>
                      <a:pt x="411" y="0"/>
                      <a:pt x="512" y="241"/>
                      <a:pt x="371" y="382"/>
                    </a:cubicBezTo>
                    <a:cubicBezTo>
                      <a:pt x="231" y="522"/>
                      <a:pt x="0" y="422"/>
                      <a:pt x="0" y="221"/>
                    </a:cubicBezTo>
                    <a:cubicBezTo>
                      <a:pt x="0" y="101"/>
                      <a:pt x="101"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49"/>
              <p:cNvSpPr/>
              <p:nvPr/>
            </p:nvSpPr>
            <p:spPr>
              <a:xfrm>
                <a:off x="4209592" y="2543205"/>
                <a:ext cx="123864" cy="126523"/>
              </a:xfrm>
              <a:custGeom>
                <a:avLst/>
                <a:gdLst/>
                <a:ahLst/>
                <a:cxnLst/>
                <a:rect l="l" t="t" r="r" b="b"/>
                <a:pathLst>
                  <a:path w="512" h="523" extrusionOk="0">
                    <a:moveTo>
                      <a:pt x="221" y="0"/>
                    </a:moveTo>
                    <a:cubicBezTo>
                      <a:pt x="412" y="0"/>
                      <a:pt x="512" y="241"/>
                      <a:pt x="372" y="382"/>
                    </a:cubicBezTo>
                    <a:cubicBezTo>
                      <a:pt x="231" y="522"/>
                      <a:pt x="0" y="422"/>
                      <a:pt x="0" y="221"/>
                    </a:cubicBezTo>
                    <a:cubicBezTo>
                      <a:pt x="0" y="101"/>
                      <a:pt x="91"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49"/>
              <p:cNvSpPr/>
              <p:nvPr/>
            </p:nvSpPr>
            <p:spPr>
              <a:xfrm>
                <a:off x="3505840" y="2543205"/>
                <a:ext cx="124106" cy="126523"/>
              </a:xfrm>
              <a:custGeom>
                <a:avLst/>
                <a:gdLst/>
                <a:ahLst/>
                <a:cxnLst/>
                <a:rect l="l" t="t" r="r" b="b"/>
                <a:pathLst>
                  <a:path w="513" h="523" extrusionOk="0">
                    <a:moveTo>
                      <a:pt x="221" y="0"/>
                    </a:moveTo>
                    <a:cubicBezTo>
                      <a:pt x="422" y="0"/>
                      <a:pt x="512" y="241"/>
                      <a:pt x="382" y="382"/>
                    </a:cubicBezTo>
                    <a:cubicBezTo>
                      <a:pt x="241" y="522"/>
                      <a:pt x="1" y="422"/>
                      <a:pt x="1" y="221"/>
                    </a:cubicBezTo>
                    <a:cubicBezTo>
                      <a:pt x="1" y="101"/>
                      <a:pt x="101"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49"/>
              <p:cNvSpPr/>
              <p:nvPr/>
            </p:nvSpPr>
            <p:spPr>
              <a:xfrm>
                <a:off x="6383750" y="2943579"/>
                <a:ext cx="124106" cy="124104"/>
              </a:xfrm>
              <a:custGeom>
                <a:avLst/>
                <a:gdLst/>
                <a:ahLst/>
                <a:cxnLst/>
                <a:rect l="l" t="t" r="r" b="b"/>
                <a:pathLst>
                  <a:path w="513" h="513" extrusionOk="0">
                    <a:moveTo>
                      <a:pt x="221" y="0"/>
                    </a:moveTo>
                    <a:cubicBezTo>
                      <a:pt x="422" y="0"/>
                      <a:pt x="512" y="241"/>
                      <a:pt x="382" y="372"/>
                    </a:cubicBezTo>
                    <a:cubicBezTo>
                      <a:pt x="242" y="512"/>
                      <a:pt x="1" y="412"/>
                      <a:pt x="1" y="221"/>
                    </a:cubicBezTo>
                    <a:cubicBezTo>
                      <a:pt x="1" y="101"/>
                      <a:pt x="101" y="0"/>
                      <a:pt x="22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49"/>
              <p:cNvSpPr/>
              <p:nvPr/>
            </p:nvSpPr>
            <p:spPr>
              <a:xfrm>
                <a:off x="5682417" y="2943579"/>
                <a:ext cx="124106" cy="124104"/>
              </a:xfrm>
              <a:custGeom>
                <a:avLst/>
                <a:gdLst/>
                <a:ahLst/>
                <a:cxnLst/>
                <a:rect l="l" t="t" r="r" b="b"/>
                <a:pathLst>
                  <a:path w="513" h="513" extrusionOk="0">
                    <a:moveTo>
                      <a:pt x="222" y="0"/>
                    </a:moveTo>
                    <a:cubicBezTo>
                      <a:pt x="412" y="0"/>
                      <a:pt x="513" y="241"/>
                      <a:pt x="372" y="372"/>
                    </a:cubicBezTo>
                    <a:cubicBezTo>
                      <a:pt x="232" y="512"/>
                      <a:pt x="1" y="412"/>
                      <a:pt x="1" y="221"/>
                    </a:cubicBezTo>
                    <a:cubicBezTo>
                      <a:pt x="1" y="101"/>
                      <a:pt x="101" y="0"/>
                      <a:pt x="22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49"/>
              <p:cNvSpPr/>
              <p:nvPr/>
            </p:nvSpPr>
            <p:spPr>
              <a:xfrm>
                <a:off x="5801442" y="1812856"/>
                <a:ext cx="320547" cy="196679"/>
              </a:xfrm>
              <a:custGeom>
                <a:avLst/>
                <a:gdLst/>
                <a:ahLst/>
                <a:cxnLst/>
                <a:rect l="l" t="t" r="r" b="b"/>
                <a:pathLst>
                  <a:path w="1325" h="813" extrusionOk="0">
                    <a:moveTo>
                      <a:pt x="0" y="0"/>
                    </a:moveTo>
                    <a:lnTo>
                      <a:pt x="612" y="0"/>
                    </a:lnTo>
                    <a:lnTo>
                      <a:pt x="612" y="241"/>
                    </a:lnTo>
                    <a:cubicBezTo>
                      <a:pt x="833" y="0"/>
                      <a:pt x="1104" y="10"/>
                      <a:pt x="1174" y="141"/>
                    </a:cubicBezTo>
                    <a:cubicBezTo>
                      <a:pt x="1324" y="412"/>
                      <a:pt x="1114" y="592"/>
                      <a:pt x="1054" y="813"/>
                    </a:cubicBezTo>
                    <a:lnTo>
                      <a:pt x="101" y="813"/>
                    </a:lnTo>
                    <a:cubicBezTo>
                      <a:pt x="41" y="652"/>
                      <a:pt x="81" y="482"/>
                      <a:pt x="211" y="371"/>
                    </a:cubicBezTo>
                    <a:lnTo>
                      <a:pt x="0" y="371"/>
                    </a:lnTo>
                    <a:lnTo>
                      <a:pt x="0"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49"/>
              <p:cNvSpPr/>
              <p:nvPr/>
            </p:nvSpPr>
            <p:spPr>
              <a:xfrm>
                <a:off x="5823216" y="1688994"/>
                <a:ext cx="128945" cy="182164"/>
              </a:xfrm>
              <a:custGeom>
                <a:avLst/>
                <a:gdLst/>
                <a:ahLst/>
                <a:cxnLst/>
                <a:rect l="l" t="t" r="r" b="b"/>
                <a:pathLst>
                  <a:path w="533" h="753" extrusionOk="0">
                    <a:moveTo>
                      <a:pt x="1" y="1"/>
                    </a:moveTo>
                    <a:lnTo>
                      <a:pt x="532" y="1"/>
                    </a:lnTo>
                    <a:lnTo>
                      <a:pt x="532" y="753"/>
                    </a:lnTo>
                    <a:lnTo>
                      <a:pt x="1" y="75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9" name="Google Shape;2669;p49"/>
              <p:cNvSpPr/>
              <p:nvPr/>
            </p:nvSpPr>
            <p:spPr>
              <a:xfrm>
                <a:off x="5706851" y="1732781"/>
                <a:ext cx="116607" cy="80317"/>
              </a:xfrm>
              <a:custGeom>
                <a:avLst/>
                <a:gdLst/>
                <a:ahLst/>
                <a:cxnLst/>
                <a:rect l="l" t="t" r="r" b="b"/>
                <a:pathLst>
                  <a:path w="482" h="332" extrusionOk="0">
                    <a:moveTo>
                      <a:pt x="0" y="0"/>
                    </a:moveTo>
                    <a:lnTo>
                      <a:pt x="482" y="0"/>
                    </a:lnTo>
                    <a:lnTo>
                      <a:pt x="482" y="331"/>
                    </a:lnTo>
                    <a:lnTo>
                      <a:pt x="0" y="33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49"/>
              <p:cNvSpPr/>
              <p:nvPr/>
            </p:nvSpPr>
            <p:spPr>
              <a:xfrm>
                <a:off x="5951918" y="1735201"/>
                <a:ext cx="405462" cy="19595"/>
              </a:xfrm>
              <a:custGeom>
                <a:avLst/>
                <a:gdLst/>
                <a:ahLst/>
                <a:cxnLst/>
                <a:rect l="l" t="t" r="r" b="b"/>
                <a:pathLst>
                  <a:path w="1676" h="81" extrusionOk="0">
                    <a:moveTo>
                      <a:pt x="0" y="0"/>
                    </a:moveTo>
                    <a:lnTo>
                      <a:pt x="1675" y="0"/>
                    </a:lnTo>
                    <a:lnTo>
                      <a:pt x="1675" y="81"/>
                    </a:lnTo>
                    <a:lnTo>
                      <a:pt x="0" y="8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49"/>
              <p:cNvSpPr/>
              <p:nvPr/>
            </p:nvSpPr>
            <p:spPr>
              <a:xfrm>
                <a:off x="5951918" y="1761812"/>
                <a:ext cx="148298" cy="24434"/>
              </a:xfrm>
              <a:custGeom>
                <a:avLst/>
                <a:gdLst/>
                <a:ahLst/>
                <a:cxnLst/>
                <a:rect l="l" t="t" r="r" b="b"/>
                <a:pathLst>
                  <a:path w="613" h="101" extrusionOk="0">
                    <a:moveTo>
                      <a:pt x="0" y="1"/>
                    </a:moveTo>
                    <a:lnTo>
                      <a:pt x="612" y="1"/>
                    </a:lnTo>
                    <a:lnTo>
                      <a:pt x="612" y="101"/>
                    </a:lnTo>
                    <a:lnTo>
                      <a:pt x="0" y="10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49"/>
              <p:cNvSpPr/>
              <p:nvPr/>
            </p:nvSpPr>
            <p:spPr>
              <a:xfrm>
                <a:off x="897190" y="2700935"/>
                <a:ext cx="7823774" cy="51287"/>
              </a:xfrm>
              <a:custGeom>
                <a:avLst/>
                <a:gdLst/>
                <a:ahLst/>
                <a:cxnLst/>
                <a:rect l="l" t="t" r="r" b="b"/>
                <a:pathLst>
                  <a:path w="32340" h="212" extrusionOk="0">
                    <a:moveTo>
                      <a:pt x="151" y="0"/>
                    </a:moveTo>
                    <a:lnTo>
                      <a:pt x="3110" y="0"/>
                    </a:lnTo>
                    <a:lnTo>
                      <a:pt x="32339" y="81"/>
                    </a:lnTo>
                    <a:lnTo>
                      <a:pt x="32189" y="211"/>
                    </a:lnTo>
                    <a:lnTo>
                      <a:pt x="1" y="21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49"/>
              <p:cNvSpPr/>
              <p:nvPr/>
            </p:nvSpPr>
            <p:spPr>
              <a:xfrm>
                <a:off x="5466622" y="2011712"/>
                <a:ext cx="1038815" cy="41610"/>
              </a:xfrm>
              <a:custGeom>
                <a:avLst/>
                <a:gdLst/>
                <a:ahLst/>
                <a:cxnLst/>
                <a:rect l="l" t="t" r="r" b="b"/>
                <a:pathLst>
                  <a:path w="4294" h="172" extrusionOk="0">
                    <a:moveTo>
                      <a:pt x="2488" y="1"/>
                    </a:moveTo>
                    <a:lnTo>
                      <a:pt x="4173" y="1"/>
                    </a:lnTo>
                    <a:lnTo>
                      <a:pt x="4293" y="171"/>
                    </a:lnTo>
                    <a:lnTo>
                      <a:pt x="0" y="171"/>
                    </a:lnTo>
                    <a:lnTo>
                      <a:pt x="80" y="1"/>
                    </a:lnTo>
                    <a:lnTo>
                      <a:pt x="79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49"/>
              <p:cNvSpPr/>
              <p:nvPr/>
            </p:nvSpPr>
            <p:spPr>
              <a:xfrm>
                <a:off x="2979175" y="2470388"/>
                <a:ext cx="2293425" cy="31691"/>
              </a:xfrm>
              <a:custGeom>
                <a:avLst/>
                <a:gdLst/>
                <a:ahLst/>
                <a:cxnLst/>
                <a:rect l="l" t="t" r="r" b="b"/>
                <a:pathLst>
                  <a:path w="9480" h="131" extrusionOk="0">
                    <a:moveTo>
                      <a:pt x="9420" y="131"/>
                    </a:moveTo>
                    <a:lnTo>
                      <a:pt x="1" y="131"/>
                    </a:lnTo>
                    <a:lnTo>
                      <a:pt x="91" y="1"/>
                    </a:lnTo>
                    <a:lnTo>
                      <a:pt x="9480"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49"/>
              <p:cNvSpPr/>
              <p:nvPr/>
            </p:nvSpPr>
            <p:spPr>
              <a:xfrm>
                <a:off x="3508259" y="2268871"/>
                <a:ext cx="322967" cy="196921"/>
              </a:xfrm>
              <a:custGeom>
                <a:avLst/>
                <a:gdLst/>
                <a:ahLst/>
                <a:cxnLst/>
                <a:rect l="l" t="t" r="r" b="b"/>
                <a:pathLst>
                  <a:path w="1335" h="814" extrusionOk="0">
                    <a:moveTo>
                      <a:pt x="1335" y="1"/>
                    </a:moveTo>
                    <a:lnTo>
                      <a:pt x="713" y="1"/>
                    </a:lnTo>
                    <a:lnTo>
                      <a:pt x="713" y="242"/>
                    </a:lnTo>
                    <a:cubicBezTo>
                      <a:pt x="502" y="11"/>
                      <a:pt x="231" y="11"/>
                      <a:pt x="151" y="151"/>
                    </a:cubicBezTo>
                    <a:cubicBezTo>
                      <a:pt x="1" y="422"/>
                      <a:pt x="221" y="603"/>
                      <a:pt x="281" y="813"/>
                    </a:cubicBezTo>
                    <a:lnTo>
                      <a:pt x="1234" y="813"/>
                    </a:lnTo>
                    <a:cubicBezTo>
                      <a:pt x="1295" y="663"/>
                      <a:pt x="1254" y="482"/>
                      <a:pt x="1124" y="382"/>
                    </a:cubicBezTo>
                    <a:lnTo>
                      <a:pt x="1335" y="382"/>
                    </a:lnTo>
                    <a:lnTo>
                      <a:pt x="1335"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49"/>
              <p:cNvSpPr/>
              <p:nvPr/>
            </p:nvSpPr>
            <p:spPr>
              <a:xfrm>
                <a:off x="3680508" y="2147670"/>
                <a:ext cx="128945" cy="179745"/>
              </a:xfrm>
              <a:custGeom>
                <a:avLst/>
                <a:gdLst/>
                <a:ahLst/>
                <a:cxnLst/>
                <a:rect l="l" t="t" r="r" b="b"/>
                <a:pathLst>
                  <a:path w="533" h="743" extrusionOk="0">
                    <a:moveTo>
                      <a:pt x="532" y="0"/>
                    </a:moveTo>
                    <a:lnTo>
                      <a:pt x="1" y="0"/>
                    </a:lnTo>
                    <a:lnTo>
                      <a:pt x="1" y="743"/>
                    </a:lnTo>
                    <a:lnTo>
                      <a:pt x="532" y="74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49"/>
              <p:cNvSpPr/>
              <p:nvPr/>
            </p:nvSpPr>
            <p:spPr>
              <a:xfrm>
                <a:off x="3809211" y="2191457"/>
                <a:ext cx="116607" cy="80317"/>
              </a:xfrm>
              <a:custGeom>
                <a:avLst/>
                <a:gdLst/>
                <a:ahLst/>
                <a:cxnLst/>
                <a:rect l="l" t="t" r="r" b="b"/>
                <a:pathLst>
                  <a:path w="482" h="332" extrusionOk="0">
                    <a:moveTo>
                      <a:pt x="482" y="0"/>
                    </a:moveTo>
                    <a:lnTo>
                      <a:pt x="0" y="0"/>
                    </a:lnTo>
                    <a:lnTo>
                      <a:pt x="0" y="331"/>
                    </a:lnTo>
                    <a:lnTo>
                      <a:pt x="482" y="33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49"/>
              <p:cNvSpPr/>
              <p:nvPr/>
            </p:nvSpPr>
            <p:spPr>
              <a:xfrm>
                <a:off x="3275288" y="2193876"/>
                <a:ext cx="405462" cy="17176"/>
              </a:xfrm>
              <a:custGeom>
                <a:avLst/>
                <a:gdLst/>
                <a:ahLst/>
                <a:cxnLst/>
                <a:rect l="l" t="t" r="r" b="b"/>
                <a:pathLst>
                  <a:path w="1676" h="71" extrusionOk="0">
                    <a:moveTo>
                      <a:pt x="1676" y="0"/>
                    </a:moveTo>
                    <a:lnTo>
                      <a:pt x="1" y="0"/>
                    </a:lnTo>
                    <a:lnTo>
                      <a:pt x="1" y="70"/>
                    </a:lnTo>
                    <a:lnTo>
                      <a:pt x="1676" y="7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9" name="Google Shape;2679;p49"/>
              <p:cNvSpPr/>
              <p:nvPr/>
            </p:nvSpPr>
            <p:spPr>
              <a:xfrm>
                <a:off x="3532451" y="2220487"/>
                <a:ext cx="148298" cy="24434"/>
              </a:xfrm>
              <a:custGeom>
                <a:avLst/>
                <a:gdLst/>
                <a:ahLst/>
                <a:cxnLst/>
                <a:rect l="l" t="t" r="r" b="b"/>
                <a:pathLst>
                  <a:path w="613" h="101" extrusionOk="0">
                    <a:moveTo>
                      <a:pt x="613" y="0"/>
                    </a:moveTo>
                    <a:lnTo>
                      <a:pt x="1" y="0"/>
                    </a:lnTo>
                    <a:lnTo>
                      <a:pt x="1" y="101"/>
                    </a:lnTo>
                    <a:lnTo>
                      <a:pt x="613" y="10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0" name="Google Shape;2680;p49"/>
              <p:cNvSpPr/>
              <p:nvPr/>
            </p:nvSpPr>
            <p:spPr>
              <a:xfrm>
                <a:off x="3061670" y="2431681"/>
                <a:ext cx="393366" cy="38949"/>
              </a:xfrm>
              <a:custGeom>
                <a:avLst/>
                <a:gdLst/>
                <a:ahLst/>
                <a:cxnLst/>
                <a:rect l="l" t="t" r="r" b="b"/>
                <a:pathLst>
                  <a:path w="1626" h="161" extrusionOk="0">
                    <a:moveTo>
                      <a:pt x="1" y="0"/>
                    </a:moveTo>
                    <a:lnTo>
                      <a:pt x="1626" y="0"/>
                    </a:lnTo>
                    <a:lnTo>
                      <a:pt x="1626" y="161"/>
                    </a:lnTo>
                    <a:lnTo>
                      <a:pt x="1" y="16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49"/>
              <p:cNvSpPr/>
              <p:nvPr/>
            </p:nvSpPr>
            <p:spPr>
              <a:xfrm>
                <a:off x="3940333" y="2431681"/>
                <a:ext cx="698914" cy="38949"/>
              </a:xfrm>
              <a:custGeom>
                <a:avLst/>
                <a:gdLst/>
                <a:ahLst/>
                <a:cxnLst/>
                <a:rect l="l" t="t" r="r" b="b"/>
                <a:pathLst>
                  <a:path w="2889" h="161" extrusionOk="0">
                    <a:moveTo>
                      <a:pt x="0" y="0"/>
                    </a:moveTo>
                    <a:lnTo>
                      <a:pt x="2889" y="0"/>
                    </a:lnTo>
                    <a:lnTo>
                      <a:pt x="2889" y="161"/>
                    </a:lnTo>
                    <a:lnTo>
                      <a:pt x="0" y="16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49"/>
              <p:cNvSpPr/>
              <p:nvPr/>
            </p:nvSpPr>
            <p:spPr>
              <a:xfrm>
                <a:off x="4119839" y="2354026"/>
                <a:ext cx="339901" cy="77897"/>
              </a:xfrm>
              <a:custGeom>
                <a:avLst/>
                <a:gdLst/>
                <a:ahLst/>
                <a:cxnLst/>
                <a:rect l="l" t="t" r="r" b="b"/>
                <a:pathLst>
                  <a:path w="1405" h="322" extrusionOk="0">
                    <a:moveTo>
                      <a:pt x="0" y="0"/>
                    </a:moveTo>
                    <a:lnTo>
                      <a:pt x="1405" y="0"/>
                    </a:lnTo>
                    <a:lnTo>
                      <a:pt x="1405" y="321"/>
                    </a:lnTo>
                    <a:lnTo>
                      <a:pt x="0" y="3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49"/>
              <p:cNvSpPr/>
              <p:nvPr/>
            </p:nvSpPr>
            <p:spPr>
              <a:xfrm>
                <a:off x="746714" y="3193479"/>
                <a:ext cx="4302592" cy="60963"/>
              </a:xfrm>
              <a:custGeom>
                <a:avLst/>
                <a:gdLst/>
                <a:ahLst/>
                <a:cxnLst/>
                <a:rect l="l" t="t" r="r" b="b"/>
                <a:pathLst>
                  <a:path w="17785" h="252" extrusionOk="0">
                    <a:moveTo>
                      <a:pt x="1" y="41"/>
                    </a:moveTo>
                    <a:lnTo>
                      <a:pt x="17785" y="1"/>
                    </a:lnTo>
                    <a:cubicBezTo>
                      <a:pt x="17755" y="51"/>
                      <a:pt x="17534" y="211"/>
                      <a:pt x="17504" y="251"/>
                    </a:cubicBezTo>
                    <a:lnTo>
                      <a:pt x="161" y="251"/>
                    </a:lnTo>
                    <a:lnTo>
                      <a:pt x="131" y="41"/>
                    </a:lnTo>
                    <a:lnTo>
                      <a:pt x="1" y="41"/>
                    </a:lnTo>
                    <a:lnTo>
                      <a:pt x="1" y="4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49"/>
              <p:cNvSpPr/>
              <p:nvPr/>
            </p:nvSpPr>
            <p:spPr>
              <a:xfrm>
                <a:off x="6662929" y="2523852"/>
                <a:ext cx="1444035" cy="189421"/>
              </a:xfrm>
              <a:custGeom>
                <a:avLst/>
                <a:gdLst/>
                <a:ahLst/>
                <a:cxnLst/>
                <a:rect l="l" t="t" r="r" b="b"/>
                <a:pathLst>
                  <a:path w="5969" h="783" extrusionOk="0">
                    <a:moveTo>
                      <a:pt x="0" y="783"/>
                    </a:moveTo>
                    <a:close/>
                    <a:moveTo>
                      <a:pt x="50" y="783"/>
                    </a:moveTo>
                    <a:close/>
                    <a:moveTo>
                      <a:pt x="91" y="20"/>
                    </a:moveTo>
                    <a:close/>
                    <a:moveTo>
                      <a:pt x="1535" y="20"/>
                    </a:moveTo>
                    <a:close/>
                    <a:moveTo>
                      <a:pt x="3009" y="20"/>
                    </a:moveTo>
                    <a:close/>
                    <a:moveTo>
                      <a:pt x="4484" y="20"/>
                    </a:moveTo>
                    <a:close/>
                    <a:moveTo>
                      <a:pt x="5968" y="20"/>
                    </a:moveTo>
                    <a:close/>
                    <a:moveTo>
                      <a:pt x="91" y="291"/>
                    </a:moveTo>
                    <a:close/>
                    <a:moveTo>
                      <a:pt x="1535" y="291"/>
                    </a:moveTo>
                    <a:close/>
                    <a:moveTo>
                      <a:pt x="3009" y="291"/>
                    </a:moveTo>
                    <a:close/>
                    <a:moveTo>
                      <a:pt x="4484" y="291"/>
                    </a:moveTo>
                    <a:close/>
                    <a:moveTo>
                      <a:pt x="5968" y="291"/>
                    </a:moveTo>
                    <a:close/>
                    <a:moveTo>
                      <a:pt x="91" y="572"/>
                    </a:moveTo>
                    <a:close/>
                    <a:moveTo>
                      <a:pt x="1535" y="572"/>
                    </a:moveTo>
                    <a:close/>
                    <a:moveTo>
                      <a:pt x="3009" y="572"/>
                    </a:moveTo>
                    <a:close/>
                    <a:moveTo>
                      <a:pt x="4484" y="572"/>
                    </a:moveTo>
                    <a:close/>
                    <a:moveTo>
                      <a:pt x="5968" y="572"/>
                    </a:moveTo>
                    <a:close/>
                    <a:moveTo>
                      <a:pt x="1475" y="0"/>
                    </a:moveTo>
                    <a:lnTo>
                      <a:pt x="1535" y="0"/>
                    </a:lnTo>
                    <a:lnTo>
                      <a:pt x="1535" y="783"/>
                    </a:lnTo>
                    <a:lnTo>
                      <a:pt x="1475" y="783"/>
                    </a:lnTo>
                    <a:close/>
                    <a:moveTo>
                      <a:pt x="0" y="0"/>
                    </a:moveTo>
                    <a:lnTo>
                      <a:pt x="50" y="0"/>
                    </a:lnTo>
                    <a:lnTo>
                      <a:pt x="50" y="783"/>
                    </a:lnTo>
                    <a:lnTo>
                      <a:pt x="0" y="783"/>
                    </a:lnTo>
                    <a:close/>
                    <a:moveTo>
                      <a:pt x="2959" y="0"/>
                    </a:moveTo>
                    <a:lnTo>
                      <a:pt x="3009" y="0"/>
                    </a:lnTo>
                    <a:lnTo>
                      <a:pt x="3009" y="783"/>
                    </a:lnTo>
                    <a:lnTo>
                      <a:pt x="2959" y="783"/>
                    </a:lnTo>
                    <a:close/>
                    <a:moveTo>
                      <a:pt x="4434" y="0"/>
                    </a:moveTo>
                    <a:lnTo>
                      <a:pt x="4484" y="0"/>
                    </a:lnTo>
                    <a:lnTo>
                      <a:pt x="4484" y="783"/>
                    </a:lnTo>
                    <a:lnTo>
                      <a:pt x="4434" y="783"/>
                    </a:lnTo>
                    <a:close/>
                    <a:moveTo>
                      <a:pt x="5908" y="0"/>
                    </a:moveTo>
                    <a:lnTo>
                      <a:pt x="5968" y="0"/>
                    </a:lnTo>
                    <a:lnTo>
                      <a:pt x="5968" y="783"/>
                    </a:lnTo>
                    <a:lnTo>
                      <a:pt x="5908" y="78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5" name="Google Shape;2685;p49"/>
              <p:cNvSpPr/>
              <p:nvPr/>
            </p:nvSpPr>
            <p:spPr>
              <a:xfrm>
                <a:off x="6658090" y="2516594"/>
                <a:ext cx="1456132" cy="203936"/>
              </a:xfrm>
              <a:custGeom>
                <a:avLst/>
                <a:gdLst/>
                <a:ahLst/>
                <a:cxnLst/>
                <a:rect l="l" t="t" r="r" b="b"/>
                <a:pathLst>
                  <a:path w="6019" h="843" extrusionOk="0">
                    <a:moveTo>
                      <a:pt x="2949" y="70"/>
                    </a:moveTo>
                    <a:lnTo>
                      <a:pt x="2949" y="291"/>
                    </a:lnTo>
                    <a:lnTo>
                      <a:pt x="1585" y="291"/>
                    </a:lnTo>
                    <a:lnTo>
                      <a:pt x="1585" y="70"/>
                    </a:lnTo>
                    <a:close/>
                    <a:moveTo>
                      <a:pt x="4424" y="70"/>
                    </a:moveTo>
                    <a:lnTo>
                      <a:pt x="4424" y="291"/>
                    </a:lnTo>
                    <a:lnTo>
                      <a:pt x="3060" y="291"/>
                    </a:lnTo>
                    <a:lnTo>
                      <a:pt x="3050" y="70"/>
                    </a:lnTo>
                    <a:close/>
                    <a:moveTo>
                      <a:pt x="5908" y="70"/>
                    </a:moveTo>
                    <a:lnTo>
                      <a:pt x="5908" y="291"/>
                    </a:lnTo>
                    <a:lnTo>
                      <a:pt x="4534" y="291"/>
                    </a:lnTo>
                    <a:lnTo>
                      <a:pt x="4534" y="70"/>
                    </a:lnTo>
                    <a:close/>
                    <a:moveTo>
                      <a:pt x="2949" y="351"/>
                    </a:moveTo>
                    <a:lnTo>
                      <a:pt x="2949" y="572"/>
                    </a:lnTo>
                    <a:lnTo>
                      <a:pt x="1585" y="572"/>
                    </a:lnTo>
                    <a:lnTo>
                      <a:pt x="1585" y="351"/>
                    </a:lnTo>
                    <a:close/>
                    <a:moveTo>
                      <a:pt x="4424" y="351"/>
                    </a:moveTo>
                    <a:lnTo>
                      <a:pt x="4424" y="572"/>
                    </a:lnTo>
                    <a:lnTo>
                      <a:pt x="3060" y="572"/>
                    </a:lnTo>
                    <a:lnTo>
                      <a:pt x="3050" y="351"/>
                    </a:lnTo>
                    <a:close/>
                    <a:moveTo>
                      <a:pt x="5908" y="351"/>
                    </a:moveTo>
                    <a:lnTo>
                      <a:pt x="5908" y="572"/>
                    </a:lnTo>
                    <a:lnTo>
                      <a:pt x="4534" y="572"/>
                    </a:lnTo>
                    <a:lnTo>
                      <a:pt x="4534" y="351"/>
                    </a:lnTo>
                    <a:close/>
                    <a:moveTo>
                      <a:pt x="2949" y="642"/>
                    </a:moveTo>
                    <a:lnTo>
                      <a:pt x="2949" y="782"/>
                    </a:lnTo>
                    <a:lnTo>
                      <a:pt x="1585" y="782"/>
                    </a:lnTo>
                    <a:lnTo>
                      <a:pt x="1585" y="642"/>
                    </a:lnTo>
                    <a:close/>
                    <a:moveTo>
                      <a:pt x="4424" y="642"/>
                    </a:moveTo>
                    <a:lnTo>
                      <a:pt x="4424" y="782"/>
                    </a:lnTo>
                    <a:lnTo>
                      <a:pt x="3060" y="782"/>
                    </a:lnTo>
                    <a:lnTo>
                      <a:pt x="3050" y="642"/>
                    </a:lnTo>
                    <a:close/>
                    <a:moveTo>
                      <a:pt x="5908" y="642"/>
                    </a:moveTo>
                    <a:lnTo>
                      <a:pt x="5908" y="782"/>
                    </a:lnTo>
                    <a:lnTo>
                      <a:pt x="4534" y="782"/>
                    </a:lnTo>
                    <a:lnTo>
                      <a:pt x="4534" y="642"/>
                    </a:lnTo>
                    <a:close/>
                    <a:moveTo>
                      <a:pt x="0" y="0"/>
                    </a:moveTo>
                    <a:lnTo>
                      <a:pt x="0" y="843"/>
                    </a:lnTo>
                    <a:lnTo>
                      <a:pt x="6019" y="843"/>
                    </a:lnTo>
                    <a:lnTo>
                      <a:pt x="6009" y="0"/>
                    </a:lnTo>
                    <a:lnTo>
                      <a:pt x="5898" y="0"/>
                    </a:lnTo>
                    <a:lnTo>
                      <a:pt x="5898" y="20"/>
                    </a:lnTo>
                    <a:lnTo>
                      <a:pt x="4534" y="20"/>
                    </a:lnTo>
                    <a:lnTo>
                      <a:pt x="4534" y="0"/>
                    </a:lnTo>
                    <a:lnTo>
                      <a:pt x="4424" y="0"/>
                    </a:lnTo>
                    <a:lnTo>
                      <a:pt x="4424" y="20"/>
                    </a:lnTo>
                    <a:lnTo>
                      <a:pt x="3060" y="20"/>
                    </a:lnTo>
                    <a:lnTo>
                      <a:pt x="3060" y="0"/>
                    </a:lnTo>
                    <a:lnTo>
                      <a:pt x="2949" y="0"/>
                    </a:lnTo>
                    <a:lnTo>
                      <a:pt x="2949" y="20"/>
                    </a:lnTo>
                    <a:lnTo>
                      <a:pt x="1585" y="20"/>
                    </a:lnTo>
                    <a:lnTo>
                      <a:pt x="1585" y="0"/>
                    </a:lnTo>
                    <a:lnTo>
                      <a:pt x="1475" y="0"/>
                    </a:lnTo>
                    <a:lnTo>
                      <a:pt x="1475" y="20"/>
                    </a:lnTo>
                    <a:lnTo>
                      <a:pt x="121" y="20"/>
                    </a:lnTo>
                    <a:lnTo>
                      <a:pt x="121" y="70"/>
                    </a:lnTo>
                    <a:lnTo>
                      <a:pt x="1475" y="70"/>
                    </a:lnTo>
                    <a:lnTo>
                      <a:pt x="1475" y="291"/>
                    </a:lnTo>
                    <a:lnTo>
                      <a:pt x="121" y="291"/>
                    </a:lnTo>
                    <a:lnTo>
                      <a:pt x="121" y="351"/>
                    </a:lnTo>
                    <a:lnTo>
                      <a:pt x="1475" y="351"/>
                    </a:lnTo>
                    <a:lnTo>
                      <a:pt x="1475" y="582"/>
                    </a:lnTo>
                    <a:lnTo>
                      <a:pt x="121" y="582"/>
                    </a:lnTo>
                    <a:lnTo>
                      <a:pt x="121" y="642"/>
                    </a:lnTo>
                    <a:lnTo>
                      <a:pt x="1475" y="642"/>
                    </a:lnTo>
                    <a:lnTo>
                      <a:pt x="1475" y="782"/>
                    </a:lnTo>
                    <a:lnTo>
                      <a:pt x="101" y="782"/>
                    </a:lnTo>
                    <a:lnTo>
                      <a:pt x="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6" name="Google Shape;2686;p49"/>
              <p:cNvSpPr/>
              <p:nvPr/>
            </p:nvSpPr>
            <p:spPr>
              <a:xfrm>
                <a:off x="8354209" y="2747142"/>
                <a:ext cx="495215" cy="211194"/>
              </a:xfrm>
              <a:custGeom>
                <a:avLst/>
                <a:gdLst/>
                <a:ahLst/>
                <a:cxnLst/>
                <a:rect l="l" t="t" r="r" b="b"/>
                <a:pathLst>
                  <a:path w="2047" h="873" extrusionOk="0">
                    <a:moveTo>
                      <a:pt x="1054" y="0"/>
                    </a:moveTo>
                    <a:lnTo>
                      <a:pt x="2047" y="0"/>
                    </a:lnTo>
                    <a:lnTo>
                      <a:pt x="2047" y="873"/>
                    </a:lnTo>
                    <a:lnTo>
                      <a:pt x="1" y="873"/>
                    </a:lnTo>
                    <a:cubicBezTo>
                      <a:pt x="352" y="602"/>
                      <a:pt x="703" y="321"/>
                      <a:pt x="1064"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49"/>
              <p:cNvSpPr/>
              <p:nvPr/>
            </p:nvSpPr>
            <p:spPr>
              <a:xfrm>
                <a:off x="8846763" y="2725127"/>
                <a:ext cx="48868" cy="264900"/>
              </a:xfrm>
              <a:custGeom>
                <a:avLst/>
                <a:gdLst/>
                <a:ahLst/>
                <a:cxnLst/>
                <a:rect l="l" t="t" r="r" b="b"/>
                <a:pathLst>
                  <a:path w="202" h="1095" extrusionOk="0">
                    <a:moveTo>
                      <a:pt x="161" y="1"/>
                    </a:moveTo>
                    <a:lnTo>
                      <a:pt x="41" y="1"/>
                    </a:lnTo>
                    <a:cubicBezTo>
                      <a:pt x="21" y="11"/>
                      <a:pt x="1" y="21"/>
                      <a:pt x="1" y="51"/>
                    </a:cubicBezTo>
                    <a:lnTo>
                      <a:pt x="1" y="1054"/>
                    </a:lnTo>
                    <a:cubicBezTo>
                      <a:pt x="1" y="1074"/>
                      <a:pt x="21" y="1094"/>
                      <a:pt x="41" y="1094"/>
                    </a:cubicBezTo>
                    <a:lnTo>
                      <a:pt x="161" y="1094"/>
                    </a:lnTo>
                    <a:cubicBezTo>
                      <a:pt x="181" y="1094"/>
                      <a:pt x="201" y="1074"/>
                      <a:pt x="201" y="1054"/>
                    </a:cubicBezTo>
                    <a:lnTo>
                      <a:pt x="201" y="51"/>
                    </a:lnTo>
                    <a:cubicBezTo>
                      <a:pt x="201" y="21"/>
                      <a:pt x="181" y="11"/>
                      <a:pt x="16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49"/>
              <p:cNvSpPr/>
              <p:nvPr/>
            </p:nvSpPr>
            <p:spPr>
              <a:xfrm>
                <a:off x="3724296" y="2523852"/>
                <a:ext cx="1388151" cy="189421"/>
              </a:xfrm>
              <a:custGeom>
                <a:avLst/>
                <a:gdLst/>
                <a:ahLst/>
                <a:cxnLst/>
                <a:rect l="l" t="t" r="r" b="b"/>
                <a:pathLst>
                  <a:path w="5738" h="783" extrusionOk="0">
                    <a:moveTo>
                      <a:pt x="10" y="783"/>
                    </a:moveTo>
                    <a:close/>
                    <a:moveTo>
                      <a:pt x="60" y="783"/>
                    </a:moveTo>
                    <a:close/>
                    <a:moveTo>
                      <a:pt x="101" y="20"/>
                    </a:moveTo>
                    <a:close/>
                    <a:moveTo>
                      <a:pt x="1475" y="20"/>
                    </a:moveTo>
                    <a:close/>
                    <a:moveTo>
                      <a:pt x="2899" y="20"/>
                    </a:moveTo>
                    <a:close/>
                    <a:moveTo>
                      <a:pt x="4313" y="20"/>
                    </a:moveTo>
                    <a:close/>
                    <a:moveTo>
                      <a:pt x="5738" y="20"/>
                    </a:moveTo>
                    <a:close/>
                    <a:moveTo>
                      <a:pt x="91" y="291"/>
                    </a:moveTo>
                    <a:close/>
                    <a:moveTo>
                      <a:pt x="1475" y="291"/>
                    </a:moveTo>
                    <a:close/>
                    <a:moveTo>
                      <a:pt x="2889" y="291"/>
                    </a:moveTo>
                    <a:close/>
                    <a:moveTo>
                      <a:pt x="4313" y="291"/>
                    </a:moveTo>
                    <a:close/>
                    <a:moveTo>
                      <a:pt x="5728" y="291"/>
                    </a:moveTo>
                    <a:close/>
                    <a:moveTo>
                      <a:pt x="91" y="572"/>
                    </a:moveTo>
                    <a:close/>
                    <a:moveTo>
                      <a:pt x="1465" y="572"/>
                    </a:moveTo>
                    <a:close/>
                    <a:moveTo>
                      <a:pt x="2889" y="572"/>
                    </a:moveTo>
                    <a:close/>
                    <a:moveTo>
                      <a:pt x="4303" y="572"/>
                    </a:moveTo>
                    <a:close/>
                    <a:moveTo>
                      <a:pt x="5728" y="572"/>
                    </a:moveTo>
                    <a:close/>
                    <a:moveTo>
                      <a:pt x="1415" y="0"/>
                    </a:moveTo>
                    <a:lnTo>
                      <a:pt x="1465" y="0"/>
                    </a:lnTo>
                    <a:lnTo>
                      <a:pt x="1465" y="783"/>
                    </a:lnTo>
                    <a:lnTo>
                      <a:pt x="1415" y="783"/>
                    </a:lnTo>
                    <a:close/>
                    <a:moveTo>
                      <a:pt x="0" y="0"/>
                    </a:moveTo>
                    <a:lnTo>
                      <a:pt x="50" y="0"/>
                    </a:lnTo>
                    <a:lnTo>
                      <a:pt x="50" y="783"/>
                    </a:lnTo>
                    <a:lnTo>
                      <a:pt x="0" y="783"/>
                    </a:lnTo>
                    <a:close/>
                    <a:moveTo>
                      <a:pt x="2839" y="0"/>
                    </a:moveTo>
                    <a:lnTo>
                      <a:pt x="2889" y="0"/>
                    </a:lnTo>
                    <a:lnTo>
                      <a:pt x="2889" y="783"/>
                    </a:lnTo>
                    <a:lnTo>
                      <a:pt x="2839" y="783"/>
                    </a:lnTo>
                    <a:close/>
                    <a:moveTo>
                      <a:pt x="4253" y="0"/>
                    </a:moveTo>
                    <a:lnTo>
                      <a:pt x="4303" y="0"/>
                    </a:lnTo>
                    <a:lnTo>
                      <a:pt x="4303" y="783"/>
                    </a:lnTo>
                    <a:lnTo>
                      <a:pt x="4253" y="783"/>
                    </a:lnTo>
                    <a:close/>
                    <a:moveTo>
                      <a:pt x="5678" y="0"/>
                    </a:moveTo>
                    <a:lnTo>
                      <a:pt x="5728" y="0"/>
                    </a:lnTo>
                    <a:lnTo>
                      <a:pt x="5728" y="783"/>
                    </a:lnTo>
                    <a:lnTo>
                      <a:pt x="5678" y="783"/>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49"/>
              <p:cNvSpPr/>
              <p:nvPr/>
            </p:nvSpPr>
            <p:spPr>
              <a:xfrm>
                <a:off x="2345822" y="2523852"/>
                <a:ext cx="1388393" cy="189421"/>
              </a:xfrm>
              <a:custGeom>
                <a:avLst/>
                <a:gdLst/>
                <a:ahLst/>
                <a:cxnLst/>
                <a:rect l="l" t="t" r="r" b="b"/>
                <a:pathLst>
                  <a:path w="5739" h="783" extrusionOk="0">
                    <a:moveTo>
                      <a:pt x="11" y="783"/>
                    </a:moveTo>
                    <a:close/>
                    <a:moveTo>
                      <a:pt x="61" y="783"/>
                    </a:moveTo>
                    <a:close/>
                    <a:moveTo>
                      <a:pt x="101" y="20"/>
                    </a:moveTo>
                    <a:close/>
                    <a:moveTo>
                      <a:pt x="1485" y="20"/>
                    </a:moveTo>
                    <a:close/>
                    <a:moveTo>
                      <a:pt x="2900" y="20"/>
                    </a:moveTo>
                    <a:close/>
                    <a:moveTo>
                      <a:pt x="4324" y="20"/>
                    </a:moveTo>
                    <a:close/>
                    <a:moveTo>
                      <a:pt x="5738" y="20"/>
                    </a:moveTo>
                    <a:close/>
                    <a:moveTo>
                      <a:pt x="101" y="291"/>
                    </a:moveTo>
                    <a:close/>
                    <a:moveTo>
                      <a:pt x="1475" y="291"/>
                    </a:moveTo>
                    <a:close/>
                    <a:moveTo>
                      <a:pt x="2900" y="291"/>
                    </a:moveTo>
                    <a:close/>
                    <a:moveTo>
                      <a:pt x="4314" y="291"/>
                    </a:moveTo>
                    <a:close/>
                    <a:moveTo>
                      <a:pt x="5738" y="291"/>
                    </a:moveTo>
                    <a:close/>
                    <a:moveTo>
                      <a:pt x="101" y="572"/>
                    </a:moveTo>
                    <a:close/>
                    <a:moveTo>
                      <a:pt x="1475" y="572"/>
                    </a:moveTo>
                    <a:close/>
                    <a:moveTo>
                      <a:pt x="2900" y="572"/>
                    </a:moveTo>
                    <a:close/>
                    <a:moveTo>
                      <a:pt x="4314" y="572"/>
                    </a:moveTo>
                    <a:close/>
                    <a:moveTo>
                      <a:pt x="5738" y="572"/>
                    </a:moveTo>
                    <a:close/>
                    <a:moveTo>
                      <a:pt x="1425" y="0"/>
                    </a:moveTo>
                    <a:lnTo>
                      <a:pt x="1475" y="0"/>
                    </a:lnTo>
                    <a:lnTo>
                      <a:pt x="1475" y="783"/>
                    </a:lnTo>
                    <a:lnTo>
                      <a:pt x="1435" y="783"/>
                    </a:lnTo>
                    <a:lnTo>
                      <a:pt x="1435" y="0"/>
                    </a:lnTo>
                    <a:close/>
                    <a:moveTo>
                      <a:pt x="1" y="0"/>
                    </a:moveTo>
                    <a:lnTo>
                      <a:pt x="51" y="0"/>
                    </a:lnTo>
                    <a:lnTo>
                      <a:pt x="51" y="783"/>
                    </a:lnTo>
                    <a:lnTo>
                      <a:pt x="1" y="783"/>
                    </a:lnTo>
                    <a:close/>
                    <a:moveTo>
                      <a:pt x="2850" y="0"/>
                    </a:moveTo>
                    <a:lnTo>
                      <a:pt x="2900" y="0"/>
                    </a:lnTo>
                    <a:lnTo>
                      <a:pt x="2900" y="783"/>
                    </a:lnTo>
                    <a:lnTo>
                      <a:pt x="2850" y="783"/>
                    </a:lnTo>
                    <a:close/>
                    <a:moveTo>
                      <a:pt x="4264" y="0"/>
                    </a:moveTo>
                    <a:lnTo>
                      <a:pt x="4314" y="0"/>
                    </a:lnTo>
                    <a:lnTo>
                      <a:pt x="4314" y="783"/>
                    </a:lnTo>
                    <a:lnTo>
                      <a:pt x="4264" y="783"/>
                    </a:lnTo>
                    <a:close/>
                    <a:moveTo>
                      <a:pt x="5688" y="0"/>
                    </a:moveTo>
                    <a:lnTo>
                      <a:pt x="5738" y="0"/>
                    </a:lnTo>
                    <a:lnTo>
                      <a:pt x="5738" y="783"/>
                    </a:lnTo>
                    <a:lnTo>
                      <a:pt x="5688" y="78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49"/>
              <p:cNvSpPr/>
              <p:nvPr/>
            </p:nvSpPr>
            <p:spPr>
              <a:xfrm>
                <a:off x="957912" y="2523852"/>
                <a:ext cx="1388151" cy="189421"/>
              </a:xfrm>
              <a:custGeom>
                <a:avLst/>
                <a:gdLst/>
                <a:ahLst/>
                <a:cxnLst/>
                <a:rect l="l" t="t" r="r" b="b"/>
                <a:pathLst>
                  <a:path w="5738" h="783" extrusionOk="0">
                    <a:moveTo>
                      <a:pt x="11" y="783"/>
                    </a:moveTo>
                    <a:close/>
                    <a:moveTo>
                      <a:pt x="61" y="783"/>
                    </a:moveTo>
                    <a:close/>
                    <a:moveTo>
                      <a:pt x="101" y="20"/>
                    </a:moveTo>
                    <a:close/>
                    <a:moveTo>
                      <a:pt x="1475" y="20"/>
                    </a:moveTo>
                    <a:close/>
                    <a:moveTo>
                      <a:pt x="2899" y="20"/>
                    </a:moveTo>
                    <a:close/>
                    <a:moveTo>
                      <a:pt x="4324" y="20"/>
                    </a:moveTo>
                    <a:close/>
                    <a:moveTo>
                      <a:pt x="5738" y="20"/>
                    </a:moveTo>
                    <a:close/>
                    <a:moveTo>
                      <a:pt x="101" y="291"/>
                    </a:moveTo>
                    <a:close/>
                    <a:moveTo>
                      <a:pt x="1475" y="291"/>
                    </a:moveTo>
                    <a:close/>
                    <a:moveTo>
                      <a:pt x="2899" y="291"/>
                    </a:moveTo>
                    <a:close/>
                    <a:moveTo>
                      <a:pt x="4314" y="291"/>
                    </a:moveTo>
                    <a:close/>
                    <a:moveTo>
                      <a:pt x="5738" y="291"/>
                    </a:moveTo>
                    <a:close/>
                    <a:moveTo>
                      <a:pt x="91" y="572"/>
                    </a:moveTo>
                    <a:close/>
                    <a:moveTo>
                      <a:pt x="1475" y="572"/>
                    </a:moveTo>
                    <a:close/>
                    <a:moveTo>
                      <a:pt x="2889" y="572"/>
                    </a:moveTo>
                    <a:close/>
                    <a:moveTo>
                      <a:pt x="4314" y="572"/>
                    </a:moveTo>
                    <a:close/>
                    <a:moveTo>
                      <a:pt x="5728" y="572"/>
                    </a:moveTo>
                    <a:close/>
                    <a:moveTo>
                      <a:pt x="1425" y="0"/>
                    </a:moveTo>
                    <a:lnTo>
                      <a:pt x="1475" y="0"/>
                    </a:lnTo>
                    <a:lnTo>
                      <a:pt x="1475" y="783"/>
                    </a:lnTo>
                    <a:lnTo>
                      <a:pt x="1425" y="783"/>
                    </a:lnTo>
                    <a:close/>
                    <a:moveTo>
                      <a:pt x="0" y="0"/>
                    </a:moveTo>
                    <a:lnTo>
                      <a:pt x="51" y="0"/>
                    </a:lnTo>
                    <a:lnTo>
                      <a:pt x="51" y="783"/>
                    </a:lnTo>
                    <a:lnTo>
                      <a:pt x="0" y="783"/>
                    </a:lnTo>
                    <a:close/>
                    <a:moveTo>
                      <a:pt x="2839" y="0"/>
                    </a:moveTo>
                    <a:lnTo>
                      <a:pt x="2889" y="0"/>
                    </a:lnTo>
                    <a:lnTo>
                      <a:pt x="2889" y="783"/>
                    </a:lnTo>
                    <a:lnTo>
                      <a:pt x="2839" y="783"/>
                    </a:lnTo>
                    <a:close/>
                    <a:moveTo>
                      <a:pt x="4263" y="0"/>
                    </a:moveTo>
                    <a:lnTo>
                      <a:pt x="4314" y="0"/>
                    </a:lnTo>
                    <a:lnTo>
                      <a:pt x="4314" y="783"/>
                    </a:lnTo>
                    <a:lnTo>
                      <a:pt x="4263" y="783"/>
                    </a:lnTo>
                    <a:close/>
                    <a:moveTo>
                      <a:pt x="5678" y="0"/>
                    </a:moveTo>
                    <a:lnTo>
                      <a:pt x="5728" y="0"/>
                    </a:lnTo>
                    <a:lnTo>
                      <a:pt x="5728" y="783"/>
                    </a:lnTo>
                    <a:lnTo>
                      <a:pt x="5678" y="78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49"/>
              <p:cNvSpPr/>
              <p:nvPr/>
            </p:nvSpPr>
            <p:spPr>
              <a:xfrm>
                <a:off x="953074" y="2516594"/>
                <a:ext cx="1402909" cy="203936"/>
              </a:xfrm>
              <a:custGeom>
                <a:avLst/>
                <a:gdLst/>
                <a:ahLst/>
                <a:cxnLst/>
                <a:rect l="l" t="t" r="r" b="b"/>
                <a:pathLst>
                  <a:path w="5799" h="843" extrusionOk="0">
                    <a:moveTo>
                      <a:pt x="2839" y="70"/>
                    </a:moveTo>
                    <a:lnTo>
                      <a:pt x="2839" y="291"/>
                    </a:lnTo>
                    <a:lnTo>
                      <a:pt x="1525" y="291"/>
                    </a:lnTo>
                    <a:lnTo>
                      <a:pt x="1525" y="70"/>
                    </a:lnTo>
                    <a:close/>
                    <a:moveTo>
                      <a:pt x="4263" y="70"/>
                    </a:moveTo>
                    <a:lnTo>
                      <a:pt x="4263" y="291"/>
                    </a:lnTo>
                    <a:lnTo>
                      <a:pt x="2949" y="291"/>
                    </a:lnTo>
                    <a:lnTo>
                      <a:pt x="2949" y="70"/>
                    </a:lnTo>
                    <a:close/>
                    <a:moveTo>
                      <a:pt x="5688" y="70"/>
                    </a:moveTo>
                    <a:lnTo>
                      <a:pt x="5688" y="291"/>
                    </a:lnTo>
                    <a:lnTo>
                      <a:pt x="4364" y="291"/>
                    </a:lnTo>
                    <a:lnTo>
                      <a:pt x="4364" y="70"/>
                    </a:lnTo>
                    <a:close/>
                    <a:moveTo>
                      <a:pt x="2839" y="351"/>
                    </a:moveTo>
                    <a:lnTo>
                      <a:pt x="2839" y="572"/>
                    </a:lnTo>
                    <a:lnTo>
                      <a:pt x="1525" y="572"/>
                    </a:lnTo>
                    <a:lnTo>
                      <a:pt x="1525" y="351"/>
                    </a:lnTo>
                    <a:close/>
                    <a:moveTo>
                      <a:pt x="4263" y="351"/>
                    </a:moveTo>
                    <a:lnTo>
                      <a:pt x="4263" y="572"/>
                    </a:lnTo>
                    <a:lnTo>
                      <a:pt x="2949" y="572"/>
                    </a:lnTo>
                    <a:lnTo>
                      <a:pt x="2949" y="351"/>
                    </a:lnTo>
                    <a:close/>
                    <a:moveTo>
                      <a:pt x="5688" y="351"/>
                    </a:moveTo>
                    <a:lnTo>
                      <a:pt x="5688" y="572"/>
                    </a:lnTo>
                    <a:lnTo>
                      <a:pt x="4364" y="572"/>
                    </a:lnTo>
                    <a:lnTo>
                      <a:pt x="4364" y="351"/>
                    </a:lnTo>
                    <a:close/>
                    <a:moveTo>
                      <a:pt x="2839" y="642"/>
                    </a:moveTo>
                    <a:lnTo>
                      <a:pt x="2839" y="782"/>
                    </a:lnTo>
                    <a:lnTo>
                      <a:pt x="1525" y="782"/>
                    </a:lnTo>
                    <a:lnTo>
                      <a:pt x="1525" y="642"/>
                    </a:lnTo>
                    <a:close/>
                    <a:moveTo>
                      <a:pt x="4263" y="642"/>
                    </a:moveTo>
                    <a:lnTo>
                      <a:pt x="4263" y="782"/>
                    </a:lnTo>
                    <a:lnTo>
                      <a:pt x="2949" y="782"/>
                    </a:lnTo>
                    <a:lnTo>
                      <a:pt x="2949" y="642"/>
                    </a:lnTo>
                    <a:close/>
                    <a:moveTo>
                      <a:pt x="5688" y="642"/>
                    </a:moveTo>
                    <a:lnTo>
                      <a:pt x="5688" y="782"/>
                    </a:lnTo>
                    <a:lnTo>
                      <a:pt x="4364" y="782"/>
                    </a:lnTo>
                    <a:lnTo>
                      <a:pt x="4364" y="642"/>
                    </a:lnTo>
                    <a:close/>
                    <a:moveTo>
                      <a:pt x="0" y="0"/>
                    </a:moveTo>
                    <a:lnTo>
                      <a:pt x="0" y="843"/>
                    </a:lnTo>
                    <a:lnTo>
                      <a:pt x="5788" y="843"/>
                    </a:lnTo>
                    <a:lnTo>
                      <a:pt x="5798" y="0"/>
                    </a:lnTo>
                    <a:lnTo>
                      <a:pt x="5688" y="0"/>
                    </a:lnTo>
                    <a:lnTo>
                      <a:pt x="5688" y="20"/>
                    </a:lnTo>
                    <a:lnTo>
                      <a:pt x="4374" y="20"/>
                    </a:lnTo>
                    <a:lnTo>
                      <a:pt x="4374" y="0"/>
                    </a:lnTo>
                    <a:lnTo>
                      <a:pt x="4263" y="0"/>
                    </a:lnTo>
                    <a:lnTo>
                      <a:pt x="4263" y="20"/>
                    </a:lnTo>
                    <a:lnTo>
                      <a:pt x="2949" y="20"/>
                    </a:lnTo>
                    <a:lnTo>
                      <a:pt x="2949" y="0"/>
                    </a:lnTo>
                    <a:lnTo>
                      <a:pt x="2839" y="0"/>
                    </a:lnTo>
                    <a:lnTo>
                      <a:pt x="2839" y="20"/>
                    </a:lnTo>
                    <a:lnTo>
                      <a:pt x="1525" y="20"/>
                    </a:lnTo>
                    <a:lnTo>
                      <a:pt x="1525" y="0"/>
                    </a:lnTo>
                    <a:lnTo>
                      <a:pt x="1425" y="0"/>
                    </a:lnTo>
                    <a:lnTo>
                      <a:pt x="1425" y="20"/>
                    </a:lnTo>
                    <a:lnTo>
                      <a:pt x="121" y="20"/>
                    </a:lnTo>
                    <a:lnTo>
                      <a:pt x="121" y="70"/>
                    </a:lnTo>
                    <a:lnTo>
                      <a:pt x="1425" y="70"/>
                    </a:lnTo>
                    <a:lnTo>
                      <a:pt x="1425" y="291"/>
                    </a:lnTo>
                    <a:lnTo>
                      <a:pt x="121" y="291"/>
                    </a:lnTo>
                    <a:lnTo>
                      <a:pt x="121" y="351"/>
                    </a:lnTo>
                    <a:lnTo>
                      <a:pt x="1425" y="351"/>
                    </a:lnTo>
                    <a:lnTo>
                      <a:pt x="1425" y="582"/>
                    </a:lnTo>
                    <a:lnTo>
                      <a:pt x="121" y="582"/>
                    </a:lnTo>
                    <a:lnTo>
                      <a:pt x="121" y="642"/>
                    </a:lnTo>
                    <a:lnTo>
                      <a:pt x="1425" y="642"/>
                    </a:lnTo>
                    <a:lnTo>
                      <a:pt x="1425" y="782"/>
                    </a:lnTo>
                    <a:lnTo>
                      <a:pt x="111" y="782"/>
                    </a:lnTo>
                    <a:lnTo>
                      <a:pt x="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49"/>
              <p:cNvSpPr/>
              <p:nvPr/>
            </p:nvSpPr>
            <p:spPr>
              <a:xfrm>
                <a:off x="2367836" y="2305400"/>
                <a:ext cx="92414" cy="48867"/>
              </a:xfrm>
              <a:custGeom>
                <a:avLst/>
                <a:gdLst/>
                <a:ahLst/>
                <a:cxnLst/>
                <a:rect l="l" t="t" r="r" b="b"/>
                <a:pathLst>
                  <a:path w="382" h="202" extrusionOk="0">
                    <a:moveTo>
                      <a:pt x="0" y="111"/>
                    </a:moveTo>
                    <a:lnTo>
                      <a:pt x="351" y="0"/>
                    </a:lnTo>
                    <a:lnTo>
                      <a:pt x="381" y="101"/>
                    </a:lnTo>
                    <a:lnTo>
                      <a:pt x="30" y="20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49"/>
              <p:cNvSpPr/>
              <p:nvPr/>
            </p:nvSpPr>
            <p:spPr>
              <a:xfrm>
                <a:off x="2377513" y="2344107"/>
                <a:ext cx="92414" cy="46448"/>
              </a:xfrm>
              <a:custGeom>
                <a:avLst/>
                <a:gdLst/>
                <a:ahLst/>
                <a:cxnLst/>
                <a:rect l="l" t="t" r="r" b="b"/>
                <a:pathLst>
                  <a:path w="382" h="192" extrusionOk="0">
                    <a:moveTo>
                      <a:pt x="0" y="101"/>
                    </a:moveTo>
                    <a:lnTo>
                      <a:pt x="351" y="1"/>
                    </a:lnTo>
                    <a:lnTo>
                      <a:pt x="382" y="91"/>
                    </a:lnTo>
                    <a:lnTo>
                      <a:pt x="30" y="19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49"/>
              <p:cNvSpPr/>
              <p:nvPr/>
            </p:nvSpPr>
            <p:spPr>
              <a:xfrm>
                <a:off x="2389609" y="2380637"/>
                <a:ext cx="89995" cy="46206"/>
              </a:xfrm>
              <a:custGeom>
                <a:avLst/>
                <a:gdLst/>
                <a:ahLst/>
                <a:cxnLst/>
                <a:rect l="l" t="t" r="r" b="b"/>
                <a:pathLst>
                  <a:path w="372" h="191" extrusionOk="0">
                    <a:moveTo>
                      <a:pt x="1" y="101"/>
                    </a:moveTo>
                    <a:lnTo>
                      <a:pt x="352" y="0"/>
                    </a:lnTo>
                    <a:lnTo>
                      <a:pt x="372" y="91"/>
                    </a:lnTo>
                    <a:lnTo>
                      <a:pt x="21" y="19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49"/>
              <p:cNvSpPr/>
              <p:nvPr/>
            </p:nvSpPr>
            <p:spPr>
              <a:xfrm>
                <a:off x="5039387" y="1067750"/>
                <a:ext cx="366755" cy="34352"/>
              </a:xfrm>
              <a:custGeom>
                <a:avLst/>
                <a:gdLst/>
                <a:ahLst/>
                <a:cxnLst/>
                <a:rect l="l" t="t" r="r" b="b"/>
                <a:pathLst>
                  <a:path w="1516" h="142" extrusionOk="0">
                    <a:moveTo>
                      <a:pt x="1" y="1"/>
                    </a:moveTo>
                    <a:lnTo>
                      <a:pt x="1515" y="1"/>
                    </a:lnTo>
                    <a:lnTo>
                      <a:pt x="1515" y="141"/>
                    </a:lnTo>
                    <a:lnTo>
                      <a:pt x="1" y="1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6" name="Google Shape;2696;p49"/>
              <p:cNvSpPr/>
              <p:nvPr/>
            </p:nvSpPr>
            <p:spPr>
              <a:xfrm>
                <a:off x="5209216" y="1307974"/>
                <a:ext cx="196925" cy="34352"/>
              </a:xfrm>
              <a:custGeom>
                <a:avLst/>
                <a:gdLst/>
                <a:ahLst/>
                <a:cxnLst/>
                <a:rect l="l" t="t" r="r" b="b"/>
                <a:pathLst>
                  <a:path w="814" h="142" extrusionOk="0">
                    <a:moveTo>
                      <a:pt x="1" y="1"/>
                    </a:moveTo>
                    <a:lnTo>
                      <a:pt x="813" y="1"/>
                    </a:lnTo>
                    <a:lnTo>
                      <a:pt x="813" y="141"/>
                    </a:lnTo>
                    <a:lnTo>
                      <a:pt x="1" y="1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7" name="Google Shape;2697;p49"/>
              <p:cNvSpPr/>
              <p:nvPr/>
            </p:nvSpPr>
            <p:spPr>
              <a:xfrm>
                <a:off x="5024871" y="1417321"/>
                <a:ext cx="194506" cy="36530"/>
              </a:xfrm>
              <a:custGeom>
                <a:avLst/>
                <a:gdLst/>
                <a:ahLst/>
                <a:cxnLst/>
                <a:rect l="l" t="t" r="r" b="b"/>
                <a:pathLst>
                  <a:path w="804" h="151" extrusionOk="0">
                    <a:moveTo>
                      <a:pt x="1" y="0"/>
                    </a:moveTo>
                    <a:lnTo>
                      <a:pt x="803" y="0"/>
                    </a:lnTo>
                    <a:lnTo>
                      <a:pt x="803" y="151"/>
                    </a:lnTo>
                    <a:lnTo>
                      <a:pt x="1" y="15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49"/>
              <p:cNvSpPr/>
              <p:nvPr/>
            </p:nvSpPr>
            <p:spPr>
              <a:xfrm>
                <a:off x="4949633" y="1232738"/>
                <a:ext cx="201763" cy="201759"/>
              </a:xfrm>
              <a:custGeom>
                <a:avLst/>
                <a:gdLst/>
                <a:ahLst/>
                <a:cxnLst/>
                <a:rect l="l" t="t" r="r" b="b"/>
                <a:pathLst>
                  <a:path w="834" h="834" extrusionOk="0">
                    <a:moveTo>
                      <a:pt x="352" y="1"/>
                    </a:moveTo>
                    <a:cubicBezTo>
                      <a:pt x="673" y="1"/>
                      <a:pt x="833" y="382"/>
                      <a:pt x="613" y="613"/>
                    </a:cubicBezTo>
                    <a:cubicBezTo>
                      <a:pt x="382" y="833"/>
                      <a:pt x="1" y="673"/>
                      <a:pt x="1" y="362"/>
                    </a:cubicBezTo>
                    <a:cubicBezTo>
                      <a:pt x="1" y="161"/>
                      <a:pt x="161" y="1"/>
                      <a:pt x="35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49"/>
              <p:cNvSpPr/>
              <p:nvPr/>
            </p:nvSpPr>
            <p:spPr>
              <a:xfrm>
                <a:off x="5333081" y="1179516"/>
                <a:ext cx="114187" cy="114185"/>
              </a:xfrm>
              <a:custGeom>
                <a:avLst/>
                <a:gdLst/>
                <a:ahLst/>
                <a:cxnLst/>
                <a:rect l="l" t="t" r="r" b="b"/>
                <a:pathLst>
                  <a:path w="472" h="472" extrusionOk="0">
                    <a:moveTo>
                      <a:pt x="201" y="0"/>
                    </a:moveTo>
                    <a:cubicBezTo>
                      <a:pt x="382" y="0"/>
                      <a:pt x="472" y="221"/>
                      <a:pt x="342" y="341"/>
                    </a:cubicBezTo>
                    <a:cubicBezTo>
                      <a:pt x="221" y="472"/>
                      <a:pt x="1" y="381"/>
                      <a:pt x="1" y="201"/>
                    </a:cubicBezTo>
                    <a:cubicBezTo>
                      <a:pt x="1" y="91"/>
                      <a:pt x="91" y="0"/>
                      <a:pt x="2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49"/>
              <p:cNvSpPr/>
              <p:nvPr/>
            </p:nvSpPr>
            <p:spPr>
              <a:xfrm>
                <a:off x="4692470" y="2832055"/>
                <a:ext cx="356836" cy="51045"/>
              </a:xfrm>
              <a:custGeom>
                <a:avLst/>
                <a:gdLst/>
                <a:ahLst/>
                <a:cxnLst/>
                <a:rect l="l" t="t" r="r" b="b"/>
                <a:pathLst>
                  <a:path w="1475" h="211" extrusionOk="0">
                    <a:moveTo>
                      <a:pt x="101" y="0"/>
                    </a:moveTo>
                    <a:lnTo>
                      <a:pt x="1365" y="0"/>
                    </a:lnTo>
                    <a:cubicBezTo>
                      <a:pt x="1425" y="0"/>
                      <a:pt x="1475" y="50"/>
                      <a:pt x="1475" y="110"/>
                    </a:cubicBezTo>
                    <a:lnTo>
                      <a:pt x="1475" y="110"/>
                    </a:lnTo>
                    <a:cubicBezTo>
                      <a:pt x="1475" y="161"/>
                      <a:pt x="1425" y="211"/>
                      <a:pt x="1365" y="211"/>
                    </a:cubicBezTo>
                    <a:lnTo>
                      <a:pt x="101" y="211"/>
                    </a:lnTo>
                    <a:cubicBezTo>
                      <a:pt x="41" y="211"/>
                      <a:pt x="0" y="161"/>
                      <a:pt x="0" y="110"/>
                    </a:cubicBezTo>
                    <a:lnTo>
                      <a:pt x="0" y="110"/>
                    </a:lnTo>
                    <a:cubicBezTo>
                      <a:pt x="0" y="50"/>
                      <a:pt x="41" y="0"/>
                      <a:pt x="10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49"/>
              <p:cNvSpPr/>
              <p:nvPr/>
            </p:nvSpPr>
            <p:spPr>
              <a:xfrm>
                <a:off x="3702523" y="2832055"/>
                <a:ext cx="359255" cy="51045"/>
              </a:xfrm>
              <a:custGeom>
                <a:avLst/>
                <a:gdLst/>
                <a:ahLst/>
                <a:cxnLst/>
                <a:rect l="l" t="t" r="r" b="b"/>
                <a:pathLst>
                  <a:path w="1485" h="211" extrusionOk="0">
                    <a:moveTo>
                      <a:pt x="110" y="0"/>
                    </a:moveTo>
                    <a:lnTo>
                      <a:pt x="1374" y="0"/>
                    </a:lnTo>
                    <a:cubicBezTo>
                      <a:pt x="1434" y="0"/>
                      <a:pt x="1485" y="50"/>
                      <a:pt x="1485" y="110"/>
                    </a:cubicBezTo>
                    <a:lnTo>
                      <a:pt x="1485" y="110"/>
                    </a:lnTo>
                    <a:cubicBezTo>
                      <a:pt x="1485" y="161"/>
                      <a:pt x="1434" y="211"/>
                      <a:pt x="1374" y="211"/>
                    </a:cubicBezTo>
                    <a:lnTo>
                      <a:pt x="110" y="211"/>
                    </a:lnTo>
                    <a:cubicBezTo>
                      <a:pt x="50" y="211"/>
                      <a:pt x="0" y="161"/>
                      <a:pt x="10" y="110"/>
                    </a:cubicBezTo>
                    <a:lnTo>
                      <a:pt x="10" y="110"/>
                    </a:lnTo>
                    <a:cubicBezTo>
                      <a:pt x="10" y="50"/>
                      <a:pt x="50" y="0"/>
                      <a:pt x="11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49"/>
              <p:cNvSpPr/>
              <p:nvPr/>
            </p:nvSpPr>
            <p:spPr>
              <a:xfrm>
                <a:off x="2714753" y="2832055"/>
                <a:ext cx="359497" cy="51045"/>
              </a:xfrm>
              <a:custGeom>
                <a:avLst/>
                <a:gdLst/>
                <a:ahLst/>
                <a:cxnLst/>
                <a:rect l="l" t="t" r="r" b="b"/>
                <a:pathLst>
                  <a:path w="1486" h="211" extrusionOk="0">
                    <a:moveTo>
                      <a:pt x="111" y="0"/>
                    </a:moveTo>
                    <a:lnTo>
                      <a:pt x="1375" y="0"/>
                    </a:lnTo>
                    <a:cubicBezTo>
                      <a:pt x="1435" y="0"/>
                      <a:pt x="1485" y="50"/>
                      <a:pt x="1485" y="110"/>
                    </a:cubicBezTo>
                    <a:lnTo>
                      <a:pt x="1485" y="110"/>
                    </a:lnTo>
                    <a:cubicBezTo>
                      <a:pt x="1485" y="161"/>
                      <a:pt x="1435" y="211"/>
                      <a:pt x="1375" y="211"/>
                    </a:cubicBezTo>
                    <a:lnTo>
                      <a:pt x="111" y="211"/>
                    </a:lnTo>
                    <a:cubicBezTo>
                      <a:pt x="51" y="211"/>
                      <a:pt x="1" y="161"/>
                      <a:pt x="1" y="110"/>
                    </a:cubicBezTo>
                    <a:lnTo>
                      <a:pt x="1" y="110"/>
                    </a:lnTo>
                    <a:cubicBezTo>
                      <a:pt x="1" y="50"/>
                      <a:pt x="51" y="0"/>
                      <a:pt x="11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49"/>
              <p:cNvSpPr/>
              <p:nvPr/>
            </p:nvSpPr>
            <p:spPr>
              <a:xfrm>
                <a:off x="365928" y="2941159"/>
                <a:ext cx="41369" cy="254981"/>
              </a:xfrm>
              <a:custGeom>
                <a:avLst/>
                <a:gdLst/>
                <a:ahLst/>
                <a:cxnLst/>
                <a:rect l="l" t="t" r="r" b="b"/>
                <a:pathLst>
                  <a:path w="171" h="1054" extrusionOk="0">
                    <a:moveTo>
                      <a:pt x="0" y="1054"/>
                    </a:moveTo>
                    <a:lnTo>
                      <a:pt x="0" y="61"/>
                    </a:lnTo>
                    <a:lnTo>
                      <a:pt x="171" y="0"/>
                    </a:lnTo>
                    <a:lnTo>
                      <a:pt x="171" y="1054"/>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49"/>
              <p:cNvSpPr/>
              <p:nvPr/>
            </p:nvSpPr>
            <p:spPr>
              <a:xfrm>
                <a:off x="5233650" y="2397571"/>
                <a:ext cx="271921" cy="322960"/>
              </a:xfrm>
              <a:custGeom>
                <a:avLst/>
                <a:gdLst/>
                <a:ahLst/>
                <a:cxnLst/>
                <a:rect l="l" t="t" r="r" b="b"/>
                <a:pathLst>
                  <a:path w="1124" h="1335" extrusionOk="0">
                    <a:moveTo>
                      <a:pt x="722" y="61"/>
                    </a:moveTo>
                    <a:cubicBezTo>
                      <a:pt x="983" y="131"/>
                      <a:pt x="1124" y="452"/>
                      <a:pt x="1033" y="783"/>
                    </a:cubicBezTo>
                    <a:cubicBezTo>
                      <a:pt x="953" y="1114"/>
                      <a:pt x="662" y="1335"/>
                      <a:pt x="402" y="1264"/>
                    </a:cubicBezTo>
                    <a:cubicBezTo>
                      <a:pt x="141" y="1204"/>
                      <a:pt x="0" y="883"/>
                      <a:pt x="91" y="552"/>
                    </a:cubicBezTo>
                    <a:cubicBezTo>
                      <a:pt x="181" y="221"/>
                      <a:pt x="462" y="1"/>
                      <a:pt x="722" y="61"/>
                    </a:cubicBezTo>
                    <a:close/>
                    <a:moveTo>
                      <a:pt x="652" y="322"/>
                    </a:moveTo>
                    <a:cubicBezTo>
                      <a:pt x="803" y="362"/>
                      <a:pt x="883" y="542"/>
                      <a:pt x="833" y="733"/>
                    </a:cubicBezTo>
                    <a:cubicBezTo>
                      <a:pt x="803" y="903"/>
                      <a:pt x="652" y="1024"/>
                      <a:pt x="472" y="1014"/>
                    </a:cubicBezTo>
                    <a:cubicBezTo>
                      <a:pt x="321" y="974"/>
                      <a:pt x="241" y="793"/>
                      <a:pt x="291" y="602"/>
                    </a:cubicBezTo>
                    <a:cubicBezTo>
                      <a:pt x="321" y="432"/>
                      <a:pt x="482" y="312"/>
                      <a:pt x="652" y="32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49"/>
              <p:cNvSpPr/>
              <p:nvPr/>
            </p:nvSpPr>
            <p:spPr>
              <a:xfrm>
                <a:off x="5216716" y="2368541"/>
                <a:ext cx="274340" cy="320541"/>
              </a:xfrm>
              <a:custGeom>
                <a:avLst/>
                <a:gdLst/>
                <a:ahLst/>
                <a:cxnLst/>
                <a:rect l="l" t="t" r="r" b="b"/>
                <a:pathLst>
                  <a:path w="1134" h="1325" extrusionOk="0">
                    <a:moveTo>
                      <a:pt x="722" y="60"/>
                    </a:moveTo>
                    <a:cubicBezTo>
                      <a:pt x="983" y="131"/>
                      <a:pt x="1134" y="442"/>
                      <a:pt x="1043" y="773"/>
                    </a:cubicBezTo>
                    <a:cubicBezTo>
                      <a:pt x="953" y="1114"/>
                      <a:pt x="662" y="1324"/>
                      <a:pt x="401" y="1264"/>
                    </a:cubicBezTo>
                    <a:cubicBezTo>
                      <a:pt x="141" y="1204"/>
                      <a:pt x="0" y="883"/>
                      <a:pt x="90" y="552"/>
                    </a:cubicBezTo>
                    <a:cubicBezTo>
                      <a:pt x="181" y="221"/>
                      <a:pt x="461" y="0"/>
                      <a:pt x="722" y="60"/>
                    </a:cubicBezTo>
                    <a:close/>
                    <a:moveTo>
                      <a:pt x="652" y="321"/>
                    </a:moveTo>
                    <a:cubicBezTo>
                      <a:pt x="803" y="361"/>
                      <a:pt x="883" y="542"/>
                      <a:pt x="833" y="732"/>
                    </a:cubicBezTo>
                    <a:cubicBezTo>
                      <a:pt x="803" y="903"/>
                      <a:pt x="652" y="1023"/>
                      <a:pt x="472" y="1003"/>
                    </a:cubicBezTo>
                    <a:cubicBezTo>
                      <a:pt x="321" y="973"/>
                      <a:pt x="241" y="793"/>
                      <a:pt x="291" y="602"/>
                    </a:cubicBezTo>
                    <a:cubicBezTo>
                      <a:pt x="341" y="412"/>
                      <a:pt x="502" y="291"/>
                      <a:pt x="652" y="32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49"/>
              <p:cNvSpPr/>
              <p:nvPr/>
            </p:nvSpPr>
            <p:spPr>
              <a:xfrm>
                <a:off x="5362111" y="2373379"/>
                <a:ext cx="46449" cy="87574"/>
              </a:xfrm>
              <a:custGeom>
                <a:avLst/>
                <a:gdLst/>
                <a:ahLst/>
                <a:cxnLst/>
                <a:rect l="l" t="t" r="r" b="b"/>
                <a:pathLst>
                  <a:path w="192" h="362" extrusionOk="0">
                    <a:moveTo>
                      <a:pt x="91" y="0"/>
                    </a:moveTo>
                    <a:lnTo>
                      <a:pt x="191" y="20"/>
                    </a:lnTo>
                    <a:lnTo>
                      <a:pt x="101" y="361"/>
                    </a:lnTo>
                    <a:lnTo>
                      <a:pt x="1" y="33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49"/>
              <p:cNvSpPr/>
              <p:nvPr/>
            </p:nvSpPr>
            <p:spPr>
              <a:xfrm>
                <a:off x="5301631" y="2596669"/>
                <a:ext cx="48626" cy="85155"/>
              </a:xfrm>
              <a:custGeom>
                <a:avLst/>
                <a:gdLst/>
                <a:ahLst/>
                <a:cxnLst/>
                <a:rect l="l" t="t" r="r" b="b"/>
                <a:pathLst>
                  <a:path w="201" h="352" extrusionOk="0">
                    <a:moveTo>
                      <a:pt x="90" y="0"/>
                    </a:moveTo>
                    <a:lnTo>
                      <a:pt x="201" y="20"/>
                    </a:lnTo>
                    <a:lnTo>
                      <a:pt x="110" y="351"/>
                    </a:lnTo>
                    <a:lnTo>
                      <a:pt x="0" y="33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49"/>
              <p:cNvSpPr/>
              <p:nvPr/>
            </p:nvSpPr>
            <p:spPr>
              <a:xfrm>
                <a:off x="5947080" y="2373379"/>
                <a:ext cx="82737" cy="298768"/>
              </a:xfrm>
              <a:custGeom>
                <a:avLst/>
                <a:gdLst/>
                <a:ahLst/>
                <a:cxnLst/>
                <a:rect l="l" t="t" r="r" b="b"/>
                <a:pathLst>
                  <a:path w="342" h="1235" extrusionOk="0">
                    <a:moveTo>
                      <a:pt x="201" y="0"/>
                    </a:moveTo>
                    <a:cubicBezTo>
                      <a:pt x="181" y="40"/>
                      <a:pt x="151" y="81"/>
                      <a:pt x="121" y="101"/>
                    </a:cubicBezTo>
                    <a:cubicBezTo>
                      <a:pt x="81" y="131"/>
                      <a:pt x="40" y="151"/>
                      <a:pt x="0" y="151"/>
                    </a:cubicBezTo>
                    <a:lnTo>
                      <a:pt x="0" y="291"/>
                    </a:lnTo>
                    <a:cubicBezTo>
                      <a:pt x="30" y="291"/>
                      <a:pt x="60" y="281"/>
                      <a:pt x="91" y="281"/>
                    </a:cubicBezTo>
                    <a:cubicBezTo>
                      <a:pt x="111" y="271"/>
                      <a:pt x="141" y="251"/>
                      <a:pt x="161" y="231"/>
                    </a:cubicBezTo>
                    <a:lnTo>
                      <a:pt x="161" y="1234"/>
                    </a:lnTo>
                    <a:lnTo>
                      <a:pt x="341" y="1234"/>
                    </a:lnTo>
                    <a:lnTo>
                      <a:pt x="341"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9" name="Google Shape;2709;p49"/>
              <p:cNvSpPr/>
              <p:nvPr/>
            </p:nvSpPr>
            <p:spPr>
              <a:xfrm>
                <a:off x="6073121" y="2375798"/>
                <a:ext cx="124106" cy="301671"/>
              </a:xfrm>
              <a:custGeom>
                <a:avLst/>
                <a:gdLst/>
                <a:ahLst/>
                <a:cxnLst/>
                <a:rect l="l" t="t" r="r" b="b"/>
                <a:pathLst>
                  <a:path w="513" h="1247" extrusionOk="0">
                    <a:moveTo>
                      <a:pt x="11" y="0"/>
                    </a:moveTo>
                    <a:lnTo>
                      <a:pt x="11" y="622"/>
                    </a:lnTo>
                    <a:lnTo>
                      <a:pt x="171" y="632"/>
                    </a:lnTo>
                    <a:cubicBezTo>
                      <a:pt x="171" y="552"/>
                      <a:pt x="201" y="512"/>
                      <a:pt x="252" y="512"/>
                    </a:cubicBezTo>
                    <a:cubicBezTo>
                      <a:pt x="255" y="510"/>
                      <a:pt x="259" y="509"/>
                      <a:pt x="263" y="509"/>
                    </a:cubicBezTo>
                    <a:cubicBezTo>
                      <a:pt x="279" y="509"/>
                      <a:pt x="294" y="526"/>
                      <a:pt x="302" y="542"/>
                    </a:cubicBezTo>
                    <a:cubicBezTo>
                      <a:pt x="312" y="572"/>
                      <a:pt x="322" y="612"/>
                      <a:pt x="312" y="642"/>
                    </a:cubicBezTo>
                    <a:lnTo>
                      <a:pt x="312" y="953"/>
                    </a:lnTo>
                    <a:cubicBezTo>
                      <a:pt x="312" y="1044"/>
                      <a:pt x="292" y="1084"/>
                      <a:pt x="252" y="1084"/>
                    </a:cubicBezTo>
                    <a:cubicBezTo>
                      <a:pt x="242" y="1084"/>
                      <a:pt x="232" y="1084"/>
                      <a:pt x="212" y="1074"/>
                    </a:cubicBezTo>
                    <a:cubicBezTo>
                      <a:pt x="191" y="1064"/>
                      <a:pt x="181" y="1023"/>
                      <a:pt x="181" y="973"/>
                    </a:cubicBezTo>
                    <a:lnTo>
                      <a:pt x="181" y="833"/>
                    </a:lnTo>
                    <a:lnTo>
                      <a:pt x="1" y="833"/>
                    </a:lnTo>
                    <a:lnTo>
                      <a:pt x="1" y="983"/>
                    </a:lnTo>
                    <a:cubicBezTo>
                      <a:pt x="1" y="1154"/>
                      <a:pt x="91" y="1234"/>
                      <a:pt x="252" y="1234"/>
                    </a:cubicBezTo>
                    <a:lnTo>
                      <a:pt x="262" y="1244"/>
                    </a:lnTo>
                    <a:cubicBezTo>
                      <a:pt x="271" y="1245"/>
                      <a:pt x="279" y="1246"/>
                      <a:pt x="288" y="1246"/>
                    </a:cubicBezTo>
                    <a:cubicBezTo>
                      <a:pt x="349" y="1246"/>
                      <a:pt x="408" y="1216"/>
                      <a:pt x="452" y="1164"/>
                    </a:cubicBezTo>
                    <a:cubicBezTo>
                      <a:pt x="472" y="1124"/>
                      <a:pt x="492" y="1084"/>
                      <a:pt x="492" y="1044"/>
                    </a:cubicBezTo>
                    <a:cubicBezTo>
                      <a:pt x="512" y="943"/>
                      <a:pt x="512" y="853"/>
                      <a:pt x="512" y="753"/>
                    </a:cubicBezTo>
                    <a:cubicBezTo>
                      <a:pt x="512" y="652"/>
                      <a:pt x="502" y="552"/>
                      <a:pt x="472" y="452"/>
                    </a:cubicBezTo>
                    <a:cubicBezTo>
                      <a:pt x="445" y="398"/>
                      <a:pt x="394" y="360"/>
                      <a:pt x="340" y="360"/>
                    </a:cubicBezTo>
                    <a:cubicBezTo>
                      <a:pt x="334" y="360"/>
                      <a:pt x="328" y="360"/>
                      <a:pt x="322" y="361"/>
                    </a:cubicBezTo>
                    <a:cubicBezTo>
                      <a:pt x="292" y="361"/>
                      <a:pt x="262" y="361"/>
                      <a:pt x="242" y="371"/>
                    </a:cubicBezTo>
                    <a:cubicBezTo>
                      <a:pt x="222" y="382"/>
                      <a:pt x="201" y="402"/>
                      <a:pt x="191" y="412"/>
                    </a:cubicBezTo>
                    <a:lnTo>
                      <a:pt x="191" y="161"/>
                    </a:lnTo>
                    <a:lnTo>
                      <a:pt x="462" y="161"/>
                    </a:lnTo>
                    <a:lnTo>
                      <a:pt x="46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49"/>
              <p:cNvSpPr/>
              <p:nvPr/>
            </p:nvSpPr>
            <p:spPr>
              <a:xfrm>
                <a:off x="5592663" y="2327173"/>
                <a:ext cx="29515" cy="36771"/>
              </a:xfrm>
              <a:custGeom>
                <a:avLst/>
                <a:gdLst/>
                <a:ahLst/>
                <a:cxnLst/>
                <a:rect l="l" t="t" r="r" b="b"/>
                <a:pathLst>
                  <a:path w="122" h="152" extrusionOk="0">
                    <a:moveTo>
                      <a:pt x="61" y="1"/>
                    </a:moveTo>
                    <a:cubicBezTo>
                      <a:pt x="101" y="1"/>
                      <a:pt x="121" y="31"/>
                      <a:pt x="121" y="61"/>
                    </a:cubicBezTo>
                    <a:cubicBezTo>
                      <a:pt x="121" y="151"/>
                      <a:pt x="1" y="151"/>
                      <a:pt x="1" y="61"/>
                    </a:cubicBezTo>
                    <a:cubicBezTo>
                      <a:pt x="1" y="31"/>
                      <a:pt x="31" y="1"/>
                      <a:pt x="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49"/>
              <p:cNvSpPr/>
              <p:nvPr/>
            </p:nvSpPr>
            <p:spPr>
              <a:xfrm>
                <a:off x="5862165" y="2327173"/>
                <a:ext cx="29273" cy="36771"/>
              </a:xfrm>
              <a:custGeom>
                <a:avLst/>
                <a:gdLst/>
                <a:ahLst/>
                <a:cxnLst/>
                <a:rect l="l" t="t" r="r" b="b"/>
                <a:pathLst>
                  <a:path w="121" h="152" extrusionOk="0">
                    <a:moveTo>
                      <a:pt x="60" y="1"/>
                    </a:moveTo>
                    <a:cubicBezTo>
                      <a:pt x="101" y="1"/>
                      <a:pt x="121" y="31"/>
                      <a:pt x="121" y="61"/>
                    </a:cubicBezTo>
                    <a:cubicBezTo>
                      <a:pt x="121" y="151"/>
                      <a:pt x="0" y="151"/>
                      <a:pt x="0" y="61"/>
                    </a:cubicBezTo>
                    <a:cubicBezTo>
                      <a:pt x="0" y="31"/>
                      <a:pt x="30" y="1"/>
                      <a:pt x="6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2" name="Google Shape;2712;p49"/>
              <p:cNvSpPr/>
              <p:nvPr/>
            </p:nvSpPr>
            <p:spPr>
              <a:xfrm>
                <a:off x="6131425" y="2327173"/>
                <a:ext cx="29273" cy="36771"/>
              </a:xfrm>
              <a:custGeom>
                <a:avLst/>
                <a:gdLst/>
                <a:ahLst/>
                <a:cxnLst/>
                <a:rect l="l" t="t" r="r" b="b"/>
                <a:pathLst>
                  <a:path w="121" h="152" extrusionOk="0">
                    <a:moveTo>
                      <a:pt x="61" y="1"/>
                    </a:moveTo>
                    <a:cubicBezTo>
                      <a:pt x="91" y="1"/>
                      <a:pt x="121" y="31"/>
                      <a:pt x="121" y="61"/>
                    </a:cubicBezTo>
                    <a:cubicBezTo>
                      <a:pt x="121" y="151"/>
                      <a:pt x="1" y="151"/>
                      <a:pt x="1" y="61"/>
                    </a:cubicBezTo>
                    <a:cubicBezTo>
                      <a:pt x="1" y="31"/>
                      <a:pt x="21" y="1"/>
                      <a:pt x="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3" name="Google Shape;2713;p49"/>
              <p:cNvSpPr/>
              <p:nvPr/>
            </p:nvSpPr>
            <p:spPr>
              <a:xfrm>
                <a:off x="6400685" y="2327173"/>
                <a:ext cx="29515" cy="36771"/>
              </a:xfrm>
              <a:custGeom>
                <a:avLst/>
                <a:gdLst/>
                <a:ahLst/>
                <a:cxnLst/>
                <a:rect l="l" t="t" r="r" b="b"/>
                <a:pathLst>
                  <a:path w="122" h="152" extrusionOk="0">
                    <a:moveTo>
                      <a:pt x="61" y="1"/>
                    </a:moveTo>
                    <a:cubicBezTo>
                      <a:pt x="91" y="1"/>
                      <a:pt x="121" y="31"/>
                      <a:pt x="121" y="61"/>
                    </a:cubicBezTo>
                    <a:cubicBezTo>
                      <a:pt x="121" y="151"/>
                      <a:pt x="1" y="151"/>
                      <a:pt x="1" y="61"/>
                    </a:cubicBezTo>
                    <a:cubicBezTo>
                      <a:pt x="1" y="31"/>
                      <a:pt x="21" y="1"/>
                      <a:pt x="6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49"/>
              <p:cNvSpPr/>
              <p:nvPr/>
            </p:nvSpPr>
            <p:spPr>
              <a:xfrm>
                <a:off x="5604760" y="2327173"/>
                <a:ext cx="1157841" cy="14757"/>
              </a:xfrm>
              <a:custGeom>
                <a:avLst/>
                <a:gdLst/>
                <a:ahLst/>
                <a:cxnLst/>
                <a:rect l="l" t="t" r="r" b="b"/>
                <a:pathLst>
                  <a:path w="4786" h="61" extrusionOk="0">
                    <a:moveTo>
                      <a:pt x="31" y="1"/>
                    </a:moveTo>
                    <a:lnTo>
                      <a:pt x="4755" y="1"/>
                    </a:lnTo>
                    <a:cubicBezTo>
                      <a:pt x="4776" y="1"/>
                      <a:pt x="4786" y="21"/>
                      <a:pt x="4786" y="31"/>
                    </a:cubicBezTo>
                    <a:lnTo>
                      <a:pt x="4786" y="31"/>
                    </a:lnTo>
                    <a:cubicBezTo>
                      <a:pt x="4786" y="51"/>
                      <a:pt x="4776" y="61"/>
                      <a:pt x="4755" y="61"/>
                    </a:cubicBezTo>
                    <a:lnTo>
                      <a:pt x="31" y="61"/>
                    </a:lnTo>
                    <a:cubicBezTo>
                      <a:pt x="11" y="61"/>
                      <a:pt x="1" y="51"/>
                      <a:pt x="1" y="31"/>
                    </a:cubicBezTo>
                    <a:lnTo>
                      <a:pt x="1" y="31"/>
                    </a:lnTo>
                    <a:cubicBezTo>
                      <a:pt x="1" y="11"/>
                      <a:pt x="11" y="1"/>
                      <a:pt x="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49"/>
              <p:cNvSpPr/>
              <p:nvPr/>
            </p:nvSpPr>
            <p:spPr>
              <a:xfrm>
                <a:off x="1261283" y="2807621"/>
                <a:ext cx="230794" cy="160391"/>
              </a:xfrm>
              <a:custGeom>
                <a:avLst/>
                <a:gdLst/>
                <a:ahLst/>
                <a:cxnLst/>
                <a:rect l="l" t="t" r="r" b="b"/>
                <a:pathLst>
                  <a:path w="954" h="663" extrusionOk="0">
                    <a:moveTo>
                      <a:pt x="161" y="1"/>
                    </a:moveTo>
                    <a:lnTo>
                      <a:pt x="803" y="1"/>
                    </a:lnTo>
                    <a:cubicBezTo>
                      <a:pt x="883" y="1"/>
                      <a:pt x="953" y="71"/>
                      <a:pt x="953" y="151"/>
                    </a:cubicBezTo>
                    <a:lnTo>
                      <a:pt x="953" y="512"/>
                    </a:lnTo>
                    <a:cubicBezTo>
                      <a:pt x="953" y="593"/>
                      <a:pt x="883" y="663"/>
                      <a:pt x="803" y="663"/>
                    </a:cubicBezTo>
                    <a:lnTo>
                      <a:pt x="161" y="663"/>
                    </a:lnTo>
                    <a:cubicBezTo>
                      <a:pt x="71" y="663"/>
                      <a:pt x="0" y="593"/>
                      <a:pt x="0" y="512"/>
                    </a:cubicBezTo>
                    <a:lnTo>
                      <a:pt x="0" y="151"/>
                    </a:lnTo>
                    <a:cubicBezTo>
                      <a:pt x="0" y="71"/>
                      <a:pt x="71" y="1"/>
                      <a:pt x="161"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49"/>
              <p:cNvSpPr/>
              <p:nvPr/>
            </p:nvSpPr>
            <p:spPr>
              <a:xfrm>
                <a:off x="746714" y="3152353"/>
                <a:ext cx="4317349" cy="51045"/>
              </a:xfrm>
              <a:custGeom>
                <a:avLst/>
                <a:gdLst/>
                <a:ahLst/>
                <a:cxnLst/>
                <a:rect l="l" t="t" r="r" b="b"/>
                <a:pathLst>
                  <a:path w="17846" h="211" extrusionOk="0">
                    <a:moveTo>
                      <a:pt x="1" y="0"/>
                    </a:moveTo>
                    <a:lnTo>
                      <a:pt x="17845" y="80"/>
                    </a:lnTo>
                    <a:lnTo>
                      <a:pt x="17755" y="211"/>
                    </a:lnTo>
                    <a:lnTo>
                      <a:pt x="161" y="211"/>
                    </a:lnTo>
                    <a:lnTo>
                      <a:pt x="131" y="0"/>
                    </a:lnTo>
                    <a:lnTo>
                      <a:pt x="1" y="0"/>
                    </a:lnTo>
                    <a:lnTo>
                      <a:pt x="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7" name="Google Shape;2717;p49"/>
              <p:cNvGrpSpPr/>
              <p:nvPr/>
            </p:nvGrpSpPr>
            <p:grpSpPr>
              <a:xfrm>
                <a:off x="2343402" y="2516594"/>
                <a:ext cx="2776303" cy="203936"/>
                <a:chOff x="2343402" y="2516594"/>
                <a:chExt cx="2776303" cy="203936"/>
              </a:xfrm>
            </p:grpSpPr>
            <p:sp>
              <p:nvSpPr>
                <p:cNvPr id="2718" name="Google Shape;2718;p49"/>
                <p:cNvSpPr/>
                <p:nvPr/>
              </p:nvSpPr>
              <p:spPr>
                <a:xfrm>
                  <a:off x="3719457" y="2516594"/>
                  <a:ext cx="1400247" cy="203936"/>
                </a:xfrm>
                <a:custGeom>
                  <a:avLst/>
                  <a:gdLst/>
                  <a:ahLst/>
                  <a:cxnLst/>
                  <a:rect l="l" t="t" r="r" b="b"/>
                  <a:pathLst>
                    <a:path w="5788" h="843" extrusionOk="0">
                      <a:moveTo>
                        <a:pt x="2839" y="70"/>
                      </a:moveTo>
                      <a:lnTo>
                        <a:pt x="2839" y="291"/>
                      </a:lnTo>
                      <a:lnTo>
                        <a:pt x="1525" y="291"/>
                      </a:lnTo>
                      <a:lnTo>
                        <a:pt x="1525" y="70"/>
                      </a:lnTo>
                      <a:close/>
                      <a:moveTo>
                        <a:pt x="4263" y="70"/>
                      </a:moveTo>
                      <a:lnTo>
                        <a:pt x="4263" y="291"/>
                      </a:lnTo>
                      <a:lnTo>
                        <a:pt x="2949" y="291"/>
                      </a:lnTo>
                      <a:lnTo>
                        <a:pt x="2949" y="70"/>
                      </a:lnTo>
                      <a:close/>
                      <a:moveTo>
                        <a:pt x="5678" y="70"/>
                      </a:moveTo>
                      <a:lnTo>
                        <a:pt x="5678" y="291"/>
                      </a:lnTo>
                      <a:lnTo>
                        <a:pt x="4364" y="291"/>
                      </a:lnTo>
                      <a:lnTo>
                        <a:pt x="4364" y="70"/>
                      </a:lnTo>
                      <a:close/>
                      <a:moveTo>
                        <a:pt x="2839" y="351"/>
                      </a:moveTo>
                      <a:lnTo>
                        <a:pt x="2839" y="572"/>
                      </a:lnTo>
                      <a:lnTo>
                        <a:pt x="1525" y="572"/>
                      </a:lnTo>
                      <a:lnTo>
                        <a:pt x="1525" y="351"/>
                      </a:lnTo>
                      <a:close/>
                      <a:moveTo>
                        <a:pt x="4263" y="351"/>
                      </a:moveTo>
                      <a:lnTo>
                        <a:pt x="4263" y="572"/>
                      </a:lnTo>
                      <a:lnTo>
                        <a:pt x="2949" y="572"/>
                      </a:lnTo>
                      <a:lnTo>
                        <a:pt x="2949" y="351"/>
                      </a:lnTo>
                      <a:close/>
                      <a:moveTo>
                        <a:pt x="5678" y="351"/>
                      </a:moveTo>
                      <a:lnTo>
                        <a:pt x="5678" y="572"/>
                      </a:lnTo>
                      <a:lnTo>
                        <a:pt x="4364" y="572"/>
                      </a:lnTo>
                      <a:lnTo>
                        <a:pt x="4364" y="351"/>
                      </a:lnTo>
                      <a:close/>
                      <a:moveTo>
                        <a:pt x="2839" y="642"/>
                      </a:moveTo>
                      <a:lnTo>
                        <a:pt x="2839" y="782"/>
                      </a:lnTo>
                      <a:lnTo>
                        <a:pt x="1525" y="782"/>
                      </a:lnTo>
                      <a:lnTo>
                        <a:pt x="1525" y="642"/>
                      </a:lnTo>
                      <a:close/>
                      <a:moveTo>
                        <a:pt x="4263" y="642"/>
                      </a:moveTo>
                      <a:lnTo>
                        <a:pt x="4263" y="782"/>
                      </a:lnTo>
                      <a:lnTo>
                        <a:pt x="2949" y="782"/>
                      </a:lnTo>
                      <a:lnTo>
                        <a:pt x="2949" y="642"/>
                      </a:lnTo>
                      <a:close/>
                      <a:moveTo>
                        <a:pt x="5678" y="642"/>
                      </a:moveTo>
                      <a:lnTo>
                        <a:pt x="5678" y="782"/>
                      </a:lnTo>
                      <a:lnTo>
                        <a:pt x="4364" y="782"/>
                      </a:lnTo>
                      <a:lnTo>
                        <a:pt x="4364" y="642"/>
                      </a:lnTo>
                      <a:close/>
                      <a:moveTo>
                        <a:pt x="0" y="0"/>
                      </a:moveTo>
                      <a:lnTo>
                        <a:pt x="0" y="843"/>
                      </a:lnTo>
                      <a:lnTo>
                        <a:pt x="5788" y="843"/>
                      </a:lnTo>
                      <a:lnTo>
                        <a:pt x="5788" y="0"/>
                      </a:lnTo>
                      <a:lnTo>
                        <a:pt x="5678" y="0"/>
                      </a:lnTo>
                      <a:lnTo>
                        <a:pt x="5678" y="20"/>
                      </a:lnTo>
                      <a:lnTo>
                        <a:pt x="4364" y="20"/>
                      </a:lnTo>
                      <a:lnTo>
                        <a:pt x="4364" y="0"/>
                      </a:lnTo>
                      <a:lnTo>
                        <a:pt x="4253" y="0"/>
                      </a:lnTo>
                      <a:lnTo>
                        <a:pt x="4253" y="20"/>
                      </a:lnTo>
                      <a:lnTo>
                        <a:pt x="2949" y="20"/>
                      </a:lnTo>
                      <a:lnTo>
                        <a:pt x="2949" y="0"/>
                      </a:lnTo>
                      <a:lnTo>
                        <a:pt x="2839" y="0"/>
                      </a:lnTo>
                      <a:lnTo>
                        <a:pt x="2839" y="20"/>
                      </a:lnTo>
                      <a:lnTo>
                        <a:pt x="1525" y="20"/>
                      </a:lnTo>
                      <a:lnTo>
                        <a:pt x="1525" y="0"/>
                      </a:lnTo>
                      <a:lnTo>
                        <a:pt x="1415" y="0"/>
                      </a:lnTo>
                      <a:lnTo>
                        <a:pt x="1415" y="20"/>
                      </a:lnTo>
                      <a:lnTo>
                        <a:pt x="121" y="20"/>
                      </a:lnTo>
                      <a:lnTo>
                        <a:pt x="121" y="70"/>
                      </a:lnTo>
                      <a:lnTo>
                        <a:pt x="1415" y="70"/>
                      </a:lnTo>
                      <a:lnTo>
                        <a:pt x="1415" y="291"/>
                      </a:lnTo>
                      <a:lnTo>
                        <a:pt x="121" y="291"/>
                      </a:lnTo>
                      <a:lnTo>
                        <a:pt x="121" y="351"/>
                      </a:lnTo>
                      <a:lnTo>
                        <a:pt x="1415" y="351"/>
                      </a:lnTo>
                      <a:lnTo>
                        <a:pt x="1415" y="582"/>
                      </a:lnTo>
                      <a:lnTo>
                        <a:pt x="121" y="582"/>
                      </a:lnTo>
                      <a:lnTo>
                        <a:pt x="121" y="642"/>
                      </a:lnTo>
                      <a:lnTo>
                        <a:pt x="1415" y="642"/>
                      </a:lnTo>
                      <a:lnTo>
                        <a:pt x="1415" y="782"/>
                      </a:lnTo>
                      <a:lnTo>
                        <a:pt x="111" y="782"/>
                      </a:lnTo>
                      <a:lnTo>
                        <a:pt x="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9" name="Google Shape;2719;p49"/>
                <p:cNvSpPr/>
                <p:nvPr/>
              </p:nvSpPr>
              <p:spPr>
                <a:xfrm>
                  <a:off x="2343402" y="2516594"/>
                  <a:ext cx="1398070" cy="203936"/>
                </a:xfrm>
                <a:custGeom>
                  <a:avLst/>
                  <a:gdLst/>
                  <a:ahLst/>
                  <a:cxnLst/>
                  <a:rect l="l" t="t" r="r" b="b"/>
                  <a:pathLst>
                    <a:path w="5779" h="843" extrusionOk="0">
                      <a:moveTo>
                        <a:pt x="2840" y="70"/>
                      </a:moveTo>
                      <a:lnTo>
                        <a:pt x="2840" y="291"/>
                      </a:lnTo>
                      <a:lnTo>
                        <a:pt x="1526" y="291"/>
                      </a:lnTo>
                      <a:lnTo>
                        <a:pt x="1526" y="70"/>
                      </a:lnTo>
                      <a:close/>
                      <a:moveTo>
                        <a:pt x="4254" y="70"/>
                      </a:moveTo>
                      <a:lnTo>
                        <a:pt x="4254" y="291"/>
                      </a:lnTo>
                      <a:lnTo>
                        <a:pt x="2940" y="291"/>
                      </a:lnTo>
                      <a:lnTo>
                        <a:pt x="2950" y="70"/>
                      </a:lnTo>
                      <a:close/>
                      <a:moveTo>
                        <a:pt x="5678" y="70"/>
                      </a:moveTo>
                      <a:lnTo>
                        <a:pt x="5678" y="291"/>
                      </a:lnTo>
                      <a:lnTo>
                        <a:pt x="4364" y="291"/>
                      </a:lnTo>
                      <a:lnTo>
                        <a:pt x="4364" y="70"/>
                      </a:lnTo>
                      <a:close/>
                      <a:moveTo>
                        <a:pt x="2840" y="351"/>
                      </a:moveTo>
                      <a:lnTo>
                        <a:pt x="2840" y="572"/>
                      </a:lnTo>
                      <a:lnTo>
                        <a:pt x="1526" y="572"/>
                      </a:lnTo>
                      <a:lnTo>
                        <a:pt x="1526" y="351"/>
                      </a:lnTo>
                      <a:close/>
                      <a:moveTo>
                        <a:pt x="4254" y="351"/>
                      </a:moveTo>
                      <a:lnTo>
                        <a:pt x="4254" y="572"/>
                      </a:lnTo>
                      <a:lnTo>
                        <a:pt x="2940" y="572"/>
                      </a:lnTo>
                      <a:lnTo>
                        <a:pt x="2950" y="351"/>
                      </a:lnTo>
                      <a:close/>
                      <a:moveTo>
                        <a:pt x="5678" y="351"/>
                      </a:moveTo>
                      <a:lnTo>
                        <a:pt x="5678" y="572"/>
                      </a:lnTo>
                      <a:lnTo>
                        <a:pt x="4364" y="572"/>
                      </a:lnTo>
                      <a:lnTo>
                        <a:pt x="4364" y="351"/>
                      </a:lnTo>
                      <a:close/>
                      <a:moveTo>
                        <a:pt x="2840" y="642"/>
                      </a:moveTo>
                      <a:lnTo>
                        <a:pt x="2840" y="782"/>
                      </a:lnTo>
                      <a:lnTo>
                        <a:pt x="1526" y="782"/>
                      </a:lnTo>
                      <a:lnTo>
                        <a:pt x="1526" y="642"/>
                      </a:lnTo>
                      <a:close/>
                      <a:moveTo>
                        <a:pt x="4254" y="642"/>
                      </a:moveTo>
                      <a:lnTo>
                        <a:pt x="4254" y="782"/>
                      </a:lnTo>
                      <a:lnTo>
                        <a:pt x="2940" y="782"/>
                      </a:lnTo>
                      <a:lnTo>
                        <a:pt x="2950" y="642"/>
                      </a:lnTo>
                      <a:close/>
                      <a:moveTo>
                        <a:pt x="5678" y="642"/>
                      </a:moveTo>
                      <a:lnTo>
                        <a:pt x="5678" y="782"/>
                      </a:lnTo>
                      <a:lnTo>
                        <a:pt x="4364" y="782"/>
                      </a:lnTo>
                      <a:lnTo>
                        <a:pt x="4364" y="642"/>
                      </a:lnTo>
                      <a:close/>
                      <a:moveTo>
                        <a:pt x="1" y="0"/>
                      </a:moveTo>
                      <a:lnTo>
                        <a:pt x="1" y="843"/>
                      </a:lnTo>
                      <a:lnTo>
                        <a:pt x="5779" y="843"/>
                      </a:lnTo>
                      <a:lnTo>
                        <a:pt x="5779" y="0"/>
                      </a:lnTo>
                      <a:lnTo>
                        <a:pt x="5678" y="0"/>
                      </a:lnTo>
                      <a:lnTo>
                        <a:pt x="5678" y="20"/>
                      </a:lnTo>
                      <a:lnTo>
                        <a:pt x="4364" y="20"/>
                      </a:lnTo>
                      <a:lnTo>
                        <a:pt x="4364" y="0"/>
                      </a:lnTo>
                      <a:lnTo>
                        <a:pt x="4254" y="0"/>
                      </a:lnTo>
                      <a:lnTo>
                        <a:pt x="4254" y="20"/>
                      </a:lnTo>
                      <a:lnTo>
                        <a:pt x="2940" y="20"/>
                      </a:lnTo>
                      <a:lnTo>
                        <a:pt x="2940" y="0"/>
                      </a:lnTo>
                      <a:lnTo>
                        <a:pt x="2840" y="0"/>
                      </a:lnTo>
                      <a:lnTo>
                        <a:pt x="2840" y="20"/>
                      </a:lnTo>
                      <a:lnTo>
                        <a:pt x="1526" y="20"/>
                      </a:lnTo>
                      <a:lnTo>
                        <a:pt x="1526" y="0"/>
                      </a:lnTo>
                      <a:lnTo>
                        <a:pt x="1415" y="0"/>
                      </a:lnTo>
                      <a:lnTo>
                        <a:pt x="1415" y="20"/>
                      </a:lnTo>
                      <a:lnTo>
                        <a:pt x="111" y="20"/>
                      </a:lnTo>
                      <a:lnTo>
                        <a:pt x="111" y="70"/>
                      </a:lnTo>
                      <a:lnTo>
                        <a:pt x="1415" y="70"/>
                      </a:lnTo>
                      <a:lnTo>
                        <a:pt x="1415" y="291"/>
                      </a:lnTo>
                      <a:lnTo>
                        <a:pt x="111" y="291"/>
                      </a:lnTo>
                      <a:lnTo>
                        <a:pt x="111" y="351"/>
                      </a:lnTo>
                      <a:lnTo>
                        <a:pt x="1415" y="351"/>
                      </a:lnTo>
                      <a:lnTo>
                        <a:pt x="1415" y="582"/>
                      </a:lnTo>
                      <a:lnTo>
                        <a:pt x="111" y="582"/>
                      </a:lnTo>
                      <a:lnTo>
                        <a:pt x="111" y="642"/>
                      </a:lnTo>
                      <a:lnTo>
                        <a:pt x="1415" y="642"/>
                      </a:lnTo>
                      <a:lnTo>
                        <a:pt x="1415" y="782"/>
                      </a:lnTo>
                      <a:lnTo>
                        <a:pt x="101" y="782"/>
                      </a:lnTo>
                      <a:lnTo>
                        <a:pt x="10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720" name="Google Shape;2720;p49"/>
            <p:cNvGrpSpPr/>
            <p:nvPr/>
          </p:nvGrpSpPr>
          <p:grpSpPr>
            <a:xfrm>
              <a:off x="7067755" y="3746827"/>
              <a:ext cx="1260803" cy="729438"/>
              <a:chOff x="3016716" y="1441671"/>
              <a:chExt cx="1371630" cy="795548"/>
            </a:xfrm>
          </p:grpSpPr>
          <p:sp>
            <p:nvSpPr>
              <p:cNvPr id="2721" name="Google Shape;2721;p49"/>
              <p:cNvSpPr/>
              <p:nvPr/>
            </p:nvSpPr>
            <p:spPr>
              <a:xfrm>
                <a:off x="3482452" y="1646703"/>
                <a:ext cx="7049" cy="30149"/>
              </a:xfrm>
              <a:custGeom>
                <a:avLst/>
                <a:gdLst/>
                <a:ahLst/>
                <a:cxnLst/>
                <a:rect l="l" t="t" r="r" b="b"/>
                <a:pathLst>
                  <a:path w="191" h="823" extrusionOk="0">
                    <a:moveTo>
                      <a:pt x="101" y="0"/>
                    </a:moveTo>
                    <a:lnTo>
                      <a:pt x="101" y="0"/>
                    </a:lnTo>
                    <a:cubicBezTo>
                      <a:pt x="151" y="0"/>
                      <a:pt x="191" y="10"/>
                      <a:pt x="191" y="20"/>
                    </a:cubicBezTo>
                    <a:lnTo>
                      <a:pt x="191" y="803"/>
                    </a:lnTo>
                    <a:cubicBezTo>
                      <a:pt x="191" y="813"/>
                      <a:pt x="151" y="823"/>
                      <a:pt x="101" y="823"/>
                    </a:cubicBezTo>
                    <a:lnTo>
                      <a:pt x="101" y="823"/>
                    </a:lnTo>
                    <a:cubicBezTo>
                      <a:pt x="40" y="823"/>
                      <a:pt x="0" y="813"/>
                      <a:pt x="0" y="803"/>
                    </a:cubicBezTo>
                    <a:lnTo>
                      <a:pt x="0" y="20"/>
                    </a:lnTo>
                    <a:cubicBezTo>
                      <a:pt x="0" y="10"/>
                      <a:pt x="40" y="0"/>
                      <a:pt x="10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49"/>
              <p:cNvSpPr/>
              <p:nvPr/>
            </p:nvSpPr>
            <p:spPr>
              <a:xfrm>
                <a:off x="3525006" y="1751765"/>
                <a:ext cx="343609" cy="164663"/>
              </a:xfrm>
              <a:custGeom>
                <a:avLst/>
                <a:gdLst/>
                <a:ahLst/>
                <a:cxnLst/>
                <a:rect l="l" t="t" r="r" b="b"/>
                <a:pathLst>
                  <a:path w="9310" h="4495" extrusionOk="0">
                    <a:moveTo>
                      <a:pt x="673" y="1"/>
                    </a:moveTo>
                    <a:lnTo>
                      <a:pt x="8798" y="1"/>
                    </a:lnTo>
                    <a:lnTo>
                      <a:pt x="8798" y="1295"/>
                    </a:lnTo>
                    <a:lnTo>
                      <a:pt x="9309" y="4495"/>
                    </a:lnTo>
                    <a:lnTo>
                      <a:pt x="1" y="4495"/>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49"/>
              <p:cNvSpPr/>
              <p:nvPr/>
            </p:nvSpPr>
            <p:spPr>
              <a:xfrm>
                <a:off x="3542058" y="1751765"/>
                <a:ext cx="326558" cy="164663"/>
              </a:xfrm>
              <a:custGeom>
                <a:avLst/>
                <a:gdLst/>
                <a:ahLst/>
                <a:cxnLst/>
                <a:rect l="l" t="t" r="r" b="b"/>
                <a:pathLst>
                  <a:path w="8848" h="4495" extrusionOk="0">
                    <a:moveTo>
                      <a:pt x="672" y="1"/>
                    </a:moveTo>
                    <a:lnTo>
                      <a:pt x="8336" y="1"/>
                    </a:lnTo>
                    <a:lnTo>
                      <a:pt x="8336" y="1295"/>
                    </a:lnTo>
                    <a:lnTo>
                      <a:pt x="8847" y="4495"/>
                    </a:lnTo>
                    <a:lnTo>
                      <a:pt x="0" y="449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49"/>
              <p:cNvSpPr/>
              <p:nvPr/>
            </p:nvSpPr>
            <p:spPr>
              <a:xfrm>
                <a:off x="3756749" y="1799167"/>
                <a:ext cx="111867" cy="117261"/>
              </a:xfrm>
              <a:custGeom>
                <a:avLst/>
                <a:gdLst/>
                <a:ahLst/>
                <a:cxnLst/>
                <a:rect l="l" t="t" r="r" b="b"/>
                <a:pathLst>
                  <a:path w="3031" h="3201" extrusionOk="0">
                    <a:moveTo>
                      <a:pt x="2519" y="1"/>
                    </a:moveTo>
                    <a:lnTo>
                      <a:pt x="2519" y="1"/>
                    </a:lnTo>
                    <a:lnTo>
                      <a:pt x="3030" y="3201"/>
                    </a:lnTo>
                    <a:lnTo>
                      <a:pt x="1977" y="3201"/>
                    </a:lnTo>
                    <a:cubicBezTo>
                      <a:pt x="843" y="3010"/>
                      <a:pt x="1" y="2378"/>
                      <a:pt x="1" y="1626"/>
                    </a:cubicBezTo>
                    <a:cubicBezTo>
                      <a:pt x="1" y="753"/>
                      <a:pt x="1114" y="51"/>
                      <a:pt x="251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49"/>
              <p:cNvSpPr/>
              <p:nvPr/>
            </p:nvSpPr>
            <p:spPr>
              <a:xfrm>
                <a:off x="3789707" y="1805065"/>
                <a:ext cx="78908" cy="111363"/>
              </a:xfrm>
              <a:custGeom>
                <a:avLst/>
                <a:gdLst/>
                <a:ahLst/>
                <a:cxnLst/>
                <a:rect l="l" t="t" r="r" b="b"/>
                <a:pathLst>
                  <a:path w="2138" h="3040" extrusionOk="0">
                    <a:moveTo>
                      <a:pt x="1646" y="0"/>
                    </a:moveTo>
                    <a:lnTo>
                      <a:pt x="2137" y="3040"/>
                    </a:lnTo>
                    <a:lnTo>
                      <a:pt x="1766" y="3040"/>
                    </a:lnTo>
                    <a:cubicBezTo>
                      <a:pt x="733" y="2819"/>
                      <a:pt x="1" y="2217"/>
                      <a:pt x="1" y="1505"/>
                    </a:cubicBezTo>
                    <a:cubicBezTo>
                      <a:pt x="1" y="833"/>
                      <a:pt x="683" y="241"/>
                      <a:pt x="165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49"/>
              <p:cNvSpPr/>
              <p:nvPr/>
            </p:nvSpPr>
            <p:spPr>
              <a:xfrm>
                <a:off x="3749367" y="1849537"/>
                <a:ext cx="148479" cy="73155"/>
              </a:xfrm>
              <a:custGeom>
                <a:avLst/>
                <a:gdLst/>
                <a:ahLst/>
                <a:cxnLst/>
                <a:rect l="l" t="t" r="r" b="b"/>
                <a:pathLst>
                  <a:path w="4023" h="1997" extrusionOk="0">
                    <a:moveTo>
                      <a:pt x="0" y="0"/>
                    </a:moveTo>
                    <a:lnTo>
                      <a:pt x="4023" y="0"/>
                    </a:lnTo>
                    <a:lnTo>
                      <a:pt x="4023" y="1996"/>
                    </a:lnTo>
                    <a:lnTo>
                      <a:pt x="0" y="199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49"/>
              <p:cNvSpPr/>
              <p:nvPr/>
            </p:nvSpPr>
            <p:spPr>
              <a:xfrm>
                <a:off x="3872269" y="1849537"/>
                <a:ext cx="25577" cy="73155"/>
              </a:xfrm>
              <a:custGeom>
                <a:avLst/>
                <a:gdLst/>
                <a:ahLst/>
                <a:cxnLst/>
                <a:rect l="l" t="t" r="r" b="b"/>
                <a:pathLst>
                  <a:path w="693" h="1997" extrusionOk="0">
                    <a:moveTo>
                      <a:pt x="0" y="0"/>
                    </a:moveTo>
                    <a:lnTo>
                      <a:pt x="693" y="0"/>
                    </a:lnTo>
                    <a:lnTo>
                      <a:pt x="693" y="1996"/>
                    </a:lnTo>
                    <a:lnTo>
                      <a:pt x="0" y="1996"/>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49"/>
              <p:cNvSpPr/>
              <p:nvPr/>
            </p:nvSpPr>
            <p:spPr>
              <a:xfrm>
                <a:off x="3932613" y="1891774"/>
                <a:ext cx="91457" cy="34947"/>
              </a:xfrm>
              <a:custGeom>
                <a:avLst/>
                <a:gdLst/>
                <a:ahLst/>
                <a:cxnLst/>
                <a:rect l="l" t="t" r="r" b="b"/>
                <a:pathLst>
                  <a:path w="2478" h="954" extrusionOk="0">
                    <a:moveTo>
                      <a:pt x="121" y="1"/>
                    </a:moveTo>
                    <a:lnTo>
                      <a:pt x="2348" y="1"/>
                    </a:lnTo>
                    <a:cubicBezTo>
                      <a:pt x="2418" y="1"/>
                      <a:pt x="2478" y="71"/>
                      <a:pt x="2468" y="141"/>
                    </a:cubicBezTo>
                    <a:lnTo>
                      <a:pt x="2468" y="813"/>
                    </a:lnTo>
                    <a:cubicBezTo>
                      <a:pt x="2478" y="893"/>
                      <a:pt x="2418" y="953"/>
                      <a:pt x="2348" y="953"/>
                    </a:cubicBezTo>
                    <a:lnTo>
                      <a:pt x="131" y="953"/>
                    </a:lnTo>
                    <a:cubicBezTo>
                      <a:pt x="61" y="953"/>
                      <a:pt x="0" y="893"/>
                      <a:pt x="0" y="813"/>
                    </a:cubicBezTo>
                    <a:lnTo>
                      <a:pt x="0" y="141"/>
                    </a:lnTo>
                    <a:cubicBezTo>
                      <a:pt x="0" y="71"/>
                      <a:pt x="61" y="1"/>
                      <a:pt x="13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49"/>
              <p:cNvSpPr/>
              <p:nvPr/>
            </p:nvSpPr>
            <p:spPr>
              <a:xfrm>
                <a:off x="3932244" y="1893972"/>
                <a:ext cx="84075" cy="32749"/>
              </a:xfrm>
              <a:custGeom>
                <a:avLst/>
                <a:gdLst/>
                <a:ahLst/>
                <a:cxnLst/>
                <a:rect l="l" t="t" r="r" b="b"/>
                <a:pathLst>
                  <a:path w="2278" h="894" extrusionOk="0">
                    <a:moveTo>
                      <a:pt x="2247" y="893"/>
                    </a:moveTo>
                    <a:lnTo>
                      <a:pt x="131" y="893"/>
                    </a:lnTo>
                    <a:cubicBezTo>
                      <a:pt x="61" y="893"/>
                      <a:pt x="0" y="833"/>
                      <a:pt x="10" y="753"/>
                    </a:cubicBezTo>
                    <a:lnTo>
                      <a:pt x="10" y="81"/>
                    </a:lnTo>
                    <a:cubicBezTo>
                      <a:pt x="10" y="51"/>
                      <a:pt x="20" y="21"/>
                      <a:pt x="30" y="1"/>
                    </a:cubicBezTo>
                    <a:lnTo>
                      <a:pt x="2147" y="1"/>
                    </a:lnTo>
                    <a:cubicBezTo>
                      <a:pt x="2217" y="1"/>
                      <a:pt x="2277" y="71"/>
                      <a:pt x="2267" y="141"/>
                    </a:cubicBezTo>
                    <a:lnTo>
                      <a:pt x="2267" y="813"/>
                    </a:lnTo>
                    <a:cubicBezTo>
                      <a:pt x="2267" y="843"/>
                      <a:pt x="2257" y="873"/>
                      <a:pt x="2247" y="89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0" name="Google Shape;2730;p49"/>
              <p:cNvSpPr/>
              <p:nvPr/>
            </p:nvSpPr>
            <p:spPr>
              <a:xfrm>
                <a:off x="3932244" y="1898038"/>
                <a:ext cx="35948" cy="28683"/>
              </a:xfrm>
              <a:custGeom>
                <a:avLst/>
                <a:gdLst/>
                <a:ahLst/>
                <a:cxnLst/>
                <a:rect l="l" t="t" r="r" b="b"/>
                <a:pathLst>
                  <a:path w="974" h="783" extrusionOk="0">
                    <a:moveTo>
                      <a:pt x="963" y="782"/>
                    </a:moveTo>
                    <a:lnTo>
                      <a:pt x="131" y="782"/>
                    </a:lnTo>
                    <a:cubicBezTo>
                      <a:pt x="61" y="782"/>
                      <a:pt x="0" y="722"/>
                      <a:pt x="10" y="642"/>
                    </a:cubicBezTo>
                    <a:lnTo>
                      <a:pt x="10" y="0"/>
                    </a:lnTo>
                    <a:lnTo>
                      <a:pt x="833" y="0"/>
                    </a:lnTo>
                    <a:cubicBezTo>
                      <a:pt x="913" y="0"/>
                      <a:pt x="973" y="70"/>
                      <a:pt x="963" y="14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49"/>
              <p:cNvSpPr/>
              <p:nvPr/>
            </p:nvSpPr>
            <p:spPr>
              <a:xfrm>
                <a:off x="3991849" y="1864593"/>
                <a:ext cx="35210" cy="3700"/>
              </a:xfrm>
              <a:custGeom>
                <a:avLst/>
                <a:gdLst/>
                <a:ahLst/>
                <a:cxnLst/>
                <a:rect l="l" t="t" r="r" b="b"/>
                <a:pathLst>
                  <a:path w="954" h="101" extrusionOk="0">
                    <a:moveTo>
                      <a:pt x="953" y="0"/>
                    </a:moveTo>
                    <a:lnTo>
                      <a:pt x="0" y="0"/>
                    </a:lnTo>
                    <a:lnTo>
                      <a:pt x="0" y="101"/>
                    </a:lnTo>
                    <a:lnTo>
                      <a:pt x="953" y="10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2" name="Google Shape;2732;p49"/>
              <p:cNvSpPr/>
              <p:nvPr/>
            </p:nvSpPr>
            <p:spPr>
              <a:xfrm>
                <a:off x="3957784" y="1855764"/>
                <a:ext cx="40008" cy="35680"/>
              </a:xfrm>
              <a:custGeom>
                <a:avLst/>
                <a:gdLst/>
                <a:ahLst/>
                <a:cxnLst/>
                <a:rect l="l" t="t" r="r" b="b"/>
                <a:pathLst>
                  <a:path w="1084" h="974" extrusionOk="0">
                    <a:moveTo>
                      <a:pt x="693" y="1"/>
                    </a:moveTo>
                    <a:lnTo>
                      <a:pt x="382" y="1"/>
                    </a:lnTo>
                    <a:cubicBezTo>
                      <a:pt x="171" y="1"/>
                      <a:pt x="0" y="181"/>
                      <a:pt x="0" y="392"/>
                    </a:cubicBezTo>
                    <a:lnTo>
                      <a:pt x="0" y="843"/>
                    </a:lnTo>
                    <a:cubicBezTo>
                      <a:pt x="0" y="893"/>
                      <a:pt x="0" y="933"/>
                      <a:pt x="21" y="974"/>
                    </a:cubicBezTo>
                    <a:lnTo>
                      <a:pt x="1064" y="974"/>
                    </a:lnTo>
                    <a:cubicBezTo>
                      <a:pt x="1084" y="933"/>
                      <a:pt x="1084" y="893"/>
                      <a:pt x="1084" y="843"/>
                    </a:cubicBezTo>
                    <a:lnTo>
                      <a:pt x="1084" y="392"/>
                    </a:lnTo>
                    <a:cubicBezTo>
                      <a:pt x="1084" y="181"/>
                      <a:pt x="913" y="1"/>
                      <a:pt x="69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3" name="Google Shape;2733;p49"/>
              <p:cNvSpPr/>
              <p:nvPr/>
            </p:nvSpPr>
            <p:spPr>
              <a:xfrm>
                <a:off x="3957784" y="1862029"/>
                <a:ext cx="32995" cy="29416"/>
              </a:xfrm>
              <a:custGeom>
                <a:avLst/>
                <a:gdLst/>
                <a:ahLst/>
                <a:cxnLst/>
                <a:rect l="l" t="t" r="r" b="b"/>
                <a:pathLst>
                  <a:path w="894" h="803" extrusionOk="0">
                    <a:moveTo>
                      <a:pt x="51" y="30"/>
                    </a:moveTo>
                    <a:cubicBezTo>
                      <a:pt x="21" y="90"/>
                      <a:pt x="0" y="151"/>
                      <a:pt x="0" y="221"/>
                    </a:cubicBezTo>
                    <a:lnTo>
                      <a:pt x="0" y="672"/>
                    </a:lnTo>
                    <a:cubicBezTo>
                      <a:pt x="0" y="722"/>
                      <a:pt x="0" y="762"/>
                      <a:pt x="21" y="803"/>
                    </a:cubicBezTo>
                    <a:lnTo>
                      <a:pt x="893" y="803"/>
                    </a:lnTo>
                    <a:lnTo>
                      <a:pt x="893" y="391"/>
                    </a:lnTo>
                    <a:cubicBezTo>
                      <a:pt x="893" y="181"/>
                      <a:pt x="723" y="10"/>
                      <a:pt x="502" y="0"/>
                    </a:cubicBezTo>
                    <a:lnTo>
                      <a:pt x="201" y="0"/>
                    </a:lnTo>
                    <a:cubicBezTo>
                      <a:pt x="151" y="0"/>
                      <a:pt x="101" y="10"/>
                      <a:pt x="51" y="3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49"/>
              <p:cNvSpPr/>
              <p:nvPr/>
            </p:nvSpPr>
            <p:spPr>
              <a:xfrm>
                <a:off x="3949627" y="1875619"/>
                <a:ext cx="56690" cy="16192"/>
              </a:xfrm>
              <a:custGeom>
                <a:avLst/>
                <a:gdLst/>
                <a:ahLst/>
                <a:cxnLst/>
                <a:rect l="l" t="t" r="r" b="b"/>
                <a:pathLst>
                  <a:path w="1536" h="442" extrusionOk="0">
                    <a:moveTo>
                      <a:pt x="1365" y="0"/>
                    </a:moveTo>
                    <a:lnTo>
                      <a:pt x="171" y="0"/>
                    </a:lnTo>
                    <a:lnTo>
                      <a:pt x="1" y="442"/>
                    </a:lnTo>
                    <a:lnTo>
                      <a:pt x="1535" y="442"/>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49"/>
              <p:cNvSpPr/>
              <p:nvPr/>
            </p:nvSpPr>
            <p:spPr>
              <a:xfrm>
                <a:off x="3995171" y="1877817"/>
                <a:ext cx="8193" cy="12528"/>
              </a:xfrm>
              <a:custGeom>
                <a:avLst/>
                <a:gdLst/>
                <a:ahLst/>
                <a:cxnLst/>
                <a:rect l="l" t="t" r="r" b="b"/>
                <a:pathLst>
                  <a:path w="222" h="342" extrusionOk="0">
                    <a:moveTo>
                      <a:pt x="91" y="0"/>
                    </a:moveTo>
                    <a:lnTo>
                      <a:pt x="1" y="0"/>
                    </a:lnTo>
                    <a:lnTo>
                      <a:pt x="141" y="341"/>
                    </a:lnTo>
                    <a:lnTo>
                      <a:pt x="221" y="3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49"/>
              <p:cNvSpPr/>
              <p:nvPr/>
            </p:nvSpPr>
            <p:spPr>
              <a:xfrm>
                <a:off x="3987753" y="1877817"/>
                <a:ext cx="6348" cy="12528"/>
              </a:xfrm>
              <a:custGeom>
                <a:avLst/>
                <a:gdLst/>
                <a:ahLst/>
                <a:cxnLst/>
                <a:rect l="l" t="t" r="r" b="b"/>
                <a:pathLst>
                  <a:path w="172" h="342" extrusionOk="0">
                    <a:moveTo>
                      <a:pt x="91" y="0"/>
                    </a:moveTo>
                    <a:lnTo>
                      <a:pt x="1" y="0"/>
                    </a:lnTo>
                    <a:lnTo>
                      <a:pt x="81" y="341"/>
                    </a:lnTo>
                    <a:lnTo>
                      <a:pt x="171" y="3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49"/>
              <p:cNvSpPr/>
              <p:nvPr/>
            </p:nvSpPr>
            <p:spPr>
              <a:xfrm>
                <a:off x="3980371" y="1877817"/>
                <a:ext cx="4097" cy="12528"/>
              </a:xfrm>
              <a:custGeom>
                <a:avLst/>
                <a:gdLst/>
                <a:ahLst/>
                <a:cxnLst/>
                <a:rect l="l" t="t" r="r" b="b"/>
                <a:pathLst>
                  <a:path w="111" h="342" extrusionOk="0">
                    <a:moveTo>
                      <a:pt x="81" y="0"/>
                    </a:moveTo>
                    <a:lnTo>
                      <a:pt x="0" y="0"/>
                    </a:lnTo>
                    <a:cubicBezTo>
                      <a:pt x="10" y="111"/>
                      <a:pt x="20" y="221"/>
                      <a:pt x="20" y="341"/>
                    </a:cubicBezTo>
                    <a:lnTo>
                      <a:pt x="111" y="341"/>
                    </a:lnTo>
                    <a:cubicBezTo>
                      <a:pt x="101" y="221"/>
                      <a:pt x="91" y="111"/>
                      <a:pt x="8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49"/>
              <p:cNvSpPr/>
              <p:nvPr/>
            </p:nvSpPr>
            <p:spPr>
              <a:xfrm>
                <a:off x="3971846" y="1877817"/>
                <a:ext cx="4097" cy="12528"/>
              </a:xfrm>
              <a:custGeom>
                <a:avLst/>
                <a:gdLst/>
                <a:ahLst/>
                <a:cxnLst/>
                <a:rect l="l" t="t" r="r" b="b"/>
                <a:pathLst>
                  <a:path w="111" h="342" extrusionOk="0">
                    <a:moveTo>
                      <a:pt x="111" y="0"/>
                    </a:moveTo>
                    <a:lnTo>
                      <a:pt x="31" y="0"/>
                    </a:lnTo>
                    <a:cubicBezTo>
                      <a:pt x="21" y="111"/>
                      <a:pt x="11" y="221"/>
                      <a:pt x="1" y="341"/>
                    </a:cubicBezTo>
                    <a:lnTo>
                      <a:pt x="91" y="341"/>
                    </a:lnTo>
                    <a:cubicBezTo>
                      <a:pt x="91" y="221"/>
                      <a:pt x="101" y="111"/>
                      <a:pt x="11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49"/>
              <p:cNvSpPr/>
              <p:nvPr/>
            </p:nvSpPr>
            <p:spPr>
              <a:xfrm>
                <a:off x="3962582" y="1877817"/>
                <a:ext cx="5979" cy="12528"/>
              </a:xfrm>
              <a:custGeom>
                <a:avLst/>
                <a:gdLst/>
                <a:ahLst/>
                <a:cxnLst/>
                <a:rect l="l" t="t" r="r" b="b"/>
                <a:pathLst>
                  <a:path w="162" h="342" extrusionOk="0">
                    <a:moveTo>
                      <a:pt x="161" y="0"/>
                    </a:moveTo>
                    <a:lnTo>
                      <a:pt x="71" y="0"/>
                    </a:lnTo>
                    <a:cubicBezTo>
                      <a:pt x="51" y="111"/>
                      <a:pt x="21" y="221"/>
                      <a:pt x="1" y="341"/>
                    </a:cubicBezTo>
                    <a:lnTo>
                      <a:pt x="81" y="341"/>
                    </a:lnTo>
                    <a:cubicBezTo>
                      <a:pt x="111" y="221"/>
                      <a:pt x="131" y="111"/>
                      <a:pt x="1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0" name="Google Shape;2740;p49"/>
              <p:cNvSpPr/>
              <p:nvPr/>
            </p:nvSpPr>
            <p:spPr>
              <a:xfrm>
                <a:off x="3952986" y="1877817"/>
                <a:ext cx="8157" cy="12528"/>
              </a:xfrm>
              <a:custGeom>
                <a:avLst/>
                <a:gdLst/>
                <a:ahLst/>
                <a:cxnLst/>
                <a:rect l="l" t="t" r="r" b="b"/>
                <a:pathLst>
                  <a:path w="221" h="342" extrusionOk="0">
                    <a:moveTo>
                      <a:pt x="221" y="0"/>
                    </a:moveTo>
                    <a:lnTo>
                      <a:pt x="130" y="0"/>
                    </a:lnTo>
                    <a:lnTo>
                      <a:pt x="0" y="341"/>
                    </a:lnTo>
                    <a:lnTo>
                      <a:pt x="90" y="34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1" name="Google Shape;2741;p49"/>
              <p:cNvSpPr/>
              <p:nvPr/>
            </p:nvSpPr>
            <p:spPr>
              <a:xfrm>
                <a:off x="3083002" y="1916758"/>
                <a:ext cx="1287592" cy="115795"/>
              </a:xfrm>
              <a:custGeom>
                <a:avLst/>
                <a:gdLst/>
                <a:ahLst/>
                <a:cxnLst/>
                <a:rect l="l" t="t" r="r" b="b"/>
                <a:pathLst>
                  <a:path w="34887" h="3161" extrusionOk="0">
                    <a:moveTo>
                      <a:pt x="4424" y="1"/>
                    </a:moveTo>
                    <a:lnTo>
                      <a:pt x="19490" y="1"/>
                    </a:lnTo>
                    <a:lnTo>
                      <a:pt x="34887" y="542"/>
                    </a:lnTo>
                    <a:cubicBezTo>
                      <a:pt x="32419" y="1244"/>
                      <a:pt x="26361" y="1987"/>
                      <a:pt x="23793" y="2107"/>
                    </a:cubicBezTo>
                    <a:lnTo>
                      <a:pt x="0" y="316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49"/>
              <p:cNvSpPr/>
              <p:nvPr/>
            </p:nvSpPr>
            <p:spPr>
              <a:xfrm>
                <a:off x="3079275" y="1915659"/>
                <a:ext cx="1298000" cy="117993"/>
              </a:xfrm>
              <a:custGeom>
                <a:avLst/>
                <a:gdLst/>
                <a:ahLst/>
                <a:cxnLst/>
                <a:rect l="l" t="t" r="r" b="b"/>
                <a:pathLst>
                  <a:path w="35169" h="3221" extrusionOk="0">
                    <a:moveTo>
                      <a:pt x="19581" y="61"/>
                    </a:moveTo>
                    <a:lnTo>
                      <a:pt x="34797" y="592"/>
                    </a:lnTo>
                    <a:cubicBezTo>
                      <a:pt x="32219" y="1284"/>
                      <a:pt x="26431" y="1997"/>
                      <a:pt x="23884" y="2107"/>
                    </a:cubicBezTo>
                    <a:lnTo>
                      <a:pt x="192" y="3150"/>
                    </a:lnTo>
                    <a:lnTo>
                      <a:pt x="4525" y="61"/>
                    </a:lnTo>
                    <a:close/>
                    <a:moveTo>
                      <a:pt x="4515" y="1"/>
                    </a:moveTo>
                    <a:lnTo>
                      <a:pt x="1" y="3220"/>
                    </a:lnTo>
                    <a:lnTo>
                      <a:pt x="23894" y="2167"/>
                    </a:lnTo>
                    <a:cubicBezTo>
                      <a:pt x="26502" y="2047"/>
                      <a:pt x="32520" y="1305"/>
                      <a:pt x="34988" y="602"/>
                    </a:cubicBezTo>
                    <a:lnTo>
                      <a:pt x="35168" y="552"/>
                    </a:lnTo>
                    <a:lnTo>
                      <a:pt x="19581"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49"/>
              <p:cNvSpPr/>
              <p:nvPr/>
            </p:nvSpPr>
            <p:spPr>
              <a:xfrm>
                <a:off x="3035982" y="2088344"/>
                <a:ext cx="1332398" cy="148874"/>
              </a:xfrm>
              <a:custGeom>
                <a:avLst/>
                <a:gdLst/>
                <a:ahLst/>
                <a:cxnLst/>
                <a:rect l="l" t="t" r="r" b="b"/>
                <a:pathLst>
                  <a:path w="36101" h="4064" extrusionOk="0">
                    <a:moveTo>
                      <a:pt x="913" y="2298"/>
                    </a:moveTo>
                    <a:lnTo>
                      <a:pt x="0" y="4063"/>
                    </a:lnTo>
                    <a:lnTo>
                      <a:pt x="36100" y="4063"/>
                    </a:lnTo>
                    <a:lnTo>
                      <a:pt x="35248"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49"/>
              <p:cNvSpPr/>
              <p:nvPr/>
            </p:nvSpPr>
            <p:spPr>
              <a:xfrm>
                <a:off x="3712349" y="1701432"/>
                <a:ext cx="64810" cy="64363"/>
              </a:xfrm>
              <a:custGeom>
                <a:avLst/>
                <a:gdLst/>
                <a:ahLst/>
                <a:cxnLst/>
                <a:rect l="l" t="t" r="r" b="b"/>
                <a:pathLst>
                  <a:path w="1756" h="1757" extrusionOk="0">
                    <a:moveTo>
                      <a:pt x="753" y="1"/>
                    </a:moveTo>
                    <a:cubicBezTo>
                      <a:pt x="1415" y="1"/>
                      <a:pt x="1756" y="813"/>
                      <a:pt x="1284" y="1285"/>
                    </a:cubicBezTo>
                    <a:cubicBezTo>
                      <a:pt x="803" y="1756"/>
                      <a:pt x="0" y="1425"/>
                      <a:pt x="0" y="753"/>
                    </a:cubicBezTo>
                    <a:cubicBezTo>
                      <a:pt x="0" y="342"/>
                      <a:pt x="331" y="1"/>
                      <a:pt x="753"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49"/>
              <p:cNvSpPr/>
              <p:nvPr/>
            </p:nvSpPr>
            <p:spPr>
              <a:xfrm>
                <a:off x="3713456" y="1701432"/>
                <a:ext cx="54069" cy="53703"/>
              </a:xfrm>
              <a:custGeom>
                <a:avLst/>
                <a:gdLst/>
                <a:ahLst/>
                <a:cxnLst/>
                <a:rect l="l" t="t" r="r" b="b"/>
                <a:pathLst>
                  <a:path w="1465" h="1466" extrusionOk="0">
                    <a:moveTo>
                      <a:pt x="783" y="1"/>
                    </a:moveTo>
                    <a:cubicBezTo>
                      <a:pt x="1144" y="31"/>
                      <a:pt x="1435" y="322"/>
                      <a:pt x="1465" y="693"/>
                    </a:cubicBezTo>
                    <a:cubicBezTo>
                      <a:pt x="1425" y="1224"/>
                      <a:pt x="763" y="1465"/>
                      <a:pt x="381" y="1084"/>
                    </a:cubicBezTo>
                    <a:cubicBezTo>
                      <a:pt x="0" y="703"/>
                      <a:pt x="241" y="51"/>
                      <a:pt x="7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6" name="Google Shape;2746;p49"/>
              <p:cNvSpPr/>
              <p:nvPr/>
            </p:nvSpPr>
            <p:spPr>
              <a:xfrm>
                <a:off x="3723827" y="1702897"/>
                <a:ext cx="37793" cy="37512"/>
              </a:xfrm>
              <a:custGeom>
                <a:avLst/>
                <a:gdLst/>
                <a:ahLst/>
                <a:cxnLst/>
                <a:rect l="l" t="t" r="r" b="b"/>
                <a:pathLst>
                  <a:path w="1024" h="1024" extrusionOk="0">
                    <a:moveTo>
                      <a:pt x="462" y="21"/>
                    </a:moveTo>
                    <a:cubicBezTo>
                      <a:pt x="712" y="1"/>
                      <a:pt x="943" y="171"/>
                      <a:pt x="1003" y="422"/>
                    </a:cubicBezTo>
                    <a:cubicBezTo>
                      <a:pt x="1023" y="793"/>
                      <a:pt x="612" y="1024"/>
                      <a:pt x="301" y="803"/>
                    </a:cubicBezTo>
                    <a:cubicBezTo>
                      <a:pt x="0" y="583"/>
                      <a:pt x="90" y="111"/>
                      <a:pt x="462" y="2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49"/>
              <p:cNvSpPr/>
              <p:nvPr/>
            </p:nvSpPr>
            <p:spPr>
              <a:xfrm>
                <a:off x="3711242" y="1737808"/>
                <a:ext cx="59643" cy="13994"/>
              </a:xfrm>
              <a:custGeom>
                <a:avLst/>
                <a:gdLst/>
                <a:ahLst/>
                <a:cxnLst/>
                <a:rect l="l" t="t" r="r" b="b"/>
                <a:pathLst>
                  <a:path w="1616" h="382" extrusionOk="0">
                    <a:moveTo>
                      <a:pt x="0" y="1"/>
                    </a:moveTo>
                    <a:lnTo>
                      <a:pt x="1615" y="1"/>
                    </a:lnTo>
                    <a:lnTo>
                      <a:pt x="1615" y="382"/>
                    </a:lnTo>
                    <a:lnTo>
                      <a:pt x="0" y="38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49"/>
              <p:cNvSpPr/>
              <p:nvPr/>
            </p:nvSpPr>
            <p:spPr>
              <a:xfrm>
                <a:off x="3711242" y="1737808"/>
                <a:ext cx="59643" cy="4103"/>
              </a:xfrm>
              <a:custGeom>
                <a:avLst/>
                <a:gdLst/>
                <a:ahLst/>
                <a:cxnLst/>
                <a:rect l="l" t="t" r="r" b="b"/>
                <a:pathLst>
                  <a:path w="1616" h="112" extrusionOk="0">
                    <a:moveTo>
                      <a:pt x="0" y="1"/>
                    </a:moveTo>
                    <a:lnTo>
                      <a:pt x="1615" y="1"/>
                    </a:lnTo>
                    <a:lnTo>
                      <a:pt x="1615" y="111"/>
                    </a:lnTo>
                    <a:lnTo>
                      <a:pt x="0" y="11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49"/>
              <p:cNvSpPr/>
              <p:nvPr/>
            </p:nvSpPr>
            <p:spPr>
              <a:xfrm>
                <a:off x="3711242" y="1741874"/>
                <a:ext cx="17051" cy="9927"/>
              </a:xfrm>
              <a:custGeom>
                <a:avLst/>
                <a:gdLst/>
                <a:ahLst/>
                <a:cxnLst/>
                <a:rect l="l" t="t" r="r" b="b"/>
                <a:pathLst>
                  <a:path w="462" h="271" extrusionOk="0">
                    <a:moveTo>
                      <a:pt x="0" y="0"/>
                    </a:moveTo>
                    <a:lnTo>
                      <a:pt x="462" y="0"/>
                    </a:lnTo>
                    <a:lnTo>
                      <a:pt x="462" y="271"/>
                    </a:lnTo>
                    <a:lnTo>
                      <a:pt x="0" y="27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0" name="Google Shape;2750;p49"/>
              <p:cNvSpPr/>
              <p:nvPr/>
            </p:nvSpPr>
            <p:spPr>
              <a:xfrm>
                <a:off x="3582767" y="1613624"/>
                <a:ext cx="64810" cy="64327"/>
              </a:xfrm>
              <a:custGeom>
                <a:avLst/>
                <a:gdLst/>
                <a:ahLst/>
                <a:cxnLst/>
                <a:rect l="l" t="t" r="r" b="b"/>
                <a:pathLst>
                  <a:path w="1756" h="1756" extrusionOk="0">
                    <a:moveTo>
                      <a:pt x="753" y="0"/>
                    </a:moveTo>
                    <a:cubicBezTo>
                      <a:pt x="1415" y="0"/>
                      <a:pt x="1756" y="803"/>
                      <a:pt x="1284" y="1284"/>
                    </a:cubicBezTo>
                    <a:cubicBezTo>
                      <a:pt x="803" y="1756"/>
                      <a:pt x="1" y="1415"/>
                      <a:pt x="1" y="753"/>
                    </a:cubicBezTo>
                    <a:cubicBezTo>
                      <a:pt x="1" y="331"/>
                      <a:pt x="332" y="0"/>
                      <a:pt x="75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1" name="Google Shape;2751;p49"/>
              <p:cNvSpPr/>
              <p:nvPr/>
            </p:nvSpPr>
            <p:spPr>
              <a:xfrm>
                <a:off x="3583874" y="1613624"/>
                <a:ext cx="54106" cy="53667"/>
              </a:xfrm>
              <a:custGeom>
                <a:avLst/>
                <a:gdLst/>
                <a:ahLst/>
                <a:cxnLst/>
                <a:rect l="l" t="t" r="r" b="b"/>
                <a:pathLst>
                  <a:path w="1466" h="1465" extrusionOk="0">
                    <a:moveTo>
                      <a:pt x="783" y="0"/>
                    </a:moveTo>
                    <a:cubicBezTo>
                      <a:pt x="1144" y="31"/>
                      <a:pt x="1435" y="321"/>
                      <a:pt x="1465" y="693"/>
                    </a:cubicBezTo>
                    <a:cubicBezTo>
                      <a:pt x="1425" y="1224"/>
                      <a:pt x="763" y="1465"/>
                      <a:pt x="382" y="1084"/>
                    </a:cubicBezTo>
                    <a:cubicBezTo>
                      <a:pt x="1" y="703"/>
                      <a:pt x="241" y="41"/>
                      <a:pt x="78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49"/>
              <p:cNvSpPr/>
              <p:nvPr/>
            </p:nvSpPr>
            <p:spPr>
              <a:xfrm>
                <a:off x="3594245" y="1615089"/>
                <a:ext cx="37793" cy="37512"/>
              </a:xfrm>
              <a:custGeom>
                <a:avLst/>
                <a:gdLst/>
                <a:ahLst/>
                <a:cxnLst/>
                <a:rect l="l" t="t" r="r" b="b"/>
                <a:pathLst>
                  <a:path w="1024" h="1024" extrusionOk="0">
                    <a:moveTo>
                      <a:pt x="452" y="21"/>
                    </a:moveTo>
                    <a:cubicBezTo>
                      <a:pt x="713" y="1"/>
                      <a:pt x="943" y="171"/>
                      <a:pt x="1004" y="412"/>
                    </a:cubicBezTo>
                    <a:cubicBezTo>
                      <a:pt x="1024" y="783"/>
                      <a:pt x="602" y="1024"/>
                      <a:pt x="301" y="803"/>
                    </a:cubicBezTo>
                    <a:cubicBezTo>
                      <a:pt x="0" y="582"/>
                      <a:pt x="91" y="111"/>
                      <a:pt x="452" y="21"/>
                    </a:cubicBezTo>
                    <a:close/>
                  </a:path>
                </a:pathLst>
              </a:custGeom>
              <a:solidFill>
                <a:srgbClr val="FFFFFF">
                  <a:alpha val="2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49"/>
              <p:cNvSpPr/>
              <p:nvPr/>
            </p:nvSpPr>
            <p:spPr>
              <a:xfrm>
                <a:off x="3581290" y="1650000"/>
                <a:ext cx="60012" cy="13994"/>
              </a:xfrm>
              <a:custGeom>
                <a:avLst/>
                <a:gdLst/>
                <a:ahLst/>
                <a:cxnLst/>
                <a:rect l="l" t="t" r="r" b="b"/>
                <a:pathLst>
                  <a:path w="1626" h="382" extrusionOk="0">
                    <a:moveTo>
                      <a:pt x="0" y="0"/>
                    </a:moveTo>
                    <a:lnTo>
                      <a:pt x="1625" y="0"/>
                    </a:lnTo>
                    <a:lnTo>
                      <a:pt x="1625" y="382"/>
                    </a:lnTo>
                    <a:lnTo>
                      <a:pt x="0" y="38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49"/>
              <p:cNvSpPr/>
              <p:nvPr/>
            </p:nvSpPr>
            <p:spPr>
              <a:xfrm>
                <a:off x="3581290" y="1650000"/>
                <a:ext cx="60012" cy="4066"/>
              </a:xfrm>
              <a:custGeom>
                <a:avLst/>
                <a:gdLst/>
                <a:ahLst/>
                <a:cxnLst/>
                <a:rect l="l" t="t" r="r" b="b"/>
                <a:pathLst>
                  <a:path w="1626" h="111" extrusionOk="0">
                    <a:moveTo>
                      <a:pt x="0" y="0"/>
                    </a:moveTo>
                    <a:lnTo>
                      <a:pt x="1625" y="0"/>
                    </a:lnTo>
                    <a:lnTo>
                      <a:pt x="1625" y="111"/>
                    </a:lnTo>
                    <a:lnTo>
                      <a:pt x="0" y="11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49"/>
              <p:cNvSpPr/>
              <p:nvPr/>
            </p:nvSpPr>
            <p:spPr>
              <a:xfrm>
                <a:off x="3581290" y="1654029"/>
                <a:ext cx="17420" cy="9964"/>
              </a:xfrm>
              <a:custGeom>
                <a:avLst/>
                <a:gdLst/>
                <a:ahLst/>
                <a:cxnLst/>
                <a:rect l="l" t="t" r="r" b="b"/>
                <a:pathLst>
                  <a:path w="472" h="272" extrusionOk="0">
                    <a:moveTo>
                      <a:pt x="0" y="1"/>
                    </a:moveTo>
                    <a:lnTo>
                      <a:pt x="472" y="1"/>
                    </a:lnTo>
                    <a:lnTo>
                      <a:pt x="472" y="272"/>
                    </a:lnTo>
                    <a:lnTo>
                      <a:pt x="0" y="27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49"/>
              <p:cNvSpPr/>
              <p:nvPr/>
            </p:nvSpPr>
            <p:spPr>
              <a:xfrm>
                <a:off x="3070417" y="1745537"/>
                <a:ext cx="17789" cy="10330"/>
              </a:xfrm>
              <a:custGeom>
                <a:avLst/>
                <a:gdLst/>
                <a:ahLst/>
                <a:cxnLst/>
                <a:rect l="l" t="t" r="r" b="b"/>
                <a:pathLst>
                  <a:path w="482" h="282" extrusionOk="0">
                    <a:moveTo>
                      <a:pt x="0" y="0"/>
                    </a:moveTo>
                    <a:lnTo>
                      <a:pt x="482" y="0"/>
                    </a:lnTo>
                    <a:lnTo>
                      <a:pt x="482" y="281"/>
                    </a:lnTo>
                    <a:lnTo>
                      <a:pt x="0" y="28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49"/>
              <p:cNvSpPr/>
              <p:nvPr/>
            </p:nvSpPr>
            <p:spPr>
              <a:xfrm>
                <a:off x="3218859" y="1735243"/>
                <a:ext cx="37793" cy="24287"/>
              </a:xfrm>
              <a:custGeom>
                <a:avLst/>
                <a:gdLst/>
                <a:ahLst/>
                <a:cxnLst/>
                <a:rect l="l" t="t" r="r" b="b"/>
                <a:pathLst>
                  <a:path w="1024" h="663" extrusionOk="0">
                    <a:moveTo>
                      <a:pt x="1" y="1"/>
                    </a:moveTo>
                    <a:lnTo>
                      <a:pt x="1024" y="1"/>
                    </a:lnTo>
                    <a:lnTo>
                      <a:pt x="1024" y="663"/>
                    </a:lnTo>
                    <a:lnTo>
                      <a:pt x="1" y="66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49"/>
              <p:cNvSpPr/>
              <p:nvPr/>
            </p:nvSpPr>
            <p:spPr>
              <a:xfrm>
                <a:off x="3061153" y="1736342"/>
                <a:ext cx="1327194" cy="334418"/>
              </a:xfrm>
              <a:custGeom>
                <a:avLst/>
                <a:gdLst/>
                <a:ahLst/>
                <a:cxnLst/>
                <a:rect l="l" t="t" r="r" b="b"/>
                <a:pathLst>
                  <a:path w="35960" h="9129" extrusionOk="0">
                    <a:moveTo>
                      <a:pt x="2388" y="1"/>
                    </a:moveTo>
                    <a:lnTo>
                      <a:pt x="0" y="4926"/>
                    </a:lnTo>
                    <a:lnTo>
                      <a:pt x="582" y="8085"/>
                    </a:lnTo>
                    <a:lnTo>
                      <a:pt x="131" y="9128"/>
                    </a:lnTo>
                    <a:lnTo>
                      <a:pt x="24375" y="9128"/>
                    </a:lnTo>
                    <a:cubicBezTo>
                      <a:pt x="26943" y="9128"/>
                      <a:pt x="33081" y="8216"/>
                      <a:pt x="35960" y="5959"/>
                    </a:cubicBezTo>
                    <a:lnTo>
                      <a:pt x="35468" y="5467"/>
                    </a:lnTo>
                    <a:lnTo>
                      <a:pt x="29671" y="5517"/>
                    </a:lnTo>
                    <a:lnTo>
                      <a:pt x="20543" y="5196"/>
                    </a:lnTo>
                    <a:lnTo>
                      <a:pt x="8506" y="5196"/>
                    </a:lnTo>
                    <a:lnTo>
                      <a:pt x="5016" y="4926"/>
                    </a:lnTo>
                    <a:lnTo>
                      <a:pt x="5016"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49"/>
              <p:cNvSpPr/>
              <p:nvPr/>
            </p:nvSpPr>
            <p:spPr>
              <a:xfrm>
                <a:off x="3061153" y="1736342"/>
                <a:ext cx="1316860" cy="316029"/>
              </a:xfrm>
              <a:custGeom>
                <a:avLst/>
                <a:gdLst/>
                <a:ahLst/>
                <a:cxnLst/>
                <a:rect l="l" t="t" r="r" b="b"/>
                <a:pathLst>
                  <a:path w="35680" h="8627" extrusionOk="0">
                    <a:moveTo>
                      <a:pt x="2388" y="1"/>
                    </a:moveTo>
                    <a:lnTo>
                      <a:pt x="0" y="4926"/>
                    </a:lnTo>
                    <a:lnTo>
                      <a:pt x="582" y="8085"/>
                    </a:lnTo>
                    <a:lnTo>
                      <a:pt x="352" y="8627"/>
                    </a:lnTo>
                    <a:lnTo>
                      <a:pt x="24425" y="8627"/>
                    </a:lnTo>
                    <a:cubicBezTo>
                      <a:pt x="26902" y="8627"/>
                      <a:pt x="32700" y="7774"/>
                      <a:pt x="35679" y="5688"/>
                    </a:cubicBezTo>
                    <a:lnTo>
                      <a:pt x="35468" y="5467"/>
                    </a:lnTo>
                    <a:lnTo>
                      <a:pt x="29661" y="5517"/>
                    </a:lnTo>
                    <a:lnTo>
                      <a:pt x="20533" y="5196"/>
                    </a:lnTo>
                    <a:lnTo>
                      <a:pt x="8506" y="5196"/>
                    </a:lnTo>
                    <a:lnTo>
                      <a:pt x="5016" y="4926"/>
                    </a:lnTo>
                    <a:lnTo>
                      <a:pt x="5016" y="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49"/>
              <p:cNvSpPr/>
              <p:nvPr/>
            </p:nvSpPr>
            <p:spPr>
              <a:xfrm>
                <a:off x="3061522" y="1779715"/>
                <a:ext cx="85183" cy="291045"/>
              </a:xfrm>
              <a:custGeom>
                <a:avLst/>
                <a:gdLst/>
                <a:ahLst/>
                <a:cxnLst/>
                <a:rect l="l" t="t" r="r" b="b"/>
                <a:pathLst>
                  <a:path w="2308" h="7945" extrusionOk="0">
                    <a:moveTo>
                      <a:pt x="1796" y="0"/>
                    </a:moveTo>
                    <a:lnTo>
                      <a:pt x="1" y="3742"/>
                    </a:lnTo>
                    <a:lnTo>
                      <a:pt x="582" y="6901"/>
                    </a:lnTo>
                    <a:lnTo>
                      <a:pt x="121" y="7944"/>
                    </a:lnTo>
                    <a:lnTo>
                      <a:pt x="1034" y="5848"/>
                    </a:lnTo>
                    <a:lnTo>
                      <a:pt x="452" y="3762"/>
                    </a:lnTo>
                    <a:lnTo>
                      <a:pt x="2308" y="2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49"/>
              <p:cNvSpPr/>
              <p:nvPr/>
            </p:nvSpPr>
            <p:spPr>
              <a:xfrm>
                <a:off x="3156300" y="1791108"/>
                <a:ext cx="156266" cy="196240"/>
              </a:xfrm>
              <a:custGeom>
                <a:avLst/>
                <a:gdLst/>
                <a:ahLst/>
                <a:cxnLst/>
                <a:rect l="l" t="t" r="r" b="b"/>
                <a:pathLst>
                  <a:path w="4234" h="5357" extrusionOk="0">
                    <a:moveTo>
                      <a:pt x="4233" y="3571"/>
                    </a:moveTo>
                    <a:lnTo>
                      <a:pt x="2438" y="3431"/>
                    </a:lnTo>
                    <a:lnTo>
                      <a:pt x="2438" y="0"/>
                    </a:lnTo>
                    <a:lnTo>
                      <a:pt x="1665" y="0"/>
                    </a:lnTo>
                    <a:cubicBezTo>
                      <a:pt x="843" y="983"/>
                      <a:pt x="0" y="2197"/>
                      <a:pt x="311" y="3772"/>
                    </a:cubicBezTo>
                    <a:cubicBezTo>
                      <a:pt x="592" y="5166"/>
                      <a:pt x="2789" y="5356"/>
                      <a:pt x="4203" y="3631"/>
                    </a:cubicBezTo>
                    <a:lnTo>
                      <a:pt x="4223" y="357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49"/>
              <p:cNvSpPr/>
              <p:nvPr/>
            </p:nvSpPr>
            <p:spPr>
              <a:xfrm>
                <a:off x="3050782" y="1745537"/>
                <a:ext cx="28935" cy="36046"/>
              </a:xfrm>
              <a:custGeom>
                <a:avLst/>
                <a:gdLst/>
                <a:ahLst/>
                <a:cxnLst/>
                <a:rect l="l" t="t" r="r" b="b"/>
                <a:pathLst>
                  <a:path w="784" h="984" extrusionOk="0">
                    <a:moveTo>
                      <a:pt x="271" y="0"/>
                    </a:moveTo>
                    <a:lnTo>
                      <a:pt x="783" y="0"/>
                    </a:lnTo>
                    <a:lnTo>
                      <a:pt x="382" y="983"/>
                    </a:lnTo>
                    <a:lnTo>
                      <a:pt x="261" y="983"/>
                    </a:lnTo>
                    <a:cubicBezTo>
                      <a:pt x="121" y="983"/>
                      <a:pt x="1" y="863"/>
                      <a:pt x="1" y="723"/>
                    </a:cubicBezTo>
                    <a:lnTo>
                      <a:pt x="1" y="261"/>
                    </a:lnTo>
                    <a:cubicBezTo>
                      <a:pt x="1" y="111"/>
                      <a:pt x="121" y="0"/>
                      <a:pt x="26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49"/>
              <p:cNvSpPr/>
              <p:nvPr/>
            </p:nvSpPr>
            <p:spPr>
              <a:xfrm>
                <a:off x="3050782" y="1752497"/>
                <a:ext cx="48164" cy="29453"/>
              </a:xfrm>
              <a:custGeom>
                <a:avLst/>
                <a:gdLst/>
                <a:ahLst/>
                <a:cxnLst/>
                <a:rect l="l" t="t" r="r" b="b"/>
                <a:pathLst>
                  <a:path w="1305" h="804" extrusionOk="0">
                    <a:moveTo>
                      <a:pt x="1305" y="703"/>
                    </a:moveTo>
                    <a:cubicBezTo>
                      <a:pt x="1254" y="763"/>
                      <a:pt x="1184" y="803"/>
                      <a:pt x="1104" y="803"/>
                    </a:cubicBezTo>
                    <a:lnTo>
                      <a:pt x="271" y="803"/>
                    </a:lnTo>
                    <a:cubicBezTo>
                      <a:pt x="121" y="803"/>
                      <a:pt x="1" y="683"/>
                      <a:pt x="1" y="533"/>
                    </a:cubicBezTo>
                    <a:lnTo>
                      <a:pt x="1" y="91"/>
                    </a:lnTo>
                    <a:cubicBezTo>
                      <a:pt x="51" y="41"/>
                      <a:pt x="121" y="1"/>
                      <a:pt x="201" y="1"/>
                    </a:cubicBezTo>
                    <a:lnTo>
                      <a:pt x="1044" y="1"/>
                    </a:lnTo>
                    <a:cubicBezTo>
                      <a:pt x="1184" y="1"/>
                      <a:pt x="1305" y="121"/>
                      <a:pt x="1305" y="272"/>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49"/>
              <p:cNvSpPr/>
              <p:nvPr/>
            </p:nvSpPr>
            <p:spPr>
              <a:xfrm>
                <a:off x="3054104" y="1752497"/>
                <a:ext cx="22624" cy="19159"/>
              </a:xfrm>
              <a:custGeom>
                <a:avLst/>
                <a:gdLst/>
                <a:ahLst/>
                <a:cxnLst/>
                <a:rect l="l" t="t" r="r" b="b"/>
                <a:pathLst>
                  <a:path w="613" h="523" extrusionOk="0">
                    <a:moveTo>
                      <a:pt x="1" y="31"/>
                    </a:moveTo>
                    <a:cubicBezTo>
                      <a:pt x="41" y="11"/>
                      <a:pt x="71" y="1"/>
                      <a:pt x="111" y="1"/>
                    </a:cubicBezTo>
                    <a:lnTo>
                      <a:pt x="613" y="1"/>
                    </a:lnTo>
                    <a:lnTo>
                      <a:pt x="402" y="523"/>
                    </a:lnTo>
                    <a:lnTo>
                      <a:pt x="262" y="523"/>
                    </a:lnTo>
                    <a:cubicBezTo>
                      <a:pt x="121" y="523"/>
                      <a:pt x="1" y="402"/>
                      <a:pt x="1" y="262"/>
                    </a:cubicBezTo>
                    <a:lnTo>
                      <a:pt x="1" y="3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5" name="Google Shape;2765;p49"/>
              <p:cNvSpPr/>
              <p:nvPr/>
            </p:nvSpPr>
            <p:spPr>
              <a:xfrm>
                <a:off x="3079681" y="1735243"/>
                <a:ext cx="149586" cy="57000"/>
              </a:xfrm>
              <a:custGeom>
                <a:avLst/>
                <a:gdLst/>
                <a:ahLst/>
                <a:cxnLst/>
                <a:rect l="l" t="t" r="r" b="b"/>
                <a:pathLst>
                  <a:path w="4053" h="1556" extrusionOk="0">
                    <a:moveTo>
                      <a:pt x="291" y="1"/>
                    </a:moveTo>
                    <a:lnTo>
                      <a:pt x="4052" y="1"/>
                    </a:lnTo>
                    <a:lnTo>
                      <a:pt x="3400" y="1555"/>
                    </a:lnTo>
                    <a:lnTo>
                      <a:pt x="291" y="1555"/>
                    </a:lnTo>
                    <a:cubicBezTo>
                      <a:pt x="140" y="1555"/>
                      <a:pt x="10" y="1445"/>
                      <a:pt x="0" y="1305"/>
                    </a:cubicBezTo>
                    <a:lnTo>
                      <a:pt x="0" y="261"/>
                    </a:lnTo>
                    <a:cubicBezTo>
                      <a:pt x="20" y="111"/>
                      <a:pt x="140" y="1"/>
                      <a:pt x="291" y="1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6" name="Google Shape;2766;p49"/>
              <p:cNvSpPr/>
              <p:nvPr/>
            </p:nvSpPr>
            <p:spPr>
              <a:xfrm>
                <a:off x="3079681" y="1745171"/>
                <a:ext cx="184021" cy="47073"/>
              </a:xfrm>
              <a:custGeom>
                <a:avLst/>
                <a:gdLst/>
                <a:ahLst/>
                <a:cxnLst/>
                <a:rect l="l" t="t" r="r" b="b"/>
                <a:pathLst>
                  <a:path w="4986" h="1285" extrusionOk="0">
                    <a:moveTo>
                      <a:pt x="4985" y="1254"/>
                    </a:moveTo>
                    <a:cubicBezTo>
                      <a:pt x="4935" y="1274"/>
                      <a:pt x="4885" y="1284"/>
                      <a:pt x="4845" y="1284"/>
                    </a:cubicBezTo>
                    <a:lnTo>
                      <a:pt x="291" y="1284"/>
                    </a:lnTo>
                    <a:cubicBezTo>
                      <a:pt x="140" y="1284"/>
                      <a:pt x="10" y="1174"/>
                      <a:pt x="0" y="1034"/>
                    </a:cubicBezTo>
                    <a:lnTo>
                      <a:pt x="0" y="41"/>
                    </a:lnTo>
                    <a:cubicBezTo>
                      <a:pt x="50" y="20"/>
                      <a:pt x="90" y="10"/>
                      <a:pt x="140" y="10"/>
                    </a:cubicBezTo>
                    <a:lnTo>
                      <a:pt x="4684" y="10"/>
                    </a:lnTo>
                    <a:cubicBezTo>
                      <a:pt x="4835" y="0"/>
                      <a:pt x="4965" y="111"/>
                      <a:pt x="4985" y="261"/>
                    </a:cubicBezTo>
                    <a:lnTo>
                      <a:pt x="4985" y="1244"/>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49"/>
              <p:cNvSpPr/>
              <p:nvPr/>
            </p:nvSpPr>
            <p:spPr>
              <a:xfrm>
                <a:off x="3088169" y="1745537"/>
                <a:ext cx="136632" cy="30515"/>
              </a:xfrm>
              <a:custGeom>
                <a:avLst/>
                <a:gdLst/>
                <a:ahLst/>
                <a:cxnLst/>
                <a:rect l="l" t="t" r="r" b="b"/>
                <a:pathLst>
                  <a:path w="3702" h="833" extrusionOk="0">
                    <a:moveTo>
                      <a:pt x="1" y="0"/>
                    </a:moveTo>
                    <a:lnTo>
                      <a:pt x="3702" y="0"/>
                    </a:lnTo>
                    <a:lnTo>
                      <a:pt x="3351" y="823"/>
                    </a:lnTo>
                    <a:lnTo>
                      <a:pt x="292" y="823"/>
                    </a:lnTo>
                    <a:cubicBezTo>
                      <a:pt x="141" y="833"/>
                      <a:pt x="21" y="723"/>
                      <a:pt x="1" y="572"/>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49"/>
              <p:cNvSpPr/>
              <p:nvPr/>
            </p:nvSpPr>
            <p:spPr>
              <a:xfrm>
                <a:off x="3246244" y="1658462"/>
                <a:ext cx="101865" cy="216095"/>
              </a:xfrm>
              <a:custGeom>
                <a:avLst/>
                <a:gdLst/>
                <a:ahLst/>
                <a:cxnLst/>
                <a:rect l="l" t="t" r="r" b="b"/>
                <a:pathLst>
                  <a:path w="2760" h="5899" extrusionOk="0">
                    <a:moveTo>
                      <a:pt x="252" y="301"/>
                    </a:moveTo>
                    <a:lnTo>
                      <a:pt x="2508" y="0"/>
                    </a:lnTo>
                    <a:cubicBezTo>
                      <a:pt x="2649" y="0"/>
                      <a:pt x="2759" y="121"/>
                      <a:pt x="2759" y="251"/>
                    </a:cubicBezTo>
                    <a:lnTo>
                      <a:pt x="2759" y="5647"/>
                    </a:lnTo>
                    <a:cubicBezTo>
                      <a:pt x="2759" y="5788"/>
                      <a:pt x="2649" y="5898"/>
                      <a:pt x="2508" y="5898"/>
                    </a:cubicBezTo>
                    <a:lnTo>
                      <a:pt x="252" y="5627"/>
                    </a:lnTo>
                    <a:cubicBezTo>
                      <a:pt x="121" y="5627"/>
                      <a:pt x="11" y="5517"/>
                      <a:pt x="1" y="5377"/>
                    </a:cubicBezTo>
                    <a:lnTo>
                      <a:pt x="1" y="552"/>
                    </a:lnTo>
                    <a:cubicBezTo>
                      <a:pt x="11" y="421"/>
                      <a:pt x="121" y="311"/>
                      <a:pt x="252" y="30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49"/>
              <p:cNvSpPr/>
              <p:nvPr/>
            </p:nvSpPr>
            <p:spPr>
              <a:xfrm>
                <a:off x="3246244" y="1677181"/>
                <a:ext cx="91494" cy="197376"/>
              </a:xfrm>
              <a:custGeom>
                <a:avLst/>
                <a:gdLst/>
                <a:ahLst/>
                <a:cxnLst/>
                <a:rect l="l" t="t" r="r" b="b"/>
                <a:pathLst>
                  <a:path w="2479" h="5388" extrusionOk="0">
                    <a:moveTo>
                      <a:pt x="2478" y="5387"/>
                    </a:moveTo>
                    <a:lnTo>
                      <a:pt x="252" y="5116"/>
                    </a:lnTo>
                    <a:cubicBezTo>
                      <a:pt x="121" y="5116"/>
                      <a:pt x="11" y="5006"/>
                      <a:pt x="1" y="4866"/>
                    </a:cubicBezTo>
                    <a:lnTo>
                      <a:pt x="1" y="292"/>
                    </a:lnTo>
                    <a:lnTo>
                      <a:pt x="2228" y="1"/>
                    </a:lnTo>
                    <a:cubicBezTo>
                      <a:pt x="2368" y="1"/>
                      <a:pt x="2478" y="111"/>
                      <a:pt x="2478" y="251"/>
                    </a:cubicBezTo>
                    <a:lnTo>
                      <a:pt x="2478" y="5387"/>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49"/>
              <p:cNvSpPr/>
              <p:nvPr/>
            </p:nvSpPr>
            <p:spPr>
              <a:xfrm>
                <a:off x="3256246" y="1677181"/>
                <a:ext cx="81492" cy="172759"/>
              </a:xfrm>
              <a:custGeom>
                <a:avLst/>
                <a:gdLst/>
                <a:ahLst/>
                <a:cxnLst/>
                <a:rect l="l" t="t" r="r" b="b"/>
                <a:pathLst>
                  <a:path w="2208" h="4716" extrusionOk="0">
                    <a:moveTo>
                      <a:pt x="11" y="251"/>
                    </a:moveTo>
                    <a:lnTo>
                      <a:pt x="1957" y="1"/>
                    </a:lnTo>
                    <a:cubicBezTo>
                      <a:pt x="2087" y="1"/>
                      <a:pt x="2207" y="111"/>
                      <a:pt x="2207" y="251"/>
                    </a:cubicBezTo>
                    <a:lnTo>
                      <a:pt x="2207" y="4715"/>
                    </a:lnTo>
                    <a:lnTo>
                      <a:pt x="312" y="4525"/>
                    </a:lnTo>
                    <a:cubicBezTo>
                      <a:pt x="151" y="4525"/>
                      <a:pt x="21" y="4404"/>
                      <a:pt x="1" y="4244"/>
                    </a:cubicBezTo>
                    <a:lnTo>
                      <a:pt x="1" y="251"/>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49"/>
              <p:cNvSpPr/>
              <p:nvPr/>
            </p:nvSpPr>
            <p:spPr>
              <a:xfrm>
                <a:off x="3517994" y="1493835"/>
                <a:ext cx="78871" cy="242910"/>
              </a:xfrm>
              <a:custGeom>
                <a:avLst/>
                <a:gdLst/>
                <a:ahLst/>
                <a:cxnLst/>
                <a:rect l="l" t="t" r="r" b="b"/>
                <a:pathLst>
                  <a:path w="2137" h="6631" extrusionOk="0">
                    <a:moveTo>
                      <a:pt x="211" y="693"/>
                    </a:moveTo>
                    <a:lnTo>
                      <a:pt x="512" y="1435"/>
                    </a:lnTo>
                    <a:lnTo>
                      <a:pt x="211" y="1435"/>
                    </a:lnTo>
                    <a:lnTo>
                      <a:pt x="211" y="693"/>
                    </a:lnTo>
                    <a:close/>
                    <a:moveTo>
                      <a:pt x="482" y="1565"/>
                    </a:moveTo>
                    <a:lnTo>
                      <a:pt x="211" y="1966"/>
                    </a:lnTo>
                    <a:lnTo>
                      <a:pt x="211" y="1565"/>
                    </a:lnTo>
                    <a:close/>
                    <a:moveTo>
                      <a:pt x="592" y="1646"/>
                    </a:moveTo>
                    <a:lnTo>
                      <a:pt x="793" y="2117"/>
                    </a:lnTo>
                    <a:lnTo>
                      <a:pt x="271" y="2117"/>
                    </a:lnTo>
                    <a:lnTo>
                      <a:pt x="592" y="1646"/>
                    </a:lnTo>
                    <a:close/>
                    <a:moveTo>
                      <a:pt x="752" y="2257"/>
                    </a:moveTo>
                    <a:lnTo>
                      <a:pt x="211" y="2960"/>
                    </a:lnTo>
                    <a:lnTo>
                      <a:pt x="211" y="2257"/>
                    </a:lnTo>
                    <a:close/>
                    <a:moveTo>
                      <a:pt x="873" y="2328"/>
                    </a:moveTo>
                    <a:lnTo>
                      <a:pt x="1184" y="3090"/>
                    </a:lnTo>
                    <a:lnTo>
                      <a:pt x="281" y="3090"/>
                    </a:lnTo>
                    <a:lnTo>
                      <a:pt x="873" y="2328"/>
                    </a:lnTo>
                    <a:close/>
                    <a:moveTo>
                      <a:pt x="1164" y="3220"/>
                    </a:moveTo>
                    <a:lnTo>
                      <a:pt x="211" y="4745"/>
                    </a:lnTo>
                    <a:lnTo>
                      <a:pt x="211" y="3220"/>
                    </a:lnTo>
                    <a:close/>
                    <a:moveTo>
                      <a:pt x="1264" y="3301"/>
                    </a:moveTo>
                    <a:lnTo>
                      <a:pt x="1986" y="5076"/>
                    </a:lnTo>
                    <a:lnTo>
                      <a:pt x="993" y="6390"/>
                    </a:lnTo>
                    <a:lnTo>
                      <a:pt x="221" y="4986"/>
                    </a:lnTo>
                    <a:lnTo>
                      <a:pt x="1264" y="3301"/>
                    </a:lnTo>
                    <a:close/>
                    <a:moveTo>
                      <a:pt x="70" y="1"/>
                    </a:moveTo>
                    <a:lnTo>
                      <a:pt x="70" y="2167"/>
                    </a:lnTo>
                    <a:lnTo>
                      <a:pt x="10" y="2247"/>
                    </a:lnTo>
                    <a:lnTo>
                      <a:pt x="70" y="2247"/>
                    </a:lnTo>
                    <a:lnTo>
                      <a:pt x="70" y="3130"/>
                    </a:lnTo>
                    <a:lnTo>
                      <a:pt x="0" y="3220"/>
                    </a:lnTo>
                    <a:lnTo>
                      <a:pt x="70" y="3220"/>
                    </a:lnTo>
                    <a:lnTo>
                      <a:pt x="70" y="5216"/>
                    </a:lnTo>
                    <a:lnTo>
                      <a:pt x="131" y="5116"/>
                    </a:lnTo>
                    <a:lnTo>
                      <a:pt x="983" y="6631"/>
                    </a:lnTo>
                    <a:lnTo>
                      <a:pt x="2137" y="5086"/>
                    </a:lnTo>
                    <a:lnTo>
                      <a:pt x="1354" y="3160"/>
                    </a:lnTo>
                    <a:lnTo>
                      <a:pt x="1404" y="3090"/>
                    </a:lnTo>
                    <a:lnTo>
                      <a:pt x="1324" y="3090"/>
                    </a:lnTo>
                    <a:lnTo>
                      <a:pt x="963" y="2197"/>
                    </a:lnTo>
                    <a:lnTo>
                      <a:pt x="1023" y="2117"/>
                    </a:lnTo>
                    <a:lnTo>
                      <a:pt x="933" y="2117"/>
                    </a:lnTo>
                    <a:lnTo>
                      <a:pt x="682" y="1505"/>
                    </a:lnTo>
                    <a:lnTo>
                      <a:pt x="732" y="1425"/>
                    </a:lnTo>
                    <a:lnTo>
                      <a:pt x="652" y="1425"/>
                    </a:lnTo>
                    <a:lnTo>
                      <a:pt x="7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2" name="Google Shape;2772;p49"/>
              <p:cNvSpPr/>
              <p:nvPr/>
            </p:nvSpPr>
            <p:spPr>
              <a:xfrm>
                <a:off x="3769334" y="1751765"/>
                <a:ext cx="94446" cy="47073"/>
              </a:xfrm>
              <a:custGeom>
                <a:avLst/>
                <a:gdLst/>
                <a:ahLst/>
                <a:cxnLst/>
                <a:rect l="l" t="t" r="r" b="b"/>
                <a:pathLst>
                  <a:path w="2559" h="1285" extrusionOk="0">
                    <a:moveTo>
                      <a:pt x="1" y="1"/>
                    </a:moveTo>
                    <a:lnTo>
                      <a:pt x="2559" y="1"/>
                    </a:lnTo>
                    <a:lnTo>
                      <a:pt x="2178" y="1285"/>
                    </a:lnTo>
                    <a:lnTo>
                      <a:pt x="1" y="1285"/>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3" name="Google Shape;2773;p49"/>
              <p:cNvSpPr/>
              <p:nvPr/>
            </p:nvSpPr>
            <p:spPr>
              <a:xfrm>
                <a:off x="3551654" y="1683811"/>
                <a:ext cx="124083" cy="67990"/>
              </a:xfrm>
              <a:custGeom>
                <a:avLst/>
                <a:gdLst/>
                <a:ahLst/>
                <a:cxnLst/>
                <a:rect l="l" t="t" r="r" b="b"/>
                <a:pathLst>
                  <a:path w="3362" h="1856" extrusionOk="0">
                    <a:moveTo>
                      <a:pt x="252" y="0"/>
                    </a:moveTo>
                    <a:lnTo>
                      <a:pt x="2970" y="0"/>
                    </a:lnTo>
                    <a:lnTo>
                      <a:pt x="3361" y="1856"/>
                    </a:lnTo>
                    <a:lnTo>
                      <a:pt x="1" y="1856"/>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4" name="Google Shape;2774;p49"/>
              <p:cNvSpPr/>
              <p:nvPr/>
            </p:nvSpPr>
            <p:spPr>
              <a:xfrm>
                <a:off x="3566490" y="1683811"/>
                <a:ext cx="109246" cy="67990"/>
              </a:xfrm>
              <a:custGeom>
                <a:avLst/>
                <a:gdLst/>
                <a:ahLst/>
                <a:cxnLst/>
                <a:rect l="l" t="t" r="r" b="b"/>
                <a:pathLst>
                  <a:path w="2960" h="1856" extrusionOk="0">
                    <a:moveTo>
                      <a:pt x="251" y="0"/>
                    </a:moveTo>
                    <a:lnTo>
                      <a:pt x="2568" y="0"/>
                    </a:lnTo>
                    <a:lnTo>
                      <a:pt x="2959" y="1856"/>
                    </a:lnTo>
                    <a:lnTo>
                      <a:pt x="0" y="185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5" name="Google Shape;2775;p49"/>
              <p:cNvSpPr/>
              <p:nvPr/>
            </p:nvSpPr>
            <p:spPr>
              <a:xfrm>
                <a:off x="3613511" y="1683811"/>
                <a:ext cx="62226" cy="67990"/>
              </a:xfrm>
              <a:custGeom>
                <a:avLst/>
                <a:gdLst/>
                <a:ahLst/>
                <a:cxnLst/>
                <a:rect l="l" t="t" r="r" b="b"/>
                <a:pathLst>
                  <a:path w="1686" h="1856" extrusionOk="0">
                    <a:moveTo>
                      <a:pt x="201" y="0"/>
                    </a:moveTo>
                    <a:lnTo>
                      <a:pt x="1294" y="0"/>
                    </a:lnTo>
                    <a:lnTo>
                      <a:pt x="1685" y="1856"/>
                    </a:lnTo>
                    <a:lnTo>
                      <a:pt x="0" y="1856"/>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6" name="Google Shape;2776;p49"/>
              <p:cNvSpPr/>
              <p:nvPr/>
            </p:nvSpPr>
            <p:spPr>
              <a:xfrm>
                <a:off x="3619416" y="1683811"/>
                <a:ext cx="48164" cy="30515"/>
              </a:xfrm>
              <a:custGeom>
                <a:avLst/>
                <a:gdLst/>
                <a:ahLst/>
                <a:cxnLst/>
                <a:rect l="l" t="t" r="r" b="b"/>
                <a:pathLst>
                  <a:path w="1305" h="833" extrusionOk="0">
                    <a:moveTo>
                      <a:pt x="41" y="0"/>
                    </a:moveTo>
                    <a:lnTo>
                      <a:pt x="1134" y="0"/>
                    </a:lnTo>
                    <a:lnTo>
                      <a:pt x="1305" y="833"/>
                    </a:lnTo>
                    <a:cubicBezTo>
                      <a:pt x="953" y="512"/>
                      <a:pt x="482" y="331"/>
                      <a:pt x="1" y="331"/>
                    </a:cubicBezTo>
                    <a:lnTo>
                      <a:pt x="41"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7" name="Google Shape;2777;p49"/>
              <p:cNvSpPr/>
              <p:nvPr/>
            </p:nvSpPr>
            <p:spPr>
              <a:xfrm>
                <a:off x="3473926" y="1676082"/>
                <a:ext cx="199559" cy="8865"/>
              </a:xfrm>
              <a:custGeom>
                <a:avLst/>
                <a:gdLst/>
                <a:ahLst/>
                <a:cxnLst/>
                <a:rect l="l" t="t" r="r" b="b"/>
                <a:pathLst>
                  <a:path w="5407" h="242" extrusionOk="0">
                    <a:moveTo>
                      <a:pt x="1" y="1"/>
                    </a:moveTo>
                    <a:lnTo>
                      <a:pt x="5407" y="1"/>
                    </a:lnTo>
                    <a:lnTo>
                      <a:pt x="5407" y="241"/>
                    </a:lnTo>
                    <a:lnTo>
                      <a:pt x="1" y="24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8" name="Google Shape;2778;p49"/>
              <p:cNvSpPr/>
              <p:nvPr/>
            </p:nvSpPr>
            <p:spPr>
              <a:xfrm>
                <a:off x="3560179" y="1684910"/>
                <a:ext cx="104817" cy="16192"/>
              </a:xfrm>
              <a:custGeom>
                <a:avLst/>
                <a:gdLst/>
                <a:ahLst/>
                <a:cxnLst/>
                <a:rect l="l" t="t" r="r" b="b"/>
                <a:pathLst>
                  <a:path w="2840" h="442" extrusionOk="0">
                    <a:moveTo>
                      <a:pt x="21" y="0"/>
                    </a:moveTo>
                    <a:lnTo>
                      <a:pt x="2749" y="0"/>
                    </a:lnTo>
                    <a:lnTo>
                      <a:pt x="2839" y="442"/>
                    </a:lnTo>
                    <a:cubicBezTo>
                      <a:pt x="2448" y="171"/>
                      <a:pt x="1285" y="161"/>
                      <a:pt x="1" y="191"/>
                    </a:cubicBezTo>
                    <a:lnTo>
                      <a:pt x="21"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9" name="Google Shape;2779;p49"/>
              <p:cNvSpPr/>
              <p:nvPr/>
            </p:nvSpPr>
            <p:spPr>
              <a:xfrm>
                <a:off x="3566121" y="1663957"/>
                <a:ext cx="90350" cy="12162"/>
              </a:xfrm>
              <a:custGeom>
                <a:avLst/>
                <a:gdLst/>
                <a:ahLst/>
                <a:cxnLst/>
                <a:rect l="l" t="t" r="r" b="b"/>
                <a:pathLst>
                  <a:path w="2448" h="332" extrusionOk="0">
                    <a:moveTo>
                      <a:pt x="0" y="1"/>
                    </a:moveTo>
                    <a:lnTo>
                      <a:pt x="2448" y="1"/>
                    </a:lnTo>
                    <a:lnTo>
                      <a:pt x="2448" y="332"/>
                    </a:lnTo>
                    <a:lnTo>
                      <a:pt x="0" y="33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0" name="Google Shape;2780;p49"/>
              <p:cNvSpPr/>
              <p:nvPr/>
            </p:nvSpPr>
            <p:spPr>
              <a:xfrm>
                <a:off x="3016716" y="2004199"/>
                <a:ext cx="1357199" cy="168693"/>
              </a:xfrm>
              <a:custGeom>
                <a:avLst/>
                <a:gdLst/>
                <a:ahLst/>
                <a:cxnLst/>
                <a:rect l="l" t="t" r="r" b="b"/>
                <a:pathLst>
                  <a:path w="36773" h="4605" extrusionOk="0">
                    <a:moveTo>
                      <a:pt x="1435" y="1816"/>
                    </a:moveTo>
                    <a:lnTo>
                      <a:pt x="35338" y="31"/>
                    </a:lnTo>
                    <a:cubicBezTo>
                      <a:pt x="36121" y="1"/>
                      <a:pt x="36773" y="633"/>
                      <a:pt x="36773" y="1415"/>
                    </a:cubicBezTo>
                    <a:lnTo>
                      <a:pt x="36773" y="1415"/>
                    </a:lnTo>
                    <a:cubicBezTo>
                      <a:pt x="36773" y="2178"/>
                      <a:pt x="36081" y="2529"/>
                      <a:pt x="35338" y="2799"/>
                    </a:cubicBezTo>
                    <a:cubicBezTo>
                      <a:pt x="32279" y="3933"/>
                      <a:pt x="29641" y="4595"/>
                      <a:pt x="25147" y="4595"/>
                    </a:cubicBezTo>
                    <a:lnTo>
                      <a:pt x="1435" y="4595"/>
                    </a:lnTo>
                    <a:cubicBezTo>
                      <a:pt x="663" y="4605"/>
                      <a:pt x="11" y="3983"/>
                      <a:pt x="1" y="3211"/>
                    </a:cubicBezTo>
                    <a:lnTo>
                      <a:pt x="1" y="3211"/>
                    </a:lnTo>
                    <a:cubicBezTo>
                      <a:pt x="1" y="2448"/>
                      <a:pt x="643" y="1867"/>
                      <a:pt x="1435" y="181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1" name="Google Shape;2781;p49"/>
              <p:cNvSpPr/>
              <p:nvPr/>
            </p:nvSpPr>
            <p:spPr>
              <a:xfrm>
                <a:off x="3039673" y="2004566"/>
                <a:ext cx="1329445" cy="148508"/>
              </a:xfrm>
              <a:custGeom>
                <a:avLst/>
                <a:gdLst/>
                <a:ahLst/>
                <a:cxnLst/>
                <a:rect l="l" t="t" r="r" b="b"/>
                <a:pathLst>
                  <a:path w="36021" h="4054" extrusionOk="0">
                    <a:moveTo>
                      <a:pt x="813" y="1806"/>
                    </a:moveTo>
                    <a:lnTo>
                      <a:pt x="34716" y="21"/>
                    </a:lnTo>
                    <a:cubicBezTo>
                      <a:pt x="35268" y="1"/>
                      <a:pt x="35780" y="312"/>
                      <a:pt x="36020" y="813"/>
                    </a:cubicBezTo>
                    <a:lnTo>
                      <a:pt x="36020" y="874"/>
                    </a:lnTo>
                    <a:lnTo>
                      <a:pt x="36020" y="874"/>
                    </a:lnTo>
                    <a:cubicBezTo>
                      <a:pt x="36020" y="1636"/>
                      <a:pt x="35338" y="1987"/>
                      <a:pt x="34606" y="2258"/>
                    </a:cubicBezTo>
                    <a:cubicBezTo>
                      <a:pt x="31607" y="3381"/>
                      <a:pt x="29039" y="4043"/>
                      <a:pt x="24636" y="4043"/>
                    </a:cubicBezTo>
                    <a:lnTo>
                      <a:pt x="1405" y="4043"/>
                    </a:lnTo>
                    <a:cubicBezTo>
                      <a:pt x="633" y="4053"/>
                      <a:pt x="1" y="3431"/>
                      <a:pt x="1" y="2659"/>
                    </a:cubicBezTo>
                    <a:lnTo>
                      <a:pt x="1" y="2659"/>
                    </a:lnTo>
                    <a:cubicBezTo>
                      <a:pt x="1" y="2418"/>
                      <a:pt x="61" y="2178"/>
                      <a:pt x="191" y="1967"/>
                    </a:cubicBezTo>
                    <a:cubicBezTo>
                      <a:pt x="392" y="1877"/>
                      <a:pt x="603" y="1826"/>
                      <a:pt x="823" y="1806"/>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2" name="Google Shape;2782;p49"/>
              <p:cNvSpPr/>
              <p:nvPr/>
            </p:nvSpPr>
            <p:spPr>
              <a:xfrm>
                <a:off x="3100386" y="2005298"/>
                <a:ext cx="1228761" cy="123158"/>
              </a:xfrm>
              <a:custGeom>
                <a:avLst/>
                <a:gdLst/>
                <a:ahLst/>
                <a:cxnLst/>
                <a:rect l="l" t="t" r="r" b="b"/>
                <a:pathLst>
                  <a:path w="33293" h="3362" extrusionOk="0">
                    <a:moveTo>
                      <a:pt x="31" y="1746"/>
                    </a:moveTo>
                    <a:lnTo>
                      <a:pt x="33071" y="1"/>
                    </a:lnTo>
                    <a:lnTo>
                      <a:pt x="33142" y="1"/>
                    </a:lnTo>
                    <a:cubicBezTo>
                      <a:pt x="33192" y="81"/>
                      <a:pt x="33252" y="161"/>
                      <a:pt x="33292" y="252"/>
                    </a:cubicBezTo>
                    <a:lnTo>
                      <a:pt x="33292" y="302"/>
                    </a:lnTo>
                    <a:lnTo>
                      <a:pt x="33292" y="302"/>
                    </a:lnTo>
                    <a:cubicBezTo>
                      <a:pt x="33292" y="1034"/>
                      <a:pt x="32660" y="1375"/>
                      <a:pt x="31988" y="1636"/>
                    </a:cubicBezTo>
                    <a:cubicBezTo>
                      <a:pt x="29220" y="2719"/>
                      <a:pt x="26832" y="3361"/>
                      <a:pt x="22770" y="3361"/>
                    </a:cubicBezTo>
                    <a:lnTo>
                      <a:pt x="1305" y="3361"/>
                    </a:lnTo>
                    <a:cubicBezTo>
                      <a:pt x="582" y="3351"/>
                      <a:pt x="1" y="2749"/>
                      <a:pt x="1" y="2027"/>
                    </a:cubicBezTo>
                    <a:lnTo>
                      <a:pt x="1" y="2027"/>
                    </a:lnTo>
                    <a:cubicBezTo>
                      <a:pt x="1" y="1927"/>
                      <a:pt x="11" y="1837"/>
                      <a:pt x="31" y="1746"/>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3" name="Google Shape;2783;p49"/>
              <p:cNvSpPr/>
              <p:nvPr/>
            </p:nvSpPr>
            <p:spPr>
              <a:xfrm>
                <a:off x="3115555" y="2006068"/>
                <a:ext cx="1191374" cy="104366"/>
              </a:xfrm>
              <a:custGeom>
                <a:avLst/>
                <a:gdLst/>
                <a:ahLst/>
                <a:cxnLst/>
                <a:rect l="l" t="t" r="r" b="b"/>
                <a:pathLst>
                  <a:path w="32280" h="2849" extrusionOk="0">
                    <a:moveTo>
                      <a:pt x="1" y="1705"/>
                    </a:moveTo>
                    <a:lnTo>
                      <a:pt x="32279" y="0"/>
                    </a:lnTo>
                    <a:cubicBezTo>
                      <a:pt x="32179" y="592"/>
                      <a:pt x="31617" y="893"/>
                      <a:pt x="31025" y="1123"/>
                    </a:cubicBezTo>
                    <a:cubicBezTo>
                      <a:pt x="28337" y="2207"/>
                      <a:pt x="26030" y="2849"/>
                      <a:pt x="22078" y="2849"/>
                    </a:cubicBezTo>
                    <a:lnTo>
                      <a:pt x="1255" y="2849"/>
                    </a:lnTo>
                    <a:cubicBezTo>
                      <a:pt x="613" y="2829"/>
                      <a:pt x="71" y="2347"/>
                      <a:pt x="1" y="1695"/>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4" name="Google Shape;2784;p49"/>
              <p:cNvSpPr/>
              <p:nvPr/>
            </p:nvSpPr>
            <p:spPr>
              <a:xfrm>
                <a:off x="3040411" y="2004932"/>
                <a:ext cx="1294272" cy="87515"/>
              </a:xfrm>
              <a:custGeom>
                <a:avLst/>
                <a:gdLst/>
                <a:ahLst/>
                <a:cxnLst/>
                <a:rect l="l" t="t" r="r" b="b"/>
                <a:pathLst>
                  <a:path w="35068" h="2389" extrusionOk="0">
                    <a:moveTo>
                      <a:pt x="793" y="1796"/>
                    </a:moveTo>
                    <a:lnTo>
                      <a:pt x="34696" y="11"/>
                    </a:lnTo>
                    <a:cubicBezTo>
                      <a:pt x="34817" y="1"/>
                      <a:pt x="34947" y="11"/>
                      <a:pt x="35068" y="41"/>
                    </a:cubicBezTo>
                    <a:cubicBezTo>
                      <a:pt x="31938" y="1696"/>
                      <a:pt x="27023" y="2388"/>
                      <a:pt x="24806" y="2388"/>
                    </a:cubicBezTo>
                    <a:lnTo>
                      <a:pt x="1" y="2388"/>
                    </a:lnTo>
                    <a:cubicBezTo>
                      <a:pt x="31" y="2238"/>
                      <a:pt x="91" y="2087"/>
                      <a:pt x="171" y="1957"/>
                    </a:cubicBezTo>
                    <a:cubicBezTo>
                      <a:pt x="372" y="1867"/>
                      <a:pt x="583" y="1816"/>
                      <a:pt x="803" y="179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5" name="Google Shape;2785;p49"/>
              <p:cNvSpPr/>
              <p:nvPr/>
            </p:nvSpPr>
            <p:spPr>
              <a:xfrm>
                <a:off x="3776014" y="1760227"/>
                <a:ext cx="19303" cy="30185"/>
              </a:xfrm>
              <a:custGeom>
                <a:avLst/>
                <a:gdLst/>
                <a:ahLst/>
                <a:cxnLst/>
                <a:rect l="l" t="t" r="r" b="b"/>
                <a:pathLst>
                  <a:path w="523" h="824" extrusionOk="0">
                    <a:moveTo>
                      <a:pt x="0" y="1"/>
                    </a:moveTo>
                    <a:lnTo>
                      <a:pt x="522" y="1"/>
                    </a:lnTo>
                    <a:lnTo>
                      <a:pt x="522" y="823"/>
                    </a:lnTo>
                    <a:lnTo>
                      <a:pt x="0" y="82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6" name="Google Shape;2786;p49"/>
              <p:cNvSpPr/>
              <p:nvPr/>
            </p:nvSpPr>
            <p:spPr>
              <a:xfrm>
                <a:off x="3805614" y="1760227"/>
                <a:ext cx="24470" cy="30185"/>
              </a:xfrm>
              <a:custGeom>
                <a:avLst/>
                <a:gdLst/>
                <a:ahLst/>
                <a:cxnLst/>
                <a:rect l="l" t="t" r="r" b="b"/>
                <a:pathLst>
                  <a:path w="663" h="824" extrusionOk="0">
                    <a:moveTo>
                      <a:pt x="1" y="1"/>
                    </a:moveTo>
                    <a:lnTo>
                      <a:pt x="663" y="1"/>
                    </a:lnTo>
                    <a:lnTo>
                      <a:pt x="512" y="823"/>
                    </a:lnTo>
                    <a:lnTo>
                      <a:pt x="1" y="82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7" name="Google Shape;2787;p49"/>
              <p:cNvSpPr/>
              <p:nvPr/>
            </p:nvSpPr>
            <p:spPr>
              <a:xfrm>
                <a:off x="3833775" y="1760227"/>
                <a:ext cx="27422" cy="30185"/>
              </a:xfrm>
              <a:custGeom>
                <a:avLst/>
                <a:gdLst/>
                <a:ahLst/>
                <a:cxnLst/>
                <a:rect l="l" t="t" r="r" b="b"/>
                <a:pathLst>
                  <a:path w="743" h="824" extrusionOk="0">
                    <a:moveTo>
                      <a:pt x="221" y="1"/>
                    </a:moveTo>
                    <a:lnTo>
                      <a:pt x="742" y="1"/>
                    </a:lnTo>
                    <a:lnTo>
                      <a:pt x="502" y="823"/>
                    </a:lnTo>
                    <a:lnTo>
                      <a:pt x="0" y="82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8" name="Google Shape;2788;p49"/>
              <p:cNvSpPr/>
              <p:nvPr/>
            </p:nvSpPr>
            <p:spPr>
              <a:xfrm>
                <a:off x="3748998" y="1849537"/>
                <a:ext cx="148848" cy="4433"/>
              </a:xfrm>
              <a:custGeom>
                <a:avLst/>
                <a:gdLst/>
                <a:ahLst/>
                <a:cxnLst/>
                <a:rect l="l" t="t" r="r" b="b"/>
                <a:pathLst>
                  <a:path w="4033" h="121" extrusionOk="0">
                    <a:moveTo>
                      <a:pt x="0" y="0"/>
                    </a:moveTo>
                    <a:lnTo>
                      <a:pt x="4033" y="0"/>
                    </a:lnTo>
                    <a:lnTo>
                      <a:pt x="4033" y="120"/>
                    </a:lnTo>
                    <a:lnTo>
                      <a:pt x="0" y="12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9" name="Google Shape;2789;p49"/>
              <p:cNvSpPr/>
              <p:nvPr/>
            </p:nvSpPr>
            <p:spPr>
              <a:xfrm>
                <a:off x="3748998" y="1853933"/>
                <a:ext cx="148848" cy="4433"/>
              </a:xfrm>
              <a:custGeom>
                <a:avLst/>
                <a:gdLst/>
                <a:ahLst/>
                <a:cxnLst/>
                <a:rect l="l" t="t" r="r" b="b"/>
                <a:pathLst>
                  <a:path w="4033" h="121" extrusionOk="0">
                    <a:moveTo>
                      <a:pt x="0" y="0"/>
                    </a:moveTo>
                    <a:lnTo>
                      <a:pt x="4033" y="0"/>
                    </a:lnTo>
                    <a:lnTo>
                      <a:pt x="4033" y="121"/>
                    </a:lnTo>
                    <a:lnTo>
                      <a:pt x="0" y="12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0" name="Google Shape;2790;p49"/>
              <p:cNvSpPr/>
              <p:nvPr/>
            </p:nvSpPr>
            <p:spPr>
              <a:xfrm>
                <a:off x="3589447" y="1797702"/>
                <a:ext cx="32589" cy="70591"/>
              </a:xfrm>
              <a:custGeom>
                <a:avLst/>
                <a:gdLst/>
                <a:ahLst/>
                <a:cxnLst/>
                <a:rect l="l" t="t" r="r" b="b"/>
                <a:pathLst>
                  <a:path w="883" h="1927" extrusionOk="0">
                    <a:moveTo>
                      <a:pt x="472" y="402"/>
                    </a:moveTo>
                    <a:lnTo>
                      <a:pt x="472" y="1355"/>
                    </a:lnTo>
                    <a:lnTo>
                      <a:pt x="221" y="1355"/>
                    </a:lnTo>
                    <a:lnTo>
                      <a:pt x="472" y="402"/>
                    </a:lnTo>
                    <a:close/>
                    <a:moveTo>
                      <a:pt x="421" y="1"/>
                    </a:moveTo>
                    <a:lnTo>
                      <a:pt x="0" y="1375"/>
                    </a:lnTo>
                    <a:lnTo>
                      <a:pt x="0" y="1586"/>
                    </a:lnTo>
                    <a:lnTo>
                      <a:pt x="472" y="1586"/>
                    </a:lnTo>
                    <a:lnTo>
                      <a:pt x="472" y="1927"/>
                    </a:lnTo>
                    <a:lnTo>
                      <a:pt x="732" y="1927"/>
                    </a:lnTo>
                    <a:lnTo>
                      <a:pt x="732" y="1586"/>
                    </a:lnTo>
                    <a:lnTo>
                      <a:pt x="883" y="1586"/>
                    </a:lnTo>
                    <a:lnTo>
                      <a:pt x="883" y="1355"/>
                    </a:lnTo>
                    <a:lnTo>
                      <a:pt x="732" y="1355"/>
                    </a:lnTo>
                    <a:lnTo>
                      <a:pt x="732"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1" name="Google Shape;2791;p49"/>
              <p:cNvSpPr/>
              <p:nvPr/>
            </p:nvSpPr>
            <p:spPr>
              <a:xfrm>
                <a:off x="3628310" y="1798068"/>
                <a:ext cx="31482" cy="70225"/>
              </a:xfrm>
              <a:custGeom>
                <a:avLst/>
                <a:gdLst/>
                <a:ahLst/>
                <a:cxnLst/>
                <a:rect l="l" t="t" r="r" b="b"/>
                <a:pathLst>
                  <a:path w="853" h="1917" extrusionOk="0">
                    <a:moveTo>
                      <a:pt x="0" y="1"/>
                    </a:moveTo>
                    <a:lnTo>
                      <a:pt x="0" y="262"/>
                    </a:lnTo>
                    <a:lnTo>
                      <a:pt x="552" y="262"/>
                    </a:lnTo>
                    <a:cubicBezTo>
                      <a:pt x="542" y="272"/>
                      <a:pt x="532" y="292"/>
                      <a:pt x="532" y="312"/>
                    </a:cubicBezTo>
                    <a:cubicBezTo>
                      <a:pt x="522" y="342"/>
                      <a:pt x="502" y="382"/>
                      <a:pt x="482" y="442"/>
                    </a:cubicBezTo>
                    <a:lnTo>
                      <a:pt x="381" y="723"/>
                    </a:lnTo>
                    <a:cubicBezTo>
                      <a:pt x="341" y="853"/>
                      <a:pt x="291" y="1024"/>
                      <a:pt x="231" y="1235"/>
                    </a:cubicBezTo>
                    <a:cubicBezTo>
                      <a:pt x="171" y="1455"/>
                      <a:pt x="131" y="1686"/>
                      <a:pt x="121" y="1917"/>
                    </a:cubicBezTo>
                    <a:lnTo>
                      <a:pt x="432" y="1917"/>
                    </a:lnTo>
                    <a:cubicBezTo>
                      <a:pt x="462" y="1455"/>
                      <a:pt x="572" y="994"/>
                      <a:pt x="743" y="552"/>
                    </a:cubicBezTo>
                    <a:cubicBezTo>
                      <a:pt x="773" y="472"/>
                      <a:pt x="793" y="402"/>
                      <a:pt x="813" y="342"/>
                    </a:cubicBezTo>
                    <a:cubicBezTo>
                      <a:pt x="833" y="302"/>
                      <a:pt x="843" y="262"/>
                      <a:pt x="853" y="211"/>
                    </a:cubicBezTo>
                    <a:lnTo>
                      <a:pt x="85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2" name="Google Shape;2792;p49"/>
              <p:cNvSpPr/>
              <p:nvPr/>
            </p:nvSpPr>
            <p:spPr>
              <a:xfrm>
                <a:off x="3667543" y="1798068"/>
                <a:ext cx="28899" cy="71030"/>
              </a:xfrm>
              <a:custGeom>
                <a:avLst/>
                <a:gdLst/>
                <a:ahLst/>
                <a:cxnLst/>
                <a:rect l="l" t="t" r="r" b="b"/>
                <a:pathLst>
                  <a:path w="783" h="1939" extrusionOk="0">
                    <a:moveTo>
                      <a:pt x="11" y="1"/>
                    </a:moveTo>
                    <a:lnTo>
                      <a:pt x="11" y="974"/>
                    </a:lnTo>
                    <a:lnTo>
                      <a:pt x="271" y="984"/>
                    </a:lnTo>
                    <a:cubicBezTo>
                      <a:pt x="271" y="863"/>
                      <a:pt x="301" y="803"/>
                      <a:pt x="382" y="803"/>
                    </a:cubicBezTo>
                    <a:cubicBezTo>
                      <a:pt x="387" y="802"/>
                      <a:pt x="392" y="801"/>
                      <a:pt x="397" y="801"/>
                    </a:cubicBezTo>
                    <a:cubicBezTo>
                      <a:pt x="430" y="801"/>
                      <a:pt x="453" y="827"/>
                      <a:pt x="462" y="853"/>
                    </a:cubicBezTo>
                    <a:cubicBezTo>
                      <a:pt x="482" y="904"/>
                      <a:pt x="492" y="954"/>
                      <a:pt x="492" y="1004"/>
                    </a:cubicBezTo>
                    <a:lnTo>
                      <a:pt x="492" y="1495"/>
                    </a:lnTo>
                    <a:cubicBezTo>
                      <a:pt x="492" y="1626"/>
                      <a:pt x="452" y="1686"/>
                      <a:pt x="392" y="1686"/>
                    </a:cubicBezTo>
                    <a:lnTo>
                      <a:pt x="382" y="1686"/>
                    </a:lnTo>
                    <a:cubicBezTo>
                      <a:pt x="362" y="1686"/>
                      <a:pt x="342" y="1686"/>
                      <a:pt x="321" y="1676"/>
                    </a:cubicBezTo>
                    <a:cubicBezTo>
                      <a:pt x="291" y="1656"/>
                      <a:pt x="271" y="1596"/>
                      <a:pt x="271" y="1515"/>
                    </a:cubicBezTo>
                    <a:lnTo>
                      <a:pt x="271" y="1305"/>
                    </a:lnTo>
                    <a:lnTo>
                      <a:pt x="1" y="1305"/>
                    </a:lnTo>
                    <a:lnTo>
                      <a:pt x="1" y="1545"/>
                    </a:lnTo>
                    <a:cubicBezTo>
                      <a:pt x="1" y="1806"/>
                      <a:pt x="121" y="1937"/>
                      <a:pt x="372" y="1937"/>
                    </a:cubicBezTo>
                    <a:lnTo>
                      <a:pt x="382" y="1937"/>
                    </a:lnTo>
                    <a:cubicBezTo>
                      <a:pt x="393" y="1938"/>
                      <a:pt x="404" y="1938"/>
                      <a:pt x="415" y="1938"/>
                    </a:cubicBezTo>
                    <a:cubicBezTo>
                      <a:pt x="515" y="1938"/>
                      <a:pt x="619" y="1897"/>
                      <a:pt x="683" y="1806"/>
                    </a:cubicBezTo>
                    <a:cubicBezTo>
                      <a:pt x="713" y="1756"/>
                      <a:pt x="743" y="1686"/>
                      <a:pt x="753" y="1616"/>
                    </a:cubicBezTo>
                    <a:cubicBezTo>
                      <a:pt x="773" y="1475"/>
                      <a:pt x="773" y="1325"/>
                      <a:pt x="773" y="1174"/>
                    </a:cubicBezTo>
                    <a:cubicBezTo>
                      <a:pt x="783" y="1014"/>
                      <a:pt x="753" y="853"/>
                      <a:pt x="703" y="703"/>
                    </a:cubicBezTo>
                    <a:cubicBezTo>
                      <a:pt x="663" y="613"/>
                      <a:pt x="572" y="552"/>
                      <a:pt x="472" y="552"/>
                    </a:cubicBezTo>
                    <a:cubicBezTo>
                      <a:pt x="432" y="552"/>
                      <a:pt x="392" y="562"/>
                      <a:pt x="352" y="583"/>
                    </a:cubicBezTo>
                    <a:cubicBezTo>
                      <a:pt x="321" y="593"/>
                      <a:pt x="291" y="623"/>
                      <a:pt x="281" y="653"/>
                    </a:cubicBezTo>
                    <a:lnTo>
                      <a:pt x="281" y="262"/>
                    </a:lnTo>
                    <a:lnTo>
                      <a:pt x="723" y="262"/>
                    </a:lnTo>
                    <a:lnTo>
                      <a:pt x="723" y="1"/>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3" name="Google Shape;2793;p49"/>
              <p:cNvSpPr/>
              <p:nvPr/>
            </p:nvSpPr>
            <p:spPr>
              <a:xfrm>
                <a:off x="3566121" y="1663957"/>
                <a:ext cx="90350" cy="3334"/>
              </a:xfrm>
              <a:custGeom>
                <a:avLst/>
                <a:gdLst/>
                <a:ahLst/>
                <a:cxnLst/>
                <a:rect l="l" t="t" r="r" b="b"/>
                <a:pathLst>
                  <a:path w="2448" h="91" extrusionOk="0">
                    <a:moveTo>
                      <a:pt x="0" y="1"/>
                    </a:moveTo>
                    <a:lnTo>
                      <a:pt x="2448" y="1"/>
                    </a:lnTo>
                    <a:lnTo>
                      <a:pt x="2448" y="91"/>
                    </a:lnTo>
                    <a:lnTo>
                      <a:pt x="0" y="9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4" name="Google Shape;2794;p49"/>
              <p:cNvSpPr/>
              <p:nvPr/>
            </p:nvSpPr>
            <p:spPr>
              <a:xfrm>
                <a:off x="3566121" y="1667254"/>
                <a:ext cx="37793" cy="8865"/>
              </a:xfrm>
              <a:custGeom>
                <a:avLst/>
                <a:gdLst/>
                <a:ahLst/>
                <a:cxnLst/>
                <a:rect l="l" t="t" r="r" b="b"/>
                <a:pathLst>
                  <a:path w="1024" h="242" extrusionOk="0">
                    <a:moveTo>
                      <a:pt x="0" y="1"/>
                    </a:moveTo>
                    <a:lnTo>
                      <a:pt x="1023" y="1"/>
                    </a:lnTo>
                    <a:lnTo>
                      <a:pt x="1023" y="242"/>
                    </a:lnTo>
                    <a:lnTo>
                      <a:pt x="0" y="24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5" name="Google Shape;2795;p49"/>
              <p:cNvSpPr/>
              <p:nvPr/>
            </p:nvSpPr>
            <p:spPr>
              <a:xfrm>
                <a:off x="3548701" y="1751032"/>
                <a:ext cx="315817" cy="3370"/>
              </a:xfrm>
              <a:custGeom>
                <a:avLst/>
                <a:gdLst/>
                <a:ahLst/>
                <a:cxnLst/>
                <a:rect l="l" t="t" r="r" b="b"/>
                <a:pathLst>
                  <a:path w="8557" h="92" extrusionOk="0">
                    <a:moveTo>
                      <a:pt x="1" y="1"/>
                    </a:moveTo>
                    <a:lnTo>
                      <a:pt x="8557" y="1"/>
                    </a:lnTo>
                    <a:lnTo>
                      <a:pt x="8557" y="91"/>
                    </a:lnTo>
                    <a:lnTo>
                      <a:pt x="1" y="9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6" name="Google Shape;2796;p49"/>
              <p:cNvSpPr/>
              <p:nvPr/>
            </p:nvSpPr>
            <p:spPr>
              <a:xfrm>
                <a:off x="3566121" y="1754366"/>
                <a:ext cx="295075" cy="2967"/>
              </a:xfrm>
              <a:custGeom>
                <a:avLst/>
                <a:gdLst/>
                <a:ahLst/>
                <a:cxnLst/>
                <a:rect l="l" t="t" r="r" b="b"/>
                <a:pathLst>
                  <a:path w="7995" h="81" extrusionOk="0">
                    <a:moveTo>
                      <a:pt x="10" y="0"/>
                    </a:moveTo>
                    <a:lnTo>
                      <a:pt x="7994" y="0"/>
                    </a:lnTo>
                    <a:lnTo>
                      <a:pt x="7994" y="80"/>
                    </a:lnTo>
                    <a:lnTo>
                      <a:pt x="0" y="8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7" name="Google Shape;2797;p49"/>
              <p:cNvSpPr/>
              <p:nvPr/>
            </p:nvSpPr>
            <p:spPr>
              <a:xfrm>
                <a:off x="3421001" y="1891042"/>
                <a:ext cx="114044" cy="29050"/>
              </a:xfrm>
              <a:custGeom>
                <a:avLst/>
                <a:gdLst/>
                <a:ahLst/>
                <a:cxnLst/>
                <a:rect l="l" t="t" r="r" b="b"/>
                <a:pathLst>
                  <a:path w="3090" h="793" extrusionOk="0">
                    <a:moveTo>
                      <a:pt x="121" y="1"/>
                    </a:moveTo>
                    <a:lnTo>
                      <a:pt x="2959" y="1"/>
                    </a:lnTo>
                    <a:cubicBezTo>
                      <a:pt x="3019" y="1"/>
                      <a:pt x="3080" y="51"/>
                      <a:pt x="3090" y="111"/>
                    </a:cubicBezTo>
                    <a:lnTo>
                      <a:pt x="3090" y="693"/>
                    </a:lnTo>
                    <a:cubicBezTo>
                      <a:pt x="3080" y="753"/>
                      <a:pt x="3019" y="793"/>
                      <a:pt x="2959" y="793"/>
                    </a:cubicBezTo>
                    <a:lnTo>
                      <a:pt x="121" y="793"/>
                    </a:lnTo>
                    <a:cubicBezTo>
                      <a:pt x="60" y="793"/>
                      <a:pt x="10" y="753"/>
                      <a:pt x="0" y="693"/>
                    </a:cubicBezTo>
                    <a:lnTo>
                      <a:pt x="0" y="111"/>
                    </a:lnTo>
                    <a:cubicBezTo>
                      <a:pt x="10" y="51"/>
                      <a:pt x="60" y="1"/>
                      <a:pt x="1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8" name="Google Shape;2798;p49"/>
              <p:cNvSpPr/>
              <p:nvPr/>
            </p:nvSpPr>
            <p:spPr>
              <a:xfrm>
                <a:off x="3421001" y="1894338"/>
                <a:ext cx="110353" cy="25753"/>
              </a:xfrm>
              <a:custGeom>
                <a:avLst/>
                <a:gdLst/>
                <a:ahLst/>
                <a:cxnLst/>
                <a:rect l="l" t="t" r="r" b="b"/>
                <a:pathLst>
                  <a:path w="2990" h="703" extrusionOk="0">
                    <a:moveTo>
                      <a:pt x="2989" y="693"/>
                    </a:moveTo>
                    <a:lnTo>
                      <a:pt x="121" y="693"/>
                    </a:lnTo>
                    <a:cubicBezTo>
                      <a:pt x="60" y="703"/>
                      <a:pt x="10" y="653"/>
                      <a:pt x="0" y="593"/>
                    </a:cubicBezTo>
                    <a:lnTo>
                      <a:pt x="0" y="11"/>
                    </a:lnTo>
                    <a:cubicBezTo>
                      <a:pt x="0" y="11"/>
                      <a:pt x="0" y="1"/>
                      <a:pt x="0" y="1"/>
                    </a:cubicBezTo>
                    <a:lnTo>
                      <a:pt x="2859" y="1"/>
                    </a:lnTo>
                    <a:cubicBezTo>
                      <a:pt x="2919" y="1"/>
                      <a:pt x="2979" y="41"/>
                      <a:pt x="2979" y="101"/>
                    </a:cubicBezTo>
                    <a:lnTo>
                      <a:pt x="2979" y="683"/>
                    </a:lnTo>
                    <a:lnTo>
                      <a:pt x="2979" y="693"/>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9" name="Google Shape;2799;p49"/>
              <p:cNvSpPr/>
              <p:nvPr/>
            </p:nvSpPr>
            <p:spPr>
              <a:xfrm>
                <a:off x="3421001" y="1894338"/>
                <a:ext cx="85921" cy="25753"/>
              </a:xfrm>
              <a:custGeom>
                <a:avLst/>
                <a:gdLst/>
                <a:ahLst/>
                <a:cxnLst/>
                <a:rect l="l" t="t" r="r" b="b"/>
                <a:pathLst>
                  <a:path w="2328" h="703" extrusionOk="0">
                    <a:moveTo>
                      <a:pt x="2307" y="703"/>
                    </a:moveTo>
                    <a:lnTo>
                      <a:pt x="121" y="703"/>
                    </a:lnTo>
                    <a:cubicBezTo>
                      <a:pt x="60" y="703"/>
                      <a:pt x="10" y="663"/>
                      <a:pt x="0" y="593"/>
                    </a:cubicBezTo>
                    <a:lnTo>
                      <a:pt x="0" y="21"/>
                    </a:lnTo>
                    <a:cubicBezTo>
                      <a:pt x="0" y="11"/>
                      <a:pt x="0" y="11"/>
                      <a:pt x="0" y="1"/>
                    </a:cubicBezTo>
                    <a:lnTo>
                      <a:pt x="2207" y="1"/>
                    </a:lnTo>
                    <a:cubicBezTo>
                      <a:pt x="2267" y="1"/>
                      <a:pt x="2317" y="51"/>
                      <a:pt x="2327" y="111"/>
                    </a:cubicBezTo>
                    <a:lnTo>
                      <a:pt x="2327" y="693"/>
                    </a:lnTo>
                    <a:lnTo>
                      <a:pt x="2327" y="703"/>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0" name="Google Shape;2800;p49"/>
              <p:cNvSpPr/>
              <p:nvPr/>
            </p:nvSpPr>
            <p:spPr>
              <a:xfrm>
                <a:off x="3429121" y="1908662"/>
                <a:ext cx="41152" cy="11429"/>
              </a:xfrm>
              <a:custGeom>
                <a:avLst/>
                <a:gdLst/>
                <a:ahLst/>
                <a:cxnLst/>
                <a:rect l="l" t="t" r="r" b="b"/>
                <a:pathLst>
                  <a:path w="1115" h="312" extrusionOk="0">
                    <a:moveTo>
                      <a:pt x="1" y="1"/>
                    </a:moveTo>
                    <a:lnTo>
                      <a:pt x="1114" y="1"/>
                    </a:lnTo>
                    <a:lnTo>
                      <a:pt x="1114" y="312"/>
                    </a:lnTo>
                    <a:lnTo>
                      <a:pt x="1" y="31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1" name="Google Shape;2801;p49"/>
              <p:cNvSpPr/>
              <p:nvPr/>
            </p:nvSpPr>
            <p:spPr>
              <a:xfrm>
                <a:off x="3249603" y="1798801"/>
                <a:ext cx="88135" cy="39014"/>
              </a:xfrm>
              <a:custGeom>
                <a:avLst/>
                <a:gdLst/>
                <a:ahLst/>
                <a:cxnLst/>
                <a:rect l="l" t="t" r="r" b="b"/>
                <a:pathLst>
                  <a:path w="2388" h="1065" extrusionOk="0">
                    <a:moveTo>
                      <a:pt x="0" y="1"/>
                    </a:moveTo>
                    <a:lnTo>
                      <a:pt x="2387" y="1"/>
                    </a:lnTo>
                    <a:lnTo>
                      <a:pt x="2387" y="1064"/>
                    </a:lnTo>
                    <a:lnTo>
                      <a:pt x="0" y="84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2" name="Google Shape;2802;p49"/>
              <p:cNvSpPr/>
              <p:nvPr/>
            </p:nvSpPr>
            <p:spPr>
              <a:xfrm>
                <a:off x="3256615" y="1677181"/>
                <a:ext cx="81123" cy="49271"/>
              </a:xfrm>
              <a:custGeom>
                <a:avLst/>
                <a:gdLst/>
                <a:ahLst/>
                <a:cxnLst/>
                <a:rect l="l" t="t" r="r" b="b"/>
                <a:pathLst>
                  <a:path w="2198" h="1345" extrusionOk="0">
                    <a:moveTo>
                      <a:pt x="1" y="1345"/>
                    </a:moveTo>
                    <a:lnTo>
                      <a:pt x="2197" y="1345"/>
                    </a:lnTo>
                    <a:lnTo>
                      <a:pt x="2197" y="251"/>
                    </a:lnTo>
                    <a:cubicBezTo>
                      <a:pt x="2197" y="111"/>
                      <a:pt x="2087" y="1"/>
                      <a:pt x="1947" y="1"/>
                    </a:cubicBezTo>
                    <a:lnTo>
                      <a:pt x="1" y="251"/>
                    </a:lnTo>
                    <a:lnTo>
                      <a:pt x="1" y="1345"/>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3" name="Google Shape;2803;p49"/>
              <p:cNvSpPr/>
              <p:nvPr/>
            </p:nvSpPr>
            <p:spPr>
              <a:xfrm>
                <a:off x="3662376" y="1891042"/>
                <a:ext cx="114044" cy="29050"/>
              </a:xfrm>
              <a:custGeom>
                <a:avLst/>
                <a:gdLst/>
                <a:ahLst/>
                <a:cxnLst/>
                <a:rect l="l" t="t" r="r" b="b"/>
                <a:pathLst>
                  <a:path w="3090" h="793" extrusionOk="0">
                    <a:moveTo>
                      <a:pt x="130" y="1"/>
                    </a:moveTo>
                    <a:lnTo>
                      <a:pt x="2959" y="1"/>
                    </a:lnTo>
                    <a:cubicBezTo>
                      <a:pt x="3029" y="1"/>
                      <a:pt x="3079" y="51"/>
                      <a:pt x="3089" y="111"/>
                    </a:cubicBezTo>
                    <a:lnTo>
                      <a:pt x="3089" y="693"/>
                    </a:lnTo>
                    <a:cubicBezTo>
                      <a:pt x="3079" y="753"/>
                      <a:pt x="3029" y="793"/>
                      <a:pt x="2959" y="793"/>
                    </a:cubicBezTo>
                    <a:lnTo>
                      <a:pt x="130" y="793"/>
                    </a:lnTo>
                    <a:cubicBezTo>
                      <a:pt x="60" y="793"/>
                      <a:pt x="10" y="753"/>
                      <a:pt x="0" y="693"/>
                    </a:cubicBezTo>
                    <a:lnTo>
                      <a:pt x="0" y="111"/>
                    </a:lnTo>
                    <a:cubicBezTo>
                      <a:pt x="10" y="51"/>
                      <a:pt x="60" y="1"/>
                      <a:pt x="13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4" name="Google Shape;2804;p49"/>
              <p:cNvSpPr/>
              <p:nvPr/>
            </p:nvSpPr>
            <p:spPr>
              <a:xfrm>
                <a:off x="3662376" y="1894338"/>
                <a:ext cx="110353" cy="25753"/>
              </a:xfrm>
              <a:custGeom>
                <a:avLst/>
                <a:gdLst/>
                <a:ahLst/>
                <a:cxnLst/>
                <a:rect l="l" t="t" r="r" b="b"/>
                <a:pathLst>
                  <a:path w="2990" h="703" extrusionOk="0">
                    <a:moveTo>
                      <a:pt x="2989" y="693"/>
                    </a:moveTo>
                    <a:lnTo>
                      <a:pt x="130" y="693"/>
                    </a:lnTo>
                    <a:cubicBezTo>
                      <a:pt x="60" y="703"/>
                      <a:pt x="10" y="653"/>
                      <a:pt x="0" y="593"/>
                    </a:cubicBezTo>
                    <a:lnTo>
                      <a:pt x="0" y="11"/>
                    </a:lnTo>
                    <a:cubicBezTo>
                      <a:pt x="0" y="11"/>
                      <a:pt x="0" y="1"/>
                      <a:pt x="0" y="1"/>
                    </a:cubicBezTo>
                    <a:lnTo>
                      <a:pt x="2859" y="1"/>
                    </a:lnTo>
                    <a:cubicBezTo>
                      <a:pt x="2919" y="1"/>
                      <a:pt x="2979" y="41"/>
                      <a:pt x="2989" y="101"/>
                    </a:cubicBezTo>
                    <a:lnTo>
                      <a:pt x="2989" y="683"/>
                    </a:lnTo>
                    <a:cubicBezTo>
                      <a:pt x="2989" y="683"/>
                      <a:pt x="2989" y="693"/>
                      <a:pt x="2989" y="69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5" name="Google Shape;2805;p49"/>
              <p:cNvSpPr/>
              <p:nvPr/>
            </p:nvSpPr>
            <p:spPr>
              <a:xfrm>
                <a:off x="3662376" y="1894338"/>
                <a:ext cx="86290" cy="25753"/>
              </a:xfrm>
              <a:custGeom>
                <a:avLst/>
                <a:gdLst/>
                <a:ahLst/>
                <a:cxnLst/>
                <a:rect l="l" t="t" r="r" b="b"/>
                <a:pathLst>
                  <a:path w="2338" h="703" extrusionOk="0">
                    <a:moveTo>
                      <a:pt x="2307" y="703"/>
                    </a:moveTo>
                    <a:lnTo>
                      <a:pt x="130" y="703"/>
                    </a:lnTo>
                    <a:cubicBezTo>
                      <a:pt x="60" y="703"/>
                      <a:pt x="10" y="663"/>
                      <a:pt x="0" y="593"/>
                    </a:cubicBezTo>
                    <a:lnTo>
                      <a:pt x="0" y="21"/>
                    </a:lnTo>
                    <a:cubicBezTo>
                      <a:pt x="0" y="11"/>
                      <a:pt x="0" y="11"/>
                      <a:pt x="0" y="1"/>
                    </a:cubicBezTo>
                    <a:lnTo>
                      <a:pt x="2207" y="1"/>
                    </a:lnTo>
                    <a:cubicBezTo>
                      <a:pt x="2267" y="1"/>
                      <a:pt x="2327" y="51"/>
                      <a:pt x="2327" y="111"/>
                    </a:cubicBezTo>
                    <a:lnTo>
                      <a:pt x="2327" y="693"/>
                    </a:lnTo>
                    <a:cubicBezTo>
                      <a:pt x="2337" y="693"/>
                      <a:pt x="2337" y="703"/>
                      <a:pt x="2327" y="703"/>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6" name="Google Shape;2806;p49"/>
              <p:cNvSpPr/>
              <p:nvPr/>
            </p:nvSpPr>
            <p:spPr>
              <a:xfrm>
                <a:off x="3670496" y="1908662"/>
                <a:ext cx="41152" cy="11429"/>
              </a:xfrm>
              <a:custGeom>
                <a:avLst/>
                <a:gdLst/>
                <a:ahLst/>
                <a:cxnLst/>
                <a:rect l="l" t="t" r="r" b="b"/>
                <a:pathLst>
                  <a:path w="1115" h="312" extrusionOk="0">
                    <a:moveTo>
                      <a:pt x="1" y="1"/>
                    </a:moveTo>
                    <a:lnTo>
                      <a:pt x="1114" y="1"/>
                    </a:lnTo>
                    <a:lnTo>
                      <a:pt x="1114" y="312"/>
                    </a:lnTo>
                    <a:lnTo>
                      <a:pt x="1" y="31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7" name="Google Shape;2807;p49"/>
              <p:cNvSpPr/>
              <p:nvPr/>
            </p:nvSpPr>
            <p:spPr>
              <a:xfrm>
                <a:off x="3067058" y="1972988"/>
                <a:ext cx="1201007" cy="94109"/>
              </a:xfrm>
              <a:custGeom>
                <a:avLst/>
                <a:gdLst/>
                <a:ahLst/>
                <a:cxnLst/>
                <a:rect l="l" t="t" r="r" b="b"/>
                <a:pathLst>
                  <a:path w="32541" h="2569" extrusionOk="0">
                    <a:moveTo>
                      <a:pt x="131" y="2558"/>
                    </a:moveTo>
                    <a:lnTo>
                      <a:pt x="23613" y="2428"/>
                    </a:lnTo>
                    <a:cubicBezTo>
                      <a:pt x="26512" y="2518"/>
                      <a:pt x="31246" y="1615"/>
                      <a:pt x="32540" y="953"/>
                    </a:cubicBezTo>
                    <a:lnTo>
                      <a:pt x="31256" y="0"/>
                    </a:lnTo>
                    <a:cubicBezTo>
                      <a:pt x="27725" y="391"/>
                      <a:pt x="23673" y="492"/>
                      <a:pt x="20554" y="502"/>
                    </a:cubicBezTo>
                    <a:lnTo>
                      <a:pt x="884" y="572"/>
                    </a:lnTo>
                    <a:lnTo>
                      <a:pt x="1" y="2508"/>
                    </a:lnTo>
                    <a:cubicBezTo>
                      <a:pt x="51" y="2498"/>
                      <a:pt x="91" y="2568"/>
                      <a:pt x="131" y="2568"/>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8" name="Google Shape;2808;p49"/>
              <p:cNvSpPr/>
              <p:nvPr/>
            </p:nvSpPr>
            <p:spPr>
              <a:xfrm>
                <a:off x="3072262" y="1972988"/>
                <a:ext cx="1186908" cy="81984"/>
              </a:xfrm>
              <a:custGeom>
                <a:avLst/>
                <a:gdLst/>
                <a:ahLst/>
                <a:cxnLst/>
                <a:rect l="l" t="t" r="r" b="b"/>
                <a:pathLst>
                  <a:path w="32159" h="2238" extrusionOk="0">
                    <a:moveTo>
                      <a:pt x="32158" y="783"/>
                    </a:moveTo>
                    <a:lnTo>
                      <a:pt x="31115" y="0"/>
                    </a:lnTo>
                    <a:cubicBezTo>
                      <a:pt x="27584" y="391"/>
                      <a:pt x="23532" y="492"/>
                      <a:pt x="20413" y="502"/>
                    </a:cubicBezTo>
                    <a:lnTo>
                      <a:pt x="743" y="572"/>
                    </a:lnTo>
                    <a:lnTo>
                      <a:pt x="0" y="2187"/>
                    </a:lnTo>
                    <a:cubicBezTo>
                      <a:pt x="30" y="2207"/>
                      <a:pt x="61" y="2237"/>
                      <a:pt x="101" y="2237"/>
                    </a:cubicBezTo>
                    <a:lnTo>
                      <a:pt x="23582" y="2107"/>
                    </a:lnTo>
                    <a:cubicBezTo>
                      <a:pt x="26270" y="2187"/>
                      <a:pt x="30523" y="1425"/>
                      <a:pt x="32158" y="783"/>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9" name="Google Shape;2809;p49"/>
              <p:cNvSpPr/>
              <p:nvPr/>
            </p:nvSpPr>
            <p:spPr>
              <a:xfrm>
                <a:off x="3099278" y="1972988"/>
                <a:ext cx="1121397" cy="38244"/>
              </a:xfrm>
              <a:custGeom>
                <a:avLst/>
                <a:gdLst/>
                <a:ahLst/>
                <a:cxnLst/>
                <a:rect l="l" t="t" r="r" b="b"/>
                <a:pathLst>
                  <a:path w="30384" h="1044" extrusionOk="0">
                    <a:moveTo>
                      <a:pt x="372" y="1043"/>
                    </a:moveTo>
                    <a:lnTo>
                      <a:pt x="21105" y="1043"/>
                    </a:lnTo>
                    <a:cubicBezTo>
                      <a:pt x="25237" y="933"/>
                      <a:pt x="28227" y="562"/>
                      <a:pt x="30383" y="0"/>
                    </a:cubicBezTo>
                    <a:cubicBezTo>
                      <a:pt x="26852" y="391"/>
                      <a:pt x="22800" y="492"/>
                      <a:pt x="19671" y="502"/>
                    </a:cubicBezTo>
                    <a:lnTo>
                      <a:pt x="1" y="572"/>
                    </a:lnTo>
                    <a:lnTo>
                      <a:pt x="362" y="104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0" name="Google Shape;2810;p49"/>
              <p:cNvSpPr/>
              <p:nvPr/>
            </p:nvSpPr>
            <p:spPr>
              <a:xfrm>
                <a:off x="3127033" y="2034348"/>
                <a:ext cx="20779" cy="27951"/>
              </a:xfrm>
              <a:custGeom>
                <a:avLst/>
                <a:gdLst/>
                <a:ahLst/>
                <a:cxnLst/>
                <a:rect l="l" t="t" r="r" b="b"/>
                <a:pathLst>
                  <a:path w="563" h="763" extrusionOk="0">
                    <a:moveTo>
                      <a:pt x="1" y="0"/>
                    </a:moveTo>
                    <a:lnTo>
                      <a:pt x="563" y="0"/>
                    </a:lnTo>
                    <a:lnTo>
                      <a:pt x="563" y="763"/>
                    </a:lnTo>
                    <a:lnTo>
                      <a:pt x="1" y="76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1" name="Google Shape;2811;p49"/>
              <p:cNvSpPr/>
              <p:nvPr/>
            </p:nvSpPr>
            <p:spPr>
              <a:xfrm>
                <a:off x="3905966" y="2026618"/>
                <a:ext cx="20742" cy="27987"/>
              </a:xfrm>
              <a:custGeom>
                <a:avLst/>
                <a:gdLst/>
                <a:ahLst/>
                <a:cxnLst/>
                <a:rect l="l" t="t" r="r" b="b"/>
                <a:pathLst>
                  <a:path w="562" h="764" extrusionOk="0">
                    <a:moveTo>
                      <a:pt x="0" y="1"/>
                    </a:moveTo>
                    <a:lnTo>
                      <a:pt x="562" y="1"/>
                    </a:lnTo>
                    <a:lnTo>
                      <a:pt x="562" y="763"/>
                    </a:lnTo>
                    <a:lnTo>
                      <a:pt x="0" y="76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2" name="Google Shape;2812;p49"/>
              <p:cNvSpPr/>
              <p:nvPr/>
            </p:nvSpPr>
            <p:spPr>
              <a:xfrm>
                <a:off x="3161837" y="2034348"/>
                <a:ext cx="20779" cy="27951"/>
              </a:xfrm>
              <a:custGeom>
                <a:avLst/>
                <a:gdLst/>
                <a:ahLst/>
                <a:cxnLst/>
                <a:rect l="l" t="t" r="r" b="b"/>
                <a:pathLst>
                  <a:path w="563" h="763" extrusionOk="0">
                    <a:moveTo>
                      <a:pt x="1" y="0"/>
                    </a:moveTo>
                    <a:lnTo>
                      <a:pt x="563" y="0"/>
                    </a:lnTo>
                    <a:lnTo>
                      <a:pt x="563" y="763"/>
                    </a:lnTo>
                    <a:lnTo>
                      <a:pt x="1" y="76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3" name="Google Shape;2813;p49"/>
              <p:cNvSpPr/>
              <p:nvPr/>
            </p:nvSpPr>
            <p:spPr>
              <a:xfrm>
                <a:off x="3940769" y="2026618"/>
                <a:ext cx="20742" cy="27987"/>
              </a:xfrm>
              <a:custGeom>
                <a:avLst/>
                <a:gdLst/>
                <a:ahLst/>
                <a:cxnLst/>
                <a:rect l="l" t="t" r="r" b="b"/>
                <a:pathLst>
                  <a:path w="562" h="764" extrusionOk="0">
                    <a:moveTo>
                      <a:pt x="0" y="1"/>
                    </a:moveTo>
                    <a:lnTo>
                      <a:pt x="562" y="1"/>
                    </a:lnTo>
                    <a:lnTo>
                      <a:pt x="562" y="763"/>
                    </a:lnTo>
                    <a:lnTo>
                      <a:pt x="0" y="763"/>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4" name="Google Shape;2814;p49"/>
              <p:cNvSpPr/>
              <p:nvPr/>
            </p:nvSpPr>
            <p:spPr>
              <a:xfrm>
                <a:off x="4168415" y="2147139"/>
                <a:ext cx="31519" cy="90079"/>
              </a:xfrm>
              <a:custGeom>
                <a:avLst/>
                <a:gdLst/>
                <a:ahLst/>
                <a:cxnLst/>
                <a:rect l="l" t="t" r="r" b="b"/>
                <a:pathLst>
                  <a:path w="854" h="2459" extrusionOk="0">
                    <a:moveTo>
                      <a:pt x="542" y="31"/>
                    </a:moveTo>
                    <a:lnTo>
                      <a:pt x="1" y="2458"/>
                    </a:lnTo>
                    <a:lnTo>
                      <a:pt x="553" y="2458"/>
                    </a:lnTo>
                    <a:lnTo>
                      <a:pt x="85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5" name="Google Shape;2815;p49"/>
              <p:cNvSpPr/>
              <p:nvPr/>
            </p:nvSpPr>
            <p:spPr>
              <a:xfrm>
                <a:off x="4291317" y="2138348"/>
                <a:ext cx="20041" cy="98871"/>
              </a:xfrm>
              <a:custGeom>
                <a:avLst/>
                <a:gdLst/>
                <a:ahLst/>
                <a:cxnLst/>
                <a:rect l="l" t="t" r="r" b="b"/>
                <a:pathLst>
                  <a:path w="543" h="2699" extrusionOk="0">
                    <a:moveTo>
                      <a:pt x="232" y="30"/>
                    </a:moveTo>
                    <a:lnTo>
                      <a:pt x="1" y="2698"/>
                    </a:lnTo>
                    <a:lnTo>
                      <a:pt x="543" y="2698"/>
                    </a:lnTo>
                    <a:lnTo>
                      <a:pt x="53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6" name="Google Shape;2816;p49"/>
              <p:cNvSpPr/>
              <p:nvPr/>
            </p:nvSpPr>
            <p:spPr>
              <a:xfrm>
                <a:off x="4109547" y="2169192"/>
                <a:ext cx="24470" cy="68027"/>
              </a:xfrm>
              <a:custGeom>
                <a:avLst/>
                <a:gdLst/>
                <a:ahLst/>
                <a:cxnLst/>
                <a:rect l="l" t="t" r="r" b="b"/>
                <a:pathLst>
                  <a:path w="663" h="1857" extrusionOk="0">
                    <a:moveTo>
                      <a:pt x="352" y="21"/>
                    </a:moveTo>
                    <a:lnTo>
                      <a:pt x="1" y="1856"/>
                    </a:lnTo>
                    <a:lnTo>
                      <a:pt x="553" y="1856"/>
                    </a:lnTo>
                    <a:lnTo>
                      <a:pt x="6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7" name="Google Shape;2817;p49"/>
              <p:cNvSpPr/>
              <p:nvPr/>
            </p:nvSpPr>
            <p:spPr>
              <a:xfrm>
                <a:off x="4232486" y="2147139"/>
                <a:ext cx="20004" cy="90079"/>
              </a:xfrm>
              <a:custGeom>
                <a:avLst/>
                <a:gdLst/>
                <a:ahLst/>
                <a:cxnLst/>
                <a:rect l="l" t="t" r="r" b="b"/>
                <a:pathLst>
                  <a:path w="542" h="2459" extrusionOk="0">
                    <a:moveTo>
                      <a:pt x="191" y="31"/>
                    </a:moveTo>
                    <a:lnTo>
                      <a:pt x="0" y="2458"/>
                    </a:lnTo>
                    <a:lnTo>
                      <a:pt x="542" y="2458"/>
                    </a:lnTo>
                    <a:lnTo>
                      <a:pt x="49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8" name="Google Shape;2818;p49"/>
              <p:cNvSpPr/>
              <p:nvPr/>
            </p:nvSpPr>
            <p:spPr>
              <a:xfrm>
                <a:off x="4083269" y="2169192"/>
                <a:ext cx="21148" cy="68027"/>
              </a:xfrm>
              <a:custGeom>
                <a:avLst/>
                <a:gdLst/>
                <a:ahLst/>
                <a:cxnLst/>
                <a:rect l="l" t="t" r="r" b="b"/>
                <a:pathLst>
                  <a:path w="573" h="1857" extrusionOk="0">
                    <a:moveTo>
                      <a:pt x="262" y="21"/>
                    </a:moveTo>
                    <a:lnTo>
                      <a:pt x="1" y="1856"/>
                    </a:lnTo>
                    <a:lnTo>
                      <a:pt x="542" y="1856"/>
                    </a:lnTo>
                    <a:lnTo>
                      <a:pt x="5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9" name="Google Shape;2819;p49"/>
              <p:cNvSpPr/>
              <p:nvPr/>
            </p:nvSpPr>
            <p:spPr>
              <a:xfrm>
                <a:off x="4205802" y="2147139"/>
                <a:ext cx="20410" cy="90079"/>
              </a:xfrm>
              <a:custGeom>
                <a:avLst/>
                <a:gdLst/>
                <a:ahLst/>
                <a:cxnLst/>
                <a:rect l="l" t="t" r="r" b="b"/>
                <a:pathLst>
                  <a:path w="553" h="2459" extrusionOk="0">
                    <a:moveTo>
                      <a:pt x="111" y="31"/>
                    </a:moveTo>
                    <a:lnTo>
                      <a:pt x="1" y="2458"/>
                    </a:lnTo>
                    <a:lnTo>
                      <a:pt x="553" y="2458"/>
                    </a:lnTo>
                    <a:lnTo>
                      <a:pt x="4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0" name="Google Shape;2820;p49"/>
              <p:cNvSpPr/>
              <p:nvPr/>
            </p:nvSpPr>
            <p:spPr>
              <a:xfrm>
                <a:off x="4320954" y="2138348"/>
                <a:ext cx="28160" cy="98871"/>
              </a:xfrm>
              <a:custGeom>
                <a:avLst/>
                <a:gdLst/>
                <a:ahLst/>
                <a:cxnLst/>
                <a:rect l="l" t="t" r="r" b="b"/>
                <a:pathLst>
                  <a:path w="763" h="2699" extrusionOk="0">
                    <a:moveTo>
                      <a:pt x="0" y="30"/>
                    </a:moveTo>
                    <a:lnTo>
                      <a:pt x="211" y="2698"/>
                    </a:lnTo>
                    <a:lnTo>
                      <a:pt x="763" y="2698"/>
                    </a:lnTo>
                    <a:lnTo>
                      <a:pt x="3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1" name="Google Shape;2821;p49"/>
              <p:cNvSpPr/>
              <p:nvPr/>
            </p:nvSpPr>
            <p:spPr>
              <a:xfrm>
                <a:off x="3062998" y="2169192"/>
                <a:ext cx="37424" cy="68027"/>
              </a:xfrm>
              <a:custGeom>
                <a:avLst/>
                <a:gdLst/>
                <a:ahLst/>
                <a:cxnLst/>
                <a:rect l="l" t="t" r="r" b="b"/>
                <a:pathLst>
                  <a:path w="1014" h="1857" extrusionOk="0">
                    <a:moveTo>
                      <a:pt x="703" y="21"/>
                    </a:moveTo>
                    <a:lnTo>
                      <a:pt x="1" y="1856"/>
                    </a:lnTo>
                    <a:lnTo>
                      <a:pt x="552" y="1856"/>
                    </a:lnTo>
                    <a:lnTo>
                      <a:pt x="10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2" name="Google Shape;2822;p49"/>
              <p:cNvSpPr/>
              <p:nvPr/>
            </p:nvSpPr>
            <p:spPr>
              <a:xfrm>
                <a:off x="3127033" y="2169192"/>
                <a:ext cx="24470" cy="68027"/>
              </a:xfrm>
              <a:custGeom>
                <a:avLst/>
                <a:gdLst/>
                <a:ahLst/>
                <a:cxnLst/>
                <a:rect l="l" t="t" r="r" b="b"/>
                <a:pathLst>
                  <a:path w="663" h="1857" extrusionOk="0">
                    <a:moveTo>
                      <a:pt x="352" y="21"/>
                    </a:moveTo>
                    <a:lnTo>
                      <a:pt x="1" y="1856"/>
                    </a:lnTo>
                    <a:lnTo>
                      <a:pt x="543" y="1856"/>
                    </a:lnTo>
                    <a:lnTo>
                      <a:pt x="6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3" name="Google Shape;2823;p49"/>
              <p:cNvSpPr/>
              <p:nvPr/>
            </p:nvSpPr>
            <p:spPr>
              <a:xfrm>
                <a:off x="3100386" y="2169192"/>
                <a:ext cx="21517" cy="68027"/>
              </a:xfrm>
              <a:custGeom>
                <a:avLst/>
                <a:gdLst/>
                <a:ahLst/>
                <a:cxnLst/>
                <a:rect l="l" t="t" r="r" b="b"/>
                <a:pathLst>
                  <a:path w="583" h="1857" extrusionOk="0">
                    <a:moveTo>
                      <a:pt x="272" y="21"/>
                    </a:moveTo>
                    <a:lnTo>
                      <a:pt x="1" y="1856"/>
                    </a:lnTo>
                    <a:lnTo>
                      <a:pt x="552" y="1856"/>
                    </a:lnTo>
                    <a:lnTo>
                      <a:pt x="58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4" name="Google Shape;2824;p49"/>
              <p:cNvSpPr/>
              <p:nvPr/>
            </p:nvSpPr>
            <p:spPr>
              <a:xfrm>
                <a:off x="3154824" y="2169192"/>
                <a:ext cx="32589" cy="68027"/>
              </a:xfrm>
              <a:custGeom>
                <a:avLst/>
                <a:gdLst/>
                <a:ahLst/>
                <a:cxnLst/>
                <a:rect l="l" t="t" r="r" b="b"/>
                <a:pathLst>
                  <a:path w="883" h="1857" extrusionOk="0">
                    <a:moveTo>
                      <a:pt x="572" y="21"/>
                    </a:moveTo>
                    <a:lnTo>
                      <a:pt x="0" y="1856"/>
                    </a:lnTo>
                    <a:lnTo>
                      <a:pt x="542" y="1856"/>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5" name="Google Shape;2825;p49"/>
              <p:cNvSpPr/>
              <p:nvPr/>
            </p:nvSpPr>
            <p:spPr>
              <a:xfrm>
                <a:off x="3185900" y="2169192"/>
                <a:ext cx="37424" cy="68027"/>
              </a:xfrm>
              <a:custGeom>
                <a:avLst/>
                <a:gdLst/>
                <a:ahLst/>
                <a:cxnLst/>
                <a:rect l="l" t="t" r="r" b="b"/>
                <a:pathLst>
                  <a:path w="1014" h="1857" extrusionOk="0">
                    <a:moveTo>
                      <a:pt x="703" y="21"/>
                    </a:moveTo>
                    <a:lnTo>
                      <a:pt x="1" y="1856"/>
                    </a:lnTo>
                    <a:lnTo>
                      <a:pt x="542" y="1856"/>
                    </a:lnTo>
                    <a:lnTo>
                      <a:pt x="10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6" name="Google Shape;2826;p49"/>
              <p:cNvSpPr/>
              <p:nvPr/>
            </p:nvSpPr>
            <p:spPr>
              <a:xfrm>
                <a:off x="3308802" y="2169192"/>
                <a:ext cx="37424" cy="68027"/>
              </a:xfrm>
              <a:custGeom>
                <a:avLst/>
                <a:gdLst/>
                <a:ahLst/>
                <a:cxnLst/>
                <a:rect l="l" t="t" r="r" b="b"/>
                <a:pathLst>
                  <a:path w="1014" h="1857" extrusionOk="0">
                    <a:moveTo>
                      <a:pt x="703" y="21"/>
                    </a:moveTo>
                    <a:lnTo>
                      <a:pt x="1" y="1856"/>
                    </a:lnTo>
                    <a:lnTo>
                      <a:pt x="543" y="1856"/>
                    </a:lnTo>
                    <a:lnTo>
                      <a:pt x="10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7" name="Google Shape;2827;p49"/>
              <p:cNvSpPr/>
              <p:nvPr/>
            </p:nvSpPr>
            <p:spPr>
              <a:xfrm>
                <a:off x="3431372" y="2169192"/>
                <a:ext cx="37793" cy="68027"/>
              </a:xfrm>
              <a:custGeom>
                <a:avLst/>
                <a:gdLst/>
                <a:ahLst/>
                <a:cxnLst/>
                <a:rect l="l" t="t" r="r" b="b"/>
                <a:pathLst>
                  <a:path w="1024" h="1857" extrusionOk="0">
                    <a:moveTo>
                      <a:pt x="712" y="21"/>
                    </a:moveTo>
                    <a:lnTo>
                      <a:pt x="0" y="1856"/>
                    </a:lnTo>
                    <a:lnTo>
                      <a:pt x="552" y="1856"/>
                    </a:lnTo>
                    <a:lnTo>
                      <a:pt x="10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8" name="Google Shape;2828;p49"/>
              <p:cNvSpPr/>
              <p:nvPr/>
            </p:nvSpPr>
            <p:spPr>
              <a:xfrm>
                <a:off x="3554274" y="2169192"/>
                <a:ext cx="37793" cy="68027"/>
              </a:xfrm>
              <a:custGeom>
                <a:avLst/>
                <a:gdLst/>
                <a:ahLst/>
                <a:cxnLst/>
                <a:rect l="l" t="t" r="r" b="b"/>
                <a:pathLst>
                  <a:path w="1024" h="1857" extrusionOk="0">
                    <a:moveTo>
                      <a:pt x="702" y="21"/>
                    </a:moveTo>
                    <a:lnTo>
                      <a:pt x="0" y="1856"/>
                    </a:lnTo>
                    <a:lnTo>
                      <a:pt x="552" y="1856"/>
                    </a:lnTo>
                    <a:lnTo>
                      <a:pt x="102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9" name="Google Shape;2829;p49"/>
              <p:cNvSpPr/>
              <p:nvPr/>
            </p:nvSpPr>
            <p:spPr>
              <a:xfrm>
                <a:off x="3677176" y="2169192"/>
                <a:ext cx="37424" cy="68027"/>
              </a:xfrm>
              <a:custGeom>
                <a:avLst/>
                <a:gdLst/>
                <a:ahLst/>
                <a:cxnLst/>
                <a:rect l="l" t="t" r="r" b="b"/>
                <a:pathLst>
                  <a:path w="1014" h="1857" extrusionOk="0">
                    <a:moveTo>
                      <a:pt x="702" y="21"/>
                    </a:moveTo>
                    <a:lnTo>
                      <a:pt x="0" y="1856"/>
                    </a:lnTo>
                    <a:lnTo>
                      <a:pt x="552" y="1856"/>
                    </a:lnTo>
                    <a:lnTo>
                      <a:pt x="101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0" name="Google Shape;2830;p49"/>
              <p:cNvSpPr/>
              <p:nvPr/>
            </p:nvSpPr>
            <p:spPr>
              <a:xfrm>
                <a:off x="3800078" y="2169192"/>
                <a:ext cx="37424" cy="68027"/>
              </a:xfrm>
              <a:custGeom>
                <a:avLst/>
                <a:gdLst/>
                <a:ahLst/>
                <a:cxnLst/>
                <a:rect l="l" t="t" r="r" b="b"/>
                <a:pathLst>
                  <a:path w="1014" h="1857" extrusionOk="0">
                    <a:moveTo>
                      <a:pt x="703" y="21"/>
                    </a:moveTo>
                    <a:lnTo>
                      <a:pt x="0" y="1856"/>
                    </a:lnTo>
                    <a:lnTo>
                      <a:pt x="542" y="1856"/>
                    </a:lnTo>
                    <a:lnTo>
                      <a:pt x="101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1" name="Google Shape;2831;p49"/>
              <p:cNvSpPr/>
              <p:nvPr/>
            </p:nvSpPr>
            <p:spPr>
              <a:xfrm>
                <a:off x="3922611" y="2169192"/>
                <a:ext cx="37793" cy="68027"/>
              </a:xfrm>
              <a:custGeom>
                <a:avLst/>
                <a:gdLst/>
                <a:ahLst/>
                <a:cxnLst/>
                <a:rect l="l" t="t" r="r" b="b"/>
                <a:pathLst>
                  <a:path w="1024" h="1857" extrusionOk="0">
                    <a:moveTo>
                      <a:pt x="713" y="21"/>
                    </a:moveTo>
                    <a:lnTo>
                      <a:pt x="1" y="1856"/>
                    </a:lnTo>
                    <a:lnTo>
                      <a:pt x="552" y="1856"/>
                    </a:lnTo>
                    <a:lnTo>
                      <a:pt x="10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2" name="Google Shape;2832;p49"/>
              <p:cNvSpPr/>
              <p:nvPr/>
            </p:nvSpPr>
            <p:spPr>
              <a:xfrm>
                <a:off x="4045513" y="2169192"/>
                <a:ext cx="37793" cy="68027"/>
              </a:xfrm>
              <a:custGeom>
                <a:avLst/>
                <a:gdLst/>
                <a:ahLst/>
                <a:cxnLst/>
                <a:rect l="l" t="t" r="r" b="b"/>
                <a:pathLst>
                  <a:path w="1024" h="1857" extrusionOk="0">
                    <a:moveTo>
                      <a:pt x="713" y="21"/>
                    </a:moveTo>
                    <a:lnTo>
                      <a:pt x="1" y="1856"/>
                    </a:lnTo>
                    <a:lnTo>
                      <a:pt x="552" y="1856"/>
                    </a:lnTo>
                    <a:lnTo>
                      <a:pt x="10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3" name="Google Shape;2833;p49"/>
              <p:cNvSpPr/>
              <p:nvPr/>
            </p:nvSpPr>
            <p:spPr>
              <a:xfrm>
                <a:off x="3249603" y="2169192"/>
                <a:ext cx="24470" cy="68027"/>
              </a:xfrm>
              <a:custGeom>
                <a:avLst/>
                <a:gdLst/>
                <a:ahLst/>
                <a:cxnLst/>
                <a:rect l="l" t="t" r="r" b="b"/>
                <a:pathLst>
                  <a:path w="663" h="1857" extrusionOk="0">
                    <a:moveTo>
                      <a:pt x="361" y="21"/>
                    </a:moveTo>
                    <a:lnTo>
                      <a:pt x="0" y="1856"/>
                    </a:lnTo>
                    <a:lnTo>
                      <a:pt x="552" y="1856"/>
                    </a:lnTo>
                    <a:lnTo>
                      <a:pt x="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4" name="Google Shape;2834;p49"/>
              <p:cNvSpPr/>
              <p:nvPr/>
            </p:nvSpPr>
            <p:spPr>
              <a:xfrm>
                <a:off x="3372505" y="2169192"/>
                <a:ext cx="24470" cy="68027"/>
              </a:xfrm>
              <a:custGeom>
                <a:avLst/>
                <a:gdLst/>
                <a:ahLst/>
                <a:cxnLst/>
                <a:rect l="l" t="t" r="r" b="b"/>
                <a:pathLst>
                  <a:path w="663" h="1857" extrusionOk="0">
                    <a:moveTo>
                      <a:pt x="351" y="21"/>
                    </a:moveTo>
                    <a:lnTo>
                      <a:pt x="0" y="1856"/>
                    </a:lnTo>
                    <a:lnTo>
                      <a:pt x="552" y="1856"/>
                    </a:lnTo>
                    <a:lnTo>
                      <a:pt x="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5" name="Google Shape;2835;p49"/>
              <p:cNvSpPr/>
              <p:nvPr/>
            </p:nvSpPr>
            <p:spPr>
              <a:xfrm>
                <a:off x="3495407" y="2169192"/>
                <a:ext cx="24470" cy="68027"/>
              </a:xfrm>
              <a:custGeom>
                <a:avLst/>
                <a:gdLst/>
                <a:ahLst/>
                <a:cxnLst/>
                <a:rect l="l" t="t" r="r" b="b"/>
                <a:pathLst>
                  <a:path w="663" h="1857" extrusionOk="0">
                    <a:moveTo>
                      <a:pt x="351" y="21"/>
                    </a:moveTo>
                    <a:lnTo>
                      <a:pt x="0" y="1856"/>
                    </a:lnTo>
                    <a:lnTo>
                      <a:pt x="552" y="1856"/>
                    </a:lnTo>
                    <a:lnTo>
                      <a:pt x="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6" name="Google Shape;2836;p49"/>
              <p:cNvSpPr/>
              <p:nvPr/>
            </p:nvSpPr>
            <p:spPr>
              <a:xfrm>
                <a:off x="3618309" y="2169192"/>
                <a:ext cx="24470" cy="68027"/>
              </a:xfrm>
              <a:custGeom>
                <a:avLst/>
                <a:gdLst/>
                <a:ahLst/>
                <a:cxnLst/>
                <a:rect l="l" t="t" r="r" b="b"/>
                <a:pathLst>
                  <a:path w="663" h="1857" extrusionOk="0">
                    <a:moveTo>
                      <a:pt x="352" y="21"/>
                    </a:moveTo>
                    <a:lnTo>
                      <a:pt x="0" y="1856"/>
                    </a:lnTo>
                    <a:lnTo>
                      <a:pt x="542" y="1856"/>
                    </a:lnTo>
                    <a:lnTo>
                      <a:pt x="66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7" name="Google Shape;2837;p49"/>
              <p:cNvSpPr/>
              <p:nvPr/>
            </p:nvSpPr>
            <p:spPr>
              <a:xfrm>
                <a:off x="3741211" y="2169192"/>
                <a:ext cx="24470" cy="68027"/>
              </a:xfrm>
              <a:custGeom>
                <a:avLst/>
                <a:gdLst/>
                <a:ahLst/>
                <a:cxnLst/>
                <a:rect l="l" t="t" r="r" b="b"/>
                <a:pathLst>
                  <a:path w="663" h="1857" extrusionOk="0">
                    <a:moveTo>
                      <a:pt x="352" y="21"/>
                    </a:moveTo>
                    <a:lnTo>
                      <a:pt x="1" y="1856"/>
                    </a:lnTo>
                    <a:lnTo>
                      <a:pt x="542" y="1856"/>
                    </a:lnTo>
                    <a:lnTo>
                      <a:pt x="6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8" name="Google Shape;2838;p49"/>
              <p:cNvSpPr/>
              <p:nvPr/>
            </p:nvSpPr>
            <p:spPr>
              <a:xfrm>
                <a:off x="3863743" y="2169192"/>
                <a:ext cx="24470" cy="68027"/>
              </a:xfrm>
              <a:custGeom>
                <a:avLst/>
                <a:gdLst/>
                <a:ahLst/>
                <a:cxnLst/>
                <a:rect l="l" t="t" r="r" b="b"/>
                <a:pathLst>
                  <a:path w="663" h="1857" extrusionOk="0">
                    <a:moveTo>
                      <a:pt x="362" y="21"/>
                    </a:moveTo>
                    <a:lnTo>
                      <a:pt x="1" y="1856"/>
                    </a:lnTo>
                    <a:lnTo>
                      <a:pt x="552" y="1856"/>
                    </a:lnTo>
                    <a:lnTo>
                      <a:pt x="6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9" name="Google Shape;2839;p49"/>
              <p:cNvSpPr/>
              <p:nvPr/>
            </p:nvSpPr>
            <p:spPr>
              <a:xfrm>
                <a:off x="3986645" y="2169192"/>
                <a:ext cx="24470" cy="68027"/>
              </a:xfrm>
              <a:custGeom>
                <a:avLst/>
                <a:gdLst/>
                <a:ahLst/>
                <a:cxnLst/>
                <a:rect l="l" t="t" r="r" b="b"/>
                <a:pathLst>
                  <a:path w="663" h="1857" extrusionOk="0">
                    <a:moveTo>
                      <a:pt x="352" y="21"/>
                    </a:moveTo>
                    <a:lnTo>
                      <a:pt x="1" y="1856"/>
                    </a:lnTo>
                    <a:lnTo>
                      <a:pt x="553" y="1856"/>
                    </a:lnTo>
                    <a:lnTo>
                      <a:pt x="66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0" name="Google Shape;2840;p49"/>
              <p:cNvSpPr/>
              <p:nvPr/>
            </p:nvSpPr>
            <p:spPr>
              <a:xfrm>
                <a:off x="3223288" y="2169192"/>
                <a:ext cx="21148" cy="68027"/>
              </a:xfrm>
              <a:custGeom>
                <a:avLst/>
                <a:gdLst/>
                <a:ahLst/>
                <a:cxnLst/>
                <a:rect l="l" t="t" r="r" b="b"/>
                <a:pathLst>
                  <a:path w="573" h="1857" extrusionOk="0">
                    <a:moveTo>
                      <a:pt x="272" y="21"/>
                    </a:moveTo>
                    <a:lnTo>
                      <a:pt x="1" y="1856"/>
                    </a:lnTo>
                    <a:lnTo>
                      <a:pt x="553" y="1856"/>
                    </a:lnTo>
                    <a:lnTo>
                      <a:pt x="5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1" name="Google Shape;2841;p49"/>
              <p:cNvSpPr/>
              <p:nvPr/>
            </p:nvSpPr>
            <p:spPr>
              <a:xfrm>
                <a:off x="3346226" y="2169192"/>
                <a:ext cx="21111" cy="68027"/>
              </a:xfrm>
              <a:custGeom>
                <a:avLst/>
                <a:gdLst/>
                <a:ahLst/>
                <a:cxnLst/>
                <a:rect l="l" t="t" r="r" b="b"/>
                <a:pathLst>
                  <a:path w="572" h="1857" extrusionOk="0">
                    <a:moveTo>
                      <a:pt x="271" y="21"/>
                    </a:moveTo>
                    <a:lnTo>
                      <a:pt x="0" y="1856"/>
                    </a:lnTo>
                    <a:lnTo>
                      <a:pt x="552" y="1856"/>
                    </a:lnTo>
                    <a:lnTo>
                      <a:pt x="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2" name="Google Shape;2842;p49"/>
              <p:cNvSpPr/>
              <p:nvPr/>
            </p:nvSpPr>
            <p:spPr>
              <a:xfrm>
                <a:off x="3469128" y="2169192"/>
                <a:ext cx="21111" cy="68027"/>
              </a:xfrm>
              <a:custGeom>
                <a:avLst/>
                <a:gdLst/>
                <a:ahLst/>
                <a:cxnLst/>
                <a:rect l="l" t="t" r="r" b="b"/>
                <a:pathLst>
                  <a:path w="572" h="1857" extrusionOk="0">
                    <a:moveTo>
                      <a:pt x="261" y="21"/>
                    </a:moveTo>
                    <a:lnTo>
                      <a:pt x="0" y="1856"/>
                    </a:lnTo>
                    <a:lnTo>
                      <a:pt x="542" y="1856"/>
                    </a:lnTo>
                    <a:lnTo>
                      <a:pt x="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3" name="Google Shape;2843;p49"/>
              <p:cNvSpPr/>
              <p:nvPr/>
            </p:nvSpPr>
            <p:spPr>
              <a:xfrm>
                <a:off x="3592030" y="2169192"/>
                <a:ext cx="21148" cy="68027"/>
              </a:xfrm>
              <a:custGeom>
                <a:avLst/>
                <a:gdLst/>
                <a:ahLst/>
                <a:cxnLst/>
                <a:rect l="l" t="t" r="r" b="b"/>
                <a:pathLst>
                  <a:path w="573" h="1857" extrusionOk="0">
                    <a:moveTo>
                      <a:pt x="261" y="21"/>
                    </a:moveTo>
                    <a:lnTo>
                      <a:pt x="0" y="1856"/>
                    </a:lnTo>
                    <a:lnTo>
                      <a:pt x="542" y="1856"/>
                    </a:lnTo>
                    <a:lnTo>
                      <a:pt x="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4" name="Google Shape;2844;p49"/>
              <p:cNvSpPr/>
              <p:nvPr/>
            </p:nvSpPr>
            <p:spPr>
              <a:xfrm>
                <a:off x="3714563" y="2169192"/>
                <a:ext cx="21148" cy="68027"/>
              </a:xfrm>
              <a:custGeom>
                <a:avLst/>
                <a:gdLst/>
                <a:ahLst/>
                <a:cxnLst/>
                <a:rect l="l" t="t" r="r" b="b"/>
                <a:pathLst>
                  <a:path w="573" h="1857" extrusionOk="0">
                    <a:moveTo>
                      <a:pt x="271" y="21"/>
                    </a:moveTo>
                    <a:lnTo>
                      <a:pt x="0" y="1856"/>
                    </a:lnTo>
                    <a:lnTo>
                      <a:pt x="552" y="1856"/>
                    </a:lnTo>
                    <a:lnTo>
                      <a:pt x="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5" name="Google Shape;2845;p49"/>
              <p:cNvSpPr/>
              <p:nvPr/>
            </p:nvSpPr>
            <p:spPr>
              <a:xfrm>
                <a:off x="3837465" y="2169192"/>
                <a:ext cx="21148" cy="68027"/>
              </a:xfrm>
              <a:custGeom>
                <a:avLst/>
                <a:gdLst/>
                <a:ahLst/>
                <a:cxnLst/>
                <a:rect l="l" t="t" r="r" b="b"/>
                <a:pathLst>
                  <a:path w="573" h="1857" extrusionOk="0">
                    <a:moveTo>
                      <a:pt x="271" y="21"/>
                    </a:moveTo>
                    <a:lnTo>
                      <a:pt x="1" y="1856"/>
                    </a:lnTo>
                    <a:lnTo>
                      <a:pt x="552" y="1856"/>
                    </a:lnTo>
                    <a:lnTo>
                      <a:pt x="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6" name="Google Shape;2846;p49"/>
              <p:cNvSpPr/>
              <p:nvPr/>
            </p:nvSpPr>
            <p:spPr>
              <a:xfrm>
                <a:off x="3960367" y="2169192"/>
                <a:ext cx="21148" cy="68027"/>
              </a:xfrm>
              <a:custGeom>
                <a:avLst/>
                <a:gdLst/>
                <a:ahLst/>
                <a:cxnLst/>
                <a:rect l="l" t="t" r="r" b="b"/>
                <a:pathLst>
                  <a:path w="573" h="1857" extrusionOk="0">
                    <a:moveTo>
                      <a:pt x="271" y="21"/>
                    </a:moveTo>
                    <a:lnTo>
                      <a:pt x="1" y="1856"/>
                    </a:lnTo>
                    <a:lnTo>
                      <a:pt x="552" y="1856"/>
                    </a:lnTo>
                    <a:lnTo>
                      <a:pt x="5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7" name="Google Shape;2847;p49"/>
              <p:cNvSpPr/>
              <p:nvPr/>
            </p:nvSpPr>
            <p:spPr>
              <a:xfrm>
                <a:off x="3277726" y="2169192"/>
                <a:ext cx="32626" cy="68027"/>
              </a:xfrm>
              <a:custGeom>
                <a:avLst/>
                <a:gdLst/>
                <a:ahLst/>
                <a:cxnLst/>
                <a:rect l="l" t="t" r="r" b="b"/>
                <a:pathLst>
                  <a:path w="884" h="1857" extrusionOk="0">
                    <a:moveTo>
                      <a:pt x="572" y="21"/>
                    </a:moveTo>
                    <a:lnTo>
                      <a:pt x="0" y="1856"/>
                    </a:lnTo>
                    <a:lnTo>
                      <a:pt x="542" y="1856"/>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8" name="Google Shape;2848;p49"/>
              <p:cNvSpPr/>
              <p:nvPr/>
            </p:nvSpPr>
            <p:spPr>
              <a:xfrm>
                <a:off x="3400259" y="2169192"/>
                <a:ext cx="32626" cy="68027"/>
              </a:xfrm>
              <a:custGeom>
                <a:avLst/>
                <a:gdLst/>
                <a:ahLst/>
                <a:cxnLst/>
                <a:rect l="l" t="t" r="r" b="b"/>
                <a:pathLst>
                  <a:path w="884" h="1857" extrusionOk="0">
                    <a:moveTo>
                      <a:pt x="582" y="21"/>
                    </a:moveTo>
                    <a:lnTo>
                      <a:pt x="0" y="1856"/>
                    </a:lnTo>
                    <a:lnTo>
                      <a:pt x="552" y="1856"/>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9" name="Google Shape;2849;p49"/>
              <p:cNvSpPr/>
              <p:nvPr/>
            </p:nvSpPr>
            <p:spPr>
              <a:xfrm>
                <a:off x="3523161" y="2169192"/>
                <a:ext cx="32626" cy="68027"/>
              </a:xfrm>
              <a:custGeom>
                <a:avLst/>
                <a:gdLst/>
                <a:ahLst/>
                <a:cxnLst/>
                <a:rect l="l" t="t" r="r" b="b"/>
                <a:pathLst>
                  <a:path w="884" h="1857" extrusionOk="0">
                    <a:moveTo>
                      <a:pt x="572" y="21"/>
                    </a:moveTo>
                    <a:lnTo>
                      <a:pt x="1" y="1856"/>
                    </a:lnTo>
                    <a:lnTo>
                      <a:pt x="552" y="1856"/>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0" name="Google Shape;2850;p49"/>
              <p:cNvSpPr/>
              <p:nvPr/>
            </p:nvSpPr>
            <p:spPr>
              <a:xfrm>
                <a:off x="3646063" y="2169192"/>
                <a:ext cx="32626" cy="68027"/>
              </a:xfrm>
              <a:custGeom>
                <a:avLst/>
                <a:gdLst/>
                <a:ahLst/>
                <a:cxnLst/>
                <a:rect l="l" t="t" r="r" b="b"/>
                <a:pathLst>
                  <a:path w="884" h="1857" extrusionOk="0">
                    <a:moveTo>
                      <a:pt x="572" y="21"/>
                    </a:moveTo>
                    <a:lnTo>
                      <a:pt x="1" y="1856"/>
                    </a:lnTo>
                    <a:lnTo>
                      <a:pt x="552" y="1856"/>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1" name="Google Shape;2851;p49"/>
              <p:cNvSpPr/>
              <p:nvPr/>
            </p:nvSpPr>
            <p:spPr>
              <a:xfrm>
                <a:off x="3768965" y="2169192"/>
                <a:ext cx="32626" cy="68027"/>
              </a:xfrm>
              <a:custGeom>
                <a:avLst/>
                <a:gdLst/>
                <a:ahLst/>
                <a:cxnLst/>
                <a:rect l="l" t="t" r="r" b="b"/>
                <a:pathLst>
                  <a:path w="884" h="1857" extrusionOk="0">
                    <a:moveTo>
                      <a:pt x="573" y="21"/>
                    </a:moveTo>
                    <a:lnTo>
                      <a:pt x="1" y="1856"/>
                    </a:lnTo>
                    <a:lnTo>
                      <a:pt x="543" y="1856"/>
                    </a:lnTo>
                    <a:lnTo>
                      <a:pt x="8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2" name="Google Shape;2852;p49"/>
              <p:cNvSpPr/>
              <p:nvPr/>
            </p:nvSpPr>
            <p:spPr>
              <a:xfrm>
                <a:off x="3891498" y="2169192"/>
                <a:ext cx="32995" cy="68027"/>
              </a:xfrm>
              <a:custGeom>
                <a:avLst/>
                <a:gdLst/>
                <a:ahLst/>
                <a:cxnLst/>
                <a:rect l="l" t="t" r="r" b="b"/>
                <a:pathLst>
                  <a:path w="894" h="1857" extrusionOk="0">
                    <a:moveTo>
                      <a:pt x="583" y="21"/>
                    </a:moveTo>
                    <a:lnTo>
                      <a:pt x="1" y="1856"/>
                    </a:lnTo>
                    <a:lnTo>
                      <a:pt x="553" y="1856"/>
                    </a:lnTo>
                    <a:lnTo>
                      <a:pt x="89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3" name="Google Shape;2853;p49"/>
              <p:cNvSpPr/>
              <p:nvPr/>
            </p:nvSpPr>
            <p:spPr>
              <a:xfrm>
                <a:off x="4014437" y="2169192"/>
                <a:ext cx="32589" cy="68027"/>
              </a:xfrm>
              <a:custGeom>
                <a:avLst/>
                <a:gdLst/>
                <a:ahLst/>
                <a:cxnLst/>
                <a:rect l="l" t="t" r="r" b="b"/>
                <a:pathLst>
                  <a:path w="883" h="1857" extrusionOk="0">
                    <a:moveTo>
                      <a:pt x="572" y="21"/>
                    </a:moveTo>
                    <a:lnTo>
                      <a:pt x="0" y="1856"/>
                    </a:lnTo>
                    <a:lnTo>
                      <a:pt x="552" y="1856"/>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4" name="Google Shape;2854;p49"/>
              <p:cNvSpPr/>
              <p:nvPr/>
            </p:nvSpPr>
            <p:spPr>
              <a:xfrm>
                <a:off x="4137339" y="2169192"/>
                <a:ext cx="32589" cy="68027"/>
              </a:xfrm>
              <a:custGeom>
                <a:avLst/>
                <a:gdLst/>
                <a:ahLst/>
                <a:cxnLst/>
                <a:rect l="l" t="t" r="r" b="b"/>
                <a:pathLst>
                  <a:path w="883" h="1857" extrusionOk="0">
                    <a:moveTo>
                      <a:pt x="572" y="21"/>
                    </a:moveTo>
                    <a:lnTo>
                      <a:pt x="0" y="1856"/>
                    </a:lnTo>
                    <a:lnTo>
                      <a:pt x="552" y="1856"/>
                    </a:lnTo>
                    <a:lnTo>
                      <a:pt x="88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5" name="Google Shape;2855;p49"/>
              <p:cNvSpPr/>
              <p:nvPr/>
            </p:nvSpPr>
            <p:spPr>
              <a:xfrm>
                <a:off x="4260241" y="2138348"/>
                <a:ext cx="20041" cy="98871"/>
              </a:xfrm>
              <a:custGeom>
                <a:avLst/>
                <a:gdLst/>
                <a:ahLst/>
                <a:cxnLst/>
                <a:rect l="l" t="t" r="r" b="b"/>
                <a:pathLst>
                  <a:path w="543" h="2699" extrusionOk="0">
                    <a:moveTo>
                      <a:pt x="101" y="30"/>
                    </a:moveTo>
                    <a:lnTo>
                      <a:pt x="0" y="2698"/>
                    </a:lnTo>
                    <a:lnTo>
                      <a:pt x="542" y="2698"/>
                    </a:lnTo>
                    <a:lnTo>
                      <a:pt x="40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6" name="Google Shape;2856;p49"/>
              <p:cNvSpPr/>
              <p:nvPr/>
            </p:nvSpPr>
            <p:spPr>
              <a:xfrm>
                <a:off x="3067058" y="1993942"/>
                <a:ext cx="45950" cy="73155"/>
              </a:xfrm>
              <a:custGeom>
                <a:avLst/>
                <a:gdLst/>
                <a:ahLst/>
                <a:cxnLst/>
                <a:rect l="l" t="t" r="r" b="b"/>
                <a:pathLst>
                  <a:path w="1245" h="1997" extrusionOk="0">
                    <a:moveTo>
                      <a:pt x="884" y="0"/>
                    </a:moveTo>
                    <a:lnTo>
                      <a:pt x="1245" y="471"/>
                    </a:lnTo>
                    <a:lnTo>
                      <a:pt x="131" y="1996"/>
                    </a:lnTo>
                    <a:lnTo>
                      <a:pt x="1" y="1936"/>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49"/>
              <p:cNvSpPr/>
              <p:nvPr/>
            </p:nvSpPr>
            <p:spPr>
              <a:xfrm>
                <a:off x="3569812" y="1699234"/>
                <a:ext cx="12622" cy="21357"/>
              </a:xfrm>
              <a:custGeom>
                <a:avLst/>
                <a:gdLst/>
                <a:ahLst/>
                <a:cxnLst/>
                <a:rect l="l" t="t" r="r" b="b"/>
                <a:pathLst>
                  <a:path w="342" h="583" extrusionOk="0">
                    <a:moveTo>
                      <a:pt x="0" y="1"/>
                    </a:moveTo>
                    <a:lnTo>
                      <a:pt x="341" y="1"/>
                    </a:lnTo>
                    <a:lnTo>
                      <a:pt x="341" y="582"/>
                    </a:lnTo>
                    <a:lnTo>
                      <a:pt x="0" y="582"/>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8" name="Google Shape;2858;p49"/>
              <p:cNvSpPr/>
              <p:nvPr/>
            </p:nvSpPr>
            <p:spPr>
              <a:xfrm>
                <a:off x="3479869" y="1569884"/>
                <a:ext cx="106626" cy="4469"/>
              </a:xfrm>
              <a:custGeom>
                <a:avLst/>
                <a:gdLst/>
                <a:ahLst/>
                <a:cxnLst/>
                <a:rect l="l" t="t" r="r" b="b"/>
                <a:pathLst>
                  <a:path w="2889" h="122" extrusionOk="0">
                    <a:moveTo>
                      <a:pt x="0" y="1"/>
                    </a:moveTo>
                    <a:lnTo>
                      <a:pt x="2889" y="1"/>
                    </a:lnTo>
                    <a:lnTo>
                      <a:pt x="2889" y="121"/>
                    </a:lnTo>
                    <a:lnTo>
                      <a:pt x="0" y="12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9" name="Google Shape;2859;p49"/>
              <p:cNvSpPr/>
              <p:nvPr/>
            </p:nvSpPr>
            <p:spPr>
              <a:xfrm>
                <a:off x="3493930" y="1471416"/>
                <a:ext cx="3728" cy="98505"/>
              </a:xfrm>
              <a:custGeom>
                <a:avLst/>
                <a:gdLst/>
                <a:ahLst/>
                <a:cxnLst/>
                <a:rect l="l" t="t" r="r" b="b"/>
                <a:pathLst>
                  <a:path w="101" h="2689" extrusionOk="0">
                    <a:moveTo>
                      <a:pt x="0" y="1"/>
                    </a:moveTo>
                    <a:lnTo>
                      <a:pt x="100" y="1"/>
                    </a:lnTo>
                    <a:lnTo>
                      <a:pt x="100" y="2689"/>
                    </a:lnTo>
                    <a:lnTo>
                      <a:pt x="0" y="2689"/>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0" name="Google Shape;2860;p49"/>
              <p:cNvSpPr/>
              <p:nvPr/>
            </p:nvSpPr>
            <p:spPr>
              <a:xfrm>
                <a:off x="3492823" y="1441671"/>
                <a:ext cx="7049" cy="29782"/>
              </a:xfrm>
              <a:custGeom>
                <a:avLst/>
                <a:gdLst/>
                <a:ahLst/>
                <a:cxnLst/>
                <a:rect l="l" t="t" r="r" b="b"/>
                <a:pathLst>
                  <a:path w="191" h="813" extrusionOk="0">
                    <a:moveTo>
                      <a:pt x="90" y="0"/>
                    </a:moveTo>
                    <a:lnTo>
                      <a:pt x="90" y="0"/>
                    </a:lnTo>
                    <a:cubicBezTo>
                      <a:pt x="151" y="0"/>
                      <a:pt x="191" y="0"/>
                      <a:pt x="191" y="10"/>
                    </a:cubicBezTo>
                    <a:lnTo>
                      <a:pt x="191" y="793"/>
                    </a:lnTo>
                    <a:cubicBezTo>
                      <a:pt x="191" y="813"/>
                      <a:pt x="151" y="813"/>
                      <a:pt x="90" y="813"/>
                    </a:cubicBezTo>
                    <a:lnTo>
                      <a:pt x="90" y="813"/>
                    </a:lnTo>
                    <a:cubicBezTo>
                      <a:pt x="40" y="813"/>
                      <a:pt x="0" y="813"/>
                      <a:pt x="0" y="793"/>
                    </a:cubicBezTo>
                    <a:lnTo>
                      <a:pt x="0" y="20"/>
                    </a:lnTo>
                    <a:cubicBezTo>
                      <a:pt x="0" y="10"/>
                      <a:pt x="40" y="0"/>
                      <a:pt x="9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1" name="Google Shape;2861;p49"/>
              <p:cNvSpPr/>
              <p:nvPr/>
            </p:nvSpPr>
            <p:spPr>
              <a:xfrm>
                <a:off x="3513528" y="1468852"/>
                <a:ext cx="3026" cy="7400"/>
              </a:xfrm>
              <a:custGeom>
                <a:avLst/>
                <a:gdLst/>
                <a:ahLst/>
                <a:cxnLst/>
                <a:rect l="l" t="t" r="r" b="b"/>
                <a:pathLst>
                  <a:path w="82" h="202" extrusionOk="0">
                    <a:moveTo>
                      <a:pt x="81" y="0"/>
                    </a:moveTo>
                    <a:lnTo>
                      <a:pt x="1" y="0"/>
                    </a:lnTo>
                    <a:lnTo>
                      <a:pt x="1" y="201"/>
                    </a:lnTo>
                    <a:lnTo>
                      <a:pt x="81" y="20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2" name="Google Shape;2862;p49"/>
              <p:cNvSpPr/>
              <p:nvPr/>
            </p:nvSpPr>
            <p:spPr>
              <a:xfrm>
                <a:off x="3495038" y="1471416"/>
                <a:ext cx="20004" cy="2235"/>
              </a:xfrm>
              <a:custGeom>
                <a:avLst/>
                <a:gdLst/>
                <a:ahLst/>
                <a:cxnLst/>
                <a:rect l="l" t="t" r="r" b="b"/>
                <a:pathLst>
                  <a:path w="542" h="61" extrusionOk="0">
                    <a:moveTo>
                      <a:pt x="0" y="1"/>
                    </a:moveTo>
                    <a:lnTo>
                      <a:pt x="542" y="1"/>
                    </a:lnTo>
                    <a:lnTo>
                      <a:pt x="542" y="61"/>
                    </a:lnTo>
                    <a:lnTo>
                      <a:pt x="0" y="6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3" name="Google Shape;2863;p49"/>
              <p:cNvSpPr/>
              <p:nvPr/>
            </p:nvSpPr>
            <p:spPr>
              <a:xfrm>
                <a:off x="3504670" y="1493469"/>
                <a:ext cx="2990" cy="7400"/>
              </a:xfrm>
              <a:custGeom>
                <a:avLst/>
                <a:gdLst/>
                <a:ahLst/>
                <a:cxnLst/>
                <a:rect l="l" t="t" r="r" b="b"/>
                <a:pathLst>
                  <a:path w="81" h="202" extrusionOk="0">
                    <a:moveTo>
                      <a:pt x="80" y="0"/>
                    </a:moveTo>
                    <a:lnTo>
                      <a:pt x="0" y="0"/>
                    </a:lnTo>
                    <a:lnTo>
                      <a:pt x="0" y="201"/>
                    </a:lnTo>
                    <a:lnTo>
                      <a:pt x="80" y="20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4" name="Google Shape;2864;p49"/>
              <p:cNvSpPr/>
              <p:nvPr/>
            </p:nvSpPr>
            <p:spPr>
              <a:xfrm>
                <a:off x="3495038" y="1496033"/>
                <a:ext cx="11146" cy="2235"/>
              </a:xfrm>
              <a:custGeom>
                <a:avLst/>
                <a:gdLst/>
                <a:ahLst/>
                <a:cxnLst/>
                <a:rect l="l" t="t" r="r" b="b"/>
                <a:pathLst>
                  <a:path w="302" h="61" extrusionOk="0">
                    <a:moveTo>
                      <a:pt x="0" y="1"/>
                    </a:moveTo>
                    <a:lnTo>
                      <a:pt x="301" y="1"/>
                    </a:lnTo>
                    <a:lnTo>
                      <a:pt x="301" y="61"/>
                    </a:lnTo>
                    <a:lnTo>
                      <a:pt x="0" y="6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5" name="Google Shape;2865;p49"/>
              <p:cNvSpPr/>
              <p:nvPr/>
            </p:nvSpPr>
            <p:spPr>
              <a:xfrm>
                <a:off x="3559810" y="1541238"/>
                <a:ext cx="7086" cy="29782"/>
              </a:xfrm>
              <a:custGeom>
                <a:avLst/>
                <a:gdLst/>
                <a:ahLst/>
                <a:cxnLst/>
                <a:rect l="l" t="t" r="r" b="b"/>
                <a:pathLst>
                  <a:path w="192" h="813" extrusionOk="0">
                    <a:moveTo>
                      <a:pt x="91" y="0"/>
                    </a:moveTo>
                    <a:lnTo>
                      <a:pt x="91" y="0"/>
                    </a:lnTo>
                    <a:cubicBezTo>
                      <a:pt x="151" y="0"/>
                      <a:pt x="191" y="0"/>
                      <a:pt x="191" y="10"/>
                    </a:cubicBezTo>
                    <a:lnTo>
                      <a:pt x="191" y="803"/>
                    </a:lnTo>
                    <a:cubicBezTo>
                      <a:pt x="191" y="813"/>
                      <a:pt x="151" y="813"/>
                      <a:pt x="91" y="813"/>
                    </a:cubicBezTo>
                    <a:lnTo>
                      <a:pt x="91" y="813"/>
                    </a:lnTo>
                    <a:cubicBezTo>
                      <a:pt x="41" y="813"/>
                      <a:pt x="1" y="813"/>
                      <a:pt x="1" y="803"/>
                    </a:cubicBezTo>
                    <a:lnTo>
                      <a:pt x="1" y="10"/>
                    </a:lnTo>
                    <a:cubicBezTo>
                      <a:pt x="1" y="0"/>
                      <a:pt x="41" y="0"/>
                      <a:pt x="9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6" name="Google Shape;2866;p49"/>
              <p:cNvSpPr/>
              <p:nvPr/>
            </p:nvSpPr>
            <p:spPr>
              <a:xfrm>
                <a:off x="3431003" y="1973721"/>
                <a:ext cx="86659" cy="24654"/>
              </a:xfrm>
              <a:custGeom>
                <a:avLst/>
                <a:gdLst/>
                <a:ahLst/>
                <a:cxnLst/>
                <a:rect l="l" t="t" r="r" b="b"/>
                <a:pathLst>
                  <a:path w="2348" h="673" extrusionOk="0">
                    <a:moveTo>
                      <a:pt x="502" y="10"/>
                    </a:moveTo>
                    <a:lnTo>
                      <a:pt x="2076" y="10"/>
                    </a:lnTo>
                    <a:cubicBezTo>
                      <a:pt x="2237" y="0"/>
                      <a:pt x="2347" y="171"/>
                      <a:pt x="2267" y="301"/>
                    </a:cubicBezTo>
                    <a:lnTo>
                      <a:pt x="2247" y="371"/>
                    </a:lnTo>
                    <a:cubicBezTo>
                      <a:pt x="2187" y="532"/>
                      <a:pt x="2026" y="652"/>
                      <a:pt x="1846" y="662"/>
                    </a:cubicBezTo>
                    <a:lnTo>
                      <a:pt x="261" y="662"/>
                    </a:lnTo>
                    <a:cubicBezTo>
                      <a:pt x="110" y="672"/>
                      <a:pt x="0" y="512"/>
                      <a:pt x="70" y="371"/>
                    </a:cubicBezTo>
                    <a:lnTo>
                      <a:pt x="100" y="301"/>
                    </a:lnTo>
                    <a:cubicBezTo>
                      <a:pt x="160" y="141"/>
                      <a:pt x="311" y="20"/>
                      <a:pt x="491" y="1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7" name="Google Shape;2867;p49"/>
              <p:cNvSpPr/>
              <p:nvPr/>
            </p:nvSpPr>
            <p:spPr>
              <a:xfrm>
                <a:off x="3640896" y="1973721"/>
                <a:ext cx="86290" cy="24654"/>
              </a:xfrm>
              <a:custGeom>
                <a:avLst/>
                <a:gdLst/>
                <a:ahLst/>
                <a:cxnLst/>
                <a:rect l="l" t="t" r="r" b="b"/>
                <a:pathLst>
                  <a:path w="2338" h="673" extrusionOk="0">
                    <a:moveTo>
                      <a:pt x="492" y="10"/>
                    </a:moveTo>
                    <a:lnTo>
                      <a:pt x="2077" y="10"/>
                    </a:lnTo>
                    <a:cubicBezTo>
                      <a:pt x="2237" y="0"/>
                      <a:pt x="2337" y="161"/>
                      <a:pt x="2267" y="301"/>
                    </a:cubicBezTo>
                    <a:lnTo>
                      <a:pt x="2247" y="371"/>
                    </a:lnTo>
                    <a:cubicBezTo>
                      <a:pt x="2177" y="532"/>
                      <a:pt x="2026" y="652"/>
                      <a:pt x="1846" y="662"/>
                    </a:cubicBezTo>
                    <a:lnTo>
                      <a:pt x="271" y="662"/>
                    </a:lnTo>
                    <a:cubicBezTo>
                      <a:pt x="111" y="672"/>
                      <a:pt x="0" y="502"/>
                      <a:pt x="81" y="361"/>
                    </a:cubicBezTo>
                    <a:lnTo>
                      <a:pt x="101" y="301"/>
                    </a:lnTo>
                    <a:cubicBezTo>
                      <a:pt x="161" y="131"/>
                      <a:pt x="321" y="20"/>
                      <a:pt x="502" y="1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8" name="Google Shape;2868;p49"/>
              <p:cNvSpPr/>
              <p:nvPr/>
            </p:nvSpPr>
            <p:spPr>
              <a:xfrm>
                <a:off x="3536854" y="1973721"/>
                <a:ext cx="86290" cy="24654"/>
              </a:xfrm>
              <a:custGeom>
                <a:avLst/>
                <a:gdLst/>
                <a:ahLst/>
                <a:cxnLst/>
                <a:rect l="l" t="t" r="r" b="b"/>
                <a:pathLst>
                  <a:path w="2338" h="673" extrusionOk="0">
                    <a:moveTo>
                      <a:pt x="492" y="10"/>
                    </a:moveTo>
                    <a:lnTo>
                      <a:pt x="2077" y="10"/>
                    </a:lnTo>
                    <a:cubicBezTo>
                      <a:pt x="2228" y="0"/>
                      <a:pt x="2338" y="171"/>
                      <a:pt x="2268" y="301"/>
                    </a:cubicBezTo>
                    <a:lnTo>
                      <a:pt x="2238" y="371"/>
                    </a:lnTo>
                    <a:cubicBezTo>
                      <a:pt x="2177" y="542"/>
                      <a:pt x="2027" y="652"/>
                      <a:pt x="1846" y="662"/>
                    </a:cubicBezTo>
                    <a:lnTo>
                      <a:pt x="262" y="662"/>
                    </a:lnTo>
                    <a:cubicBezTo>
                      <a:pt x="101" y="672"/>
                      <a:pt x="1" y="512"/>
                      <a:pt x="71" y="371"/>
                    </a:cubicBezTo>
                    <a:lnTo>
                      <a:pt x="91" y="301"/>
                    </a:lnTo>
                    <a:cubicBezTo>
                      <a:pt x="161" y="141"/>
                      <a:pt x="312" y="20"/>
                      <a:pt x="492" y="1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9" name="Google Shape;2869;p49"/>
              <p:cNvSpPr/>
              <p:nvPr/>
            </p:nvSpPr>
            <p:spPr>
              <a:xfrm>
                <a:off x="3746414" y="1973721"/>
                <a:ext cx="86290" cy="24654"/>
              </a:xfrm>
              <a:custGeom>
                <a:avLst/>
                <a:gdLst/>
                <a:ahLst/>
                <a:cxnLst/>
                <a:rect l="l" t="t" r="r" b="b"/>
                <a:pathLst>
                  <a:path w="2338" h="673" extrusionOk="0">
                    <a:moveTo>
                      <a:pt x="492" y="10"/>
                    </a:moveTo>
                    <a:lnTo>
                      <a:pt x="2076" y="10"/>
                    </a:lnTo>
                    <a:cubicBezTo>
                      <a:pt x="2237" y="0"/>
                      <a:pt x="2337" y="171"/>
                      <a:pt x="2267" y="301"/>
                    </a:cubicBezTo>
                    <a:lnTo>
                      <a:pt x="2247" y="371"/>
                    </a:lnTo>
                    <a:cubicBezTo>
                      <a:pt x="2177" y="542"/>
                      <a:pt x="2026" y="652"/>
                      <a:pt x="1846" y="662"/>
                    </a:cubicBezTo>
                    <a:lnTo>
                      <a:pt x="261" y="662"/>
                    </a:lnTo>
                    <a:cubicBezTo>
                      <a:pt x="110" y="672"/>
                      <a:pt x="0" y="512"/>
                      <a:pt x="70" y="371"/>
                    </a:cubicBezTo>
                    <a:lnTo>
                      <a:pt x="100" y="301"/>
                    </a:lnTo>
                    <a:cubicBezTo>
                      <a:pt x="161" y="141"/>
                      <a:pt x="311" y="20"/>
                      <a:pt x="492" y="1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0" name="Google Shape;2870;p49"/>
              <p:cNvSpPr/>
              <p:nvPr/>
            </p:nvSpPr>
            <p:spPr>
              <a:xfrm>
                <a:off x="3441706" y="1968556"/>
                <a:ext cx="80385" cy="23921"/>
              </a:xfrm>
              <a:custGeom>
                <a:avLst/>
                <a:gdLst/>
                <a:ahLst/>
                <a:cxnLst/>
                <a:rect l="l" t="t" r="r" b="b"/>
                <a:pathLst>
                  <a:path w="2178" h="653" extrusionOk="0">
                    <a:moveTo>
                      <a:pt x="292" y="1"/>
                    </a:moveTo>
                    <a:lnTo>
                      <a:pt x="1877" y="1"/>
                    </a:lnTo>
                    <a:cubicBezTo>
                      <a:pt x="2037" y="1"/>
                      <a:pt x="2167" y="131"/>
                      <a:pt x="2167" y="292"/>
                    </a:cubicBezTo>
                    <a:lnTo>
                      <a:pt x="2167" y="352"/>
                    </a:lnTo>
                    <a:cubicBezTo>
                      <a:pt x="2178" y="523"/>
                      <a:pt x="2037" y="653"/>
                      <a:pt x="1877" y="653"/>
                    </a:cubicBezTo>
                    <a:lnTo>
                      <a:pt x="292" y="653"/>
                    </a:lnTo>
                    <a:cubicBezTo>
                      <a:pt x="131" y="653"/>
                      <a:pt x="1" y="523"/>
                      <a:pt x="1" y="352"/>
                    </a:cubicBezTo>
                    <a:lnTo>
                      <a:pt x="1" y="292"/>
                    </a:lnTo>
                    <a:cubicBezTo>
                      <a:pt x="1" y="131"/>
                      <a:pt x="131"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1" name="Google Shape;2871;p49"/>
              <p:cNvSpPr/>
              <p:nvPr/>
            </p:nvSpPr>
            <p:spPr>
              <a:xfrm>
                <a:off x="3441706" y="1972622"/>
                <a:ext cx="76325" cy="19855"/>
              </a:xfrm>
              <a:custGeom>
                <a:avLst/>
                <a:gdLst/>
                <a:ahLst/>
                <a:cxnLst/>
                <a:rect l="l" t="t" r="r" b="b"/>
                <a:pathLst>
                  <a:path w="2068" h="542" extrusionOk="0">
                    <a:moveTo>
                      <a:pt x="2027" y="502"/>
                    </a:moveTo>
                    <a:cubicBezTo>
                      <a:pt x="1987" y="522"/>
                      <a:pt x="1927" y="542"/>
                      <a:pt x="1877" y="542"/>
                    </a:cubicBezTo>
                    <a:lnTo>
                      <a:pt x="292" y="542"/>
                    </a:lnTo>
                    <a:cubicBezTo>
                      <a:pt x="131" y="542"/>
                      <a:pt x="1" y="412"/>
                      <a:pt x="1" y="241"/>
                    </a:cubicBezTo>
                    <a:lnTo>
                      <a:pt x="1" y="181"/>
                    </a:lnTo>
                    <a:cubicBezTo>
                      <a:pt x="1" y="131"/>
                      <a:pt x="11" y="91"/>
                      <a:pt x="31" y="50"/>
                    </a:cubicBezTo>
                    <a:cubicBezTo>
                      <a:pt x="81" y="20"/>
                      <a:pt x="131" y="0"/>
                      <a:pt x="181" y="0"/>
                    </a:cubicBezTo>
                    <a:lnTo>
                      <a:pt x="1766" y="0"/>
                    </a:lnTo>
                    <a:cubicBezTo>
                      <a:pt x="1927" y="0"/>
                      <a:pt x="2067" y="141"/>
                      <a:pt x="2067" y="301"/>
                    </a:cubicBezTo>
                    <a:lnTo>
                      <a:pt x="2067" y="361"/>
                    </a:lnTo>
                    <a:cubicBezTo>
                      <a:pt x="2057" y="412"/>
                      <a:pt x="2047" y="452"/>
                      <a:pt x="2027" y="5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2" name="Google Shape;2872;p49"/>
              <p:cNvSpPr/>
              <p:nvPr/>
            </p:nvSpPr>
            <p:spPr>
              <a:xfrm>
                <a:off x="3460972" y="1968556"/>
                <a:ext cx="3359" cy="23921"/>
              </a:xfrm>
              <a:custGeom>
                <a:avLst/>
                <a:gdLst/>
                <a:ahLst/>
                <a:cxnLst/>
                <a:rect l="l" t="t" r="r" b="b"/>
                <a:pathLst>
                  <a:path w="91" h="653" extrusionOk="0">
                    <a:moveTo>
                      <a:pt x="0" y="1"/>
                    </a:moveTo>
                    <a:lnTo>
                      <a:pt x="91" y="1"/>
                    </a:lnTo>
                    <a:lnTo>
                      <a:pt x="91" y="653"/>
                    </a:lnTo>
                    <a:lnTo>
                      <a:pt x="0" y="6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3" name="Google Shape;2873;p49"/>
              <p:cNvSpPr/>
              <p:nvPr/>
            </p:nvSpPr>
            <p:spPr>
              <a:xfrm>
                <a:off x="3496883" y="1968556"/>
                <a:ext cx="3728" cy="23921"/>
              </a:xfrm>
              <a:custGeom>
                <a:avLst/>
                <a:gdLst/>
                <a:ahLst/>
                <a:cxnLst/>
                <a:rect l="l" t="t" r="r" b="b"/>
                <a:pathLst>
                  <a:path w="101" h="653" extrusionOk="0">
                    <a:moveTo>
                      <a:pt x="0" y="1"/>
                    </a:moveTo>
                    <a:lnTo>
                      <a:pt x="101" y="1"/>
                    </a:lnTo>
                    <a:lnTo>
                      <a:pt x="101" y="653"/>
                    </a:lnTo>
                    <a:lnTo>
                      <a:pt x="0" y="6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4" name="Google Shape;2874;p49"/>
              <p:cNvSpPr/>
              <p:nvPr/>
            </p:nvSpPr>
            <p:spPr>
              <a:xfrm>
                <a:off x="3547225" y="1968556"/>
                <a:ext cx="80385" cy="23921"/>
              </a:xfrm>
              <a:custGeom>
                <a:avLst/>
                <a:gdLst/>
                <a:ahLst/>
                <a:cxnLst/>
                <a:rect l="l" t="t" r="r" b="b"/>
                <a:pathLst>
                  <a:path w="2178" h="653" extrusionOk="0">
                    <a:moveTo>
                      <a:pt x="291" y="1"/>
                    </a:moveTo>
                    <a:lnTo>
                      <a:pt x="1876" y="1"/>
                    </a:lnTo>
                    <a:cubicBezTo>
                      <a:pt x="2037" y="1"/>
                      <a:pt x="2177" y="131"/>
                      <a:pt x="2177" y="292"/>
                    </a:cubicBezTo>
                    <a:lnTo>
                      <a:pt x="2177" y="352"/>
                    </a:lnTo>
                    <a:cubicBezTo>
                      <a:pt x="2177" y="523"/>
                      <a:pt x="2037" y="653"/>
                      <a:pt x="1876" y="653"/>
                    </a:cubicBezTo>
                    <a:lnTo>
                      <a:pt x="302" y="653"/>
                    </a:lnTo>
                    <a:cubicBezTo>
                      <a:pt x="131" y="653"/>
                      <a:pt x="1" y="523"/>
                      <a:pt x="1" y="352"/>
                    </a:cubicBezTo>
                    <a:lnTo>
                      <a:pt x="1" y="292"/>
                    </a:lnTo>
                    <a:cubicBezTo>
                      <a:pt x="1" y="131"/>
                      <a:pt x="131" y="1"/>
                      <a:pt x="30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5" name="Google Shape;2875;p49"/>
              <p:cNvSpPr/>
              <p:nvPr/>
            </p:nvSpPr>
            <p:spPr>
              <a:xfrm>
                <a:off x="3547225" y="1972622"/>
                <a:ext cx="75919" cy="19855"/>
              </a:xfrm>
              <a:custGeom>
                <a:avLst/>
                <a:gdLst/>
                <a:ahLst/>
                <a:cxnLst/>
                <a:rect l="l" t="t" r="r" b="b"/>
                <a:pathLst>
                  <a:path w="2057" h="542" extrusionOk="0">
                    <a:moveTo>
                      <a:pt x="2027" y="502"/>
                    </a:moveTo>
                    <a:cubicBezTo>
                      <a:pt x="1987" y="522"/>
                      <a:pt x="1926" y="542"/>
                      <a:pt x="1876" y="542"/>
                    </a:cubicBezTo>
                    <a:lnTo>
                      <a:pt x="291" y="542"/>
                    </a:lnTo>
                    <a:cubicBezTo>
                      <a:pt x="131" y="542"/>
                      <a:pt x="1" y="412"/>
                      <a:pt x="1" y="241"/>
                    </a:cubicBezTo>
                    <a:lnTo>
                      <a:pt x="1" y="181"/>
                    </a:lnTo>
                    <a:cubicBezTo>
                      <a:pt x="1" y="131"/>
                      <a:pt x="11" y="91"/>
                      <a:pt x="31" y="50"/>
                    </a:cubicBezTo>
                    <a:cubicBezTo>
                      <a:pt x="81" y="20"/>
                      <a:pt x="131" y="0"/>
                      <a:pt x="181" y="0"/>
                    </a:cubicBezTo>
                    <a:lnTo>
                      <a:pt x="1766" y="0"/>
                    </a:lnTo>
                    <a:cubicBezTo>
                      <a:pt x="1926" y="0"/>
                      <a:pt x="2057" y="141"/>
                      <a:pt x="2057" y="301"/>
                    </a:cubicBezTo>
                    <a:lnTo>
                      <a:pt x="2057" y="361"/>
                    </a:lnTo>
                    <a:cubicBezTo>
                      <a:pt x="2057" y="412"/>
                      <a:pt x="2047" y="452"/>
                      <a:pt x="2027" y="5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6" name="Google Shape;2876;p49"/>
              <p:cNvSpPr/>
              <p:nvPr/>
            </p:nvSpPr>
            <p:spPr>
              <a:xfrm>
                <a:off x="3566121" y="1968556"/>
                <a:ext cx="3728" cy="23921"/>
              </a:xfrm>
              <a:custGeom>
                <a:avLst/>
                <a:gdLst/>
                <a:ahLst/>
                <a:cxnLst/>
                <a:rect l="l" t="t" r="r" b="b"/>
                <a:pathLst>
                  <a:path w="101" h="653" extrusionOk="0">
                    <a:moveTo>
                      <a:pt x="0" y="1"/>
                    </a:moveTo>
                    <a:lnTo>
                      <a:pt x="100" y="1"/>
                    </a:lnTo>
                    <a:lnTo>
                      <a:pt x="100" y="653"/>
                    </a:lnTo>
                    <a:lnTo>
                      <a:pt x="0" y="6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49"/>
              <p:cNvSpPr/>
              <p:nvPr/>
            </p:nvSpPr>
            <p:spPr>
              <a:xfrm>
                <a:off x="3602401" y="1968556"/>
                <a:ext cx="3728" cy="23921"/>
              </a:xfrm>
              <a:custGeom>
                <a:avLst/>
                <a:gdLst/>
                <a:ahLst/>
                <a:cxnLst/>
                <a:rect l="l" t="t" r="r" b="b"/>
                <a:pathLst>
                  <a:path w="101" h="653" extrusionOk="0">
                    <a:moveTo>
                      <a:pt x="0" y="1"/>
                    </a:moveTo>
                    <a:lnTo>
                      <a:pt x="100" y="1"/>
                    </a:lnTo>
                    <a:lnTo>
                      <a:pt x="100" y="653"/>
                    </a:lnTo>
                    <a:lnTo>
                      <a:pt x="0" y="6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49"/>
              <p:cNvSpPr/>
              <p:nvPr/>
            </p:nvSpPr>
            <p:spPr>
              <a:xfrm>
                <a:off x="3652743" y="1968556"/>
                <a:ext cx="79979" cy="23921"/>
              </a:xfrm>
              <a:custGeom>
                <a:avLst/>
                <a:gdLst/>
                <a:ahLst/>
                <a:cxnLst/>
                <a:rect l="l" t="t" r="r" b="b"/>
                <a:pathLst>
                  <a:path w="2167" h="653" extrusionOk="0">
                    <a:moveTo>
                      <a:pt x="291" y="1"/>
                    </a:moveTo>
                    <a:lnTo>
                      <a:pt x="1876" y="1"/>
                    </a:lnTo>
                    <a:cubicBezTo>
                      <a:pt x="2036" y="1"/>
                      <a:pt x="2167" y="131"/>
                      <a:pt x="2167" y="292"/>
                    </a:cubicBezTo>
                    <a:lnTo>
                      <a:pt x="2167" y="352"/>
                    </a:lnTo>
                    <a:cubicBezTo>
                      <a:pt x="2167" y="523"/>
                      <a:pt x="2036" y="653"/>
                      <a:pt x="1876" y="653"/>
                    </a:cubicBezTo>
                    <a:lnTo>
                      <a:pt x="291" y="653"/>
                    </a:lnTo>
                    <a:cubicBezTo>
                      <a:pt x="131" y="653"/>
                      <a:pt x="0" y="523"/>
                      <a:pt x="0" y="352"/>
                    </a:cubicBezTo>
                    <a:lnTo>
                      <a:pt x="0" y="292"/>
                    </a:lnTo>
                    <a:cubicBezTo>
                      <a:pt x="0" y="131"/>
                      <a:pt x="131" y="1"/>
                      <a:pt x="29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9" name="Google Shape;2879;p49"/>
              <p:cNvSpPr/>
              <p:nvPr/>
            </p:nvSpPr>
            <p:spPr>
              <a:xfrm>
                <a:off x="3652743" y="1972622"/>
                <a:ext cx="76288" cy="19855"/>
              </a:xfrm>
              <a:custGeom>
                <a:avLst/>
                <a:gdLst/>
                <a:ahLst/>
                <a:cxnLst/>
                <a:rect l="l" t="t" r="r" b="b"/>
                <a:pathLst>
                  <a:path w="2067" h="542" extrusionOk="0">
                    <a:moveTo>
                      <a:pt x="2026" y="502"/>
                    </a:moveTo>
                    <a:cubicBezTo>
                      <a:pt x="1986" y="522"/>
                      <a:pt x="1926" y="542"/>
                      <a:pt x="1876" y="542"/>
                    </a:cubicBezTo>
                    <a:lnTo>
                      <a:pt x="291" y="542"/>
                    </a:lnTo>
                    <a:cubicBezTo>
                      <a:pt x="131" y="542"/>
                      <a:pt x="0" y="412"/>
                      <a:pt x="0" y="241"/>
                    </a:cubicBezTo>
                    <a:lnTo>
                      <a:pt x="0" y="181"/>
                    </a:lnTo>
                    <a:cubicBezTo>
                      <a:pt x="0" y="131"/>
                      <a:pt x="10" y="91"/>
                      <a:pt x="30" y="50"/>
                    </a:cubicBezTo>
                    <a:cubicBezTo>
                      <a:pt x="81" y="20"/>
                      <a:pt x="131" y="0"/>
                      <a:pt x="181" y="0"/>
                    </a:cubicBezTo>
                    <a:lnTo>
                      <a:pt x="1766" y="0"/>
                    </a:lnTo>
                    <a:cubicBezTo>
                      <a:pt x="1926" y="0"/>
                      <a:pt x="2067" y="141"/>
                      <a:pt x="2057" y="301"/>
                    </a:cubicBezTo>
                    <a:lnTo>
                      <a:pt x="2057" y="361"/>
                    </a:lnTo>
                    <a:cubicBezTo>
                      <a:pt x="2057" y="412"/>
                      <a:pt x="2047" y="452"/>
                      <a:pt x="2026" y="5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0" name="Google Shape;2880;p49"/>
              <p:cNvSpPr/>
              <p:nvPr/>
            </p:nvSpPr>
            <p:spPr>
              <a:xfrm>
                <a:off x="3671603" y="1968556"/>
                <a:ext cx="3765" cy="23921"/>
              </a:xfrm>
              <a:custGeom>
                <a:avLst/>
                <a:gdLst/>
                <a:ahLst/>
                <a:cxnLst/>
                <a:rect l="l" t="t" r="r" b="b"/>
                <a:pathLst>
                  <a:path w="102" h="653" extrusionOk="0">
                    <a:moveTo>
                      <a:pt x="1" y="1"/>
                    </a:moveTo>
                    <a:lnTo>
                      <a:pt x="101" y="1"/>
                    </a:lnTo>
                    <a:lnTo>
                      <a:pt x="101" y="653"/>
                    </a:lnTo>
                    <a:lnTo>
                      <a:pt x="1" y="6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1" name="Google Shape;2881;p49"/>
              <p:cNvSpPr/>
              <p:nvPr/>
            </p:nvSpPr>
            <p:spPr>
              <a:xfrm>
                <a:off x="3707883" y="1968556"/>
                <a:ext cx="3395" cy="23921"/>
              </a:xfrm>
              <a:custGeom>
                <a:avLst/>
                <a:gdLst/>
                <a:ahLst/>
                <a:cxnLst/>
                <a:rect l="l" t="t" r="r" b="b"/>
                <a:pathLst>
                  <a:path w="92" h="653" extrusionOk="0">
                    <a:moveTo>
                      <a:pt x="1" y="1"/>
                    </a:moveTo>
                    <a:lnTo>
                      <a:pt x="91" y="1"/>
                    </a:lnTo>
                    <a:lnTo>
                      <a:pt x="91" y="653"/>
                    </a:lnTo>
                    <a:lnTo>
                      <a:pt x="1" y="6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2" name="Google Shape;2882;p49"/>
              <p:cNvSpPr/>
              <p:nvPr/>
            </p:nvSpPr>
            <p:spPr>
              <a:xfrm>
                <a:off x="3758225" y="1968556"/>
                <a:ext cx="80015" cy="23921"/>
              </a:xfrm>
              <a:custGeom>
                <a:avLst/>
                <a:gdLst/>
                <a:ahLst/>
                <a:cxnLst/>
                <a:rect l="l" t="t" r="r" b="b"/>
                <a:pathLst>
                  <a:path w="2168" h="653" extrusionOk="0">
                    <a:moveTo>
                      <a:pt x="292" y="1"/>
                    </a:moveTo>
                    <a:lnTo>
                      <a:pt x="1877" y="1"/>
                    </a:lnTo>
                    <a:cubicBezTo>
                      <a:pt x="2037" y="1"/>
                      <a:pt x="2168" y="131"/>
                      <a:pt x="2168" y="292"/>
                    </a:cubicBezTo>
                    <a:lnTo>
                      <a:pt x="2168" y="352"/>
                    </a:lnTo>
                    <a:cubicBezTo>
                      <a:pt x="2168" y="523"/>
                      <a:pt x="2037" y="653"/>
                      <a:pt x="1877" y="653"/>
                    </a:cubicBezTo>
                    <a:lnTo>
                      <a:pt x="292" y="653"/>
                    </a:lnTo>
                    <a:cubicBezTo>
                      <a:pt x="131" y="653"/>
                      <a:pt x="1" y="523"/>
                      <a:pt x="1" y="352"/>
                    </a:cubicBezTo>
                    <a:lnTo>
                      <a:pt x="1" y="292"/>
                    </a:lnTo>
                    <a:cubicBezTo>
                      <a:pt x="1" y="131"/>
                      <a:pt x="131" y="1"/>
                      <a:pt x="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3" name="Google Shape;2883;p49"/>
              <p:cNvSpPr/>
              <p:nvPr/>
            </p:nvSpPr>
            <p:spPr>
              <a:xfrm>
                <a:off x="3758225" y="1972622"/>
                <a:ext cx="75956" cy="19855"/>
              </a:xfrm>
              <a:custGeom>
                <a:avLst/>
                <a:gdLst/>
                <a:ahLst/>
                <a:cxnLst/>
                <a:rect l="l" t="t" r="r" b="b"/>
                <a:pathLst>
                  <a:path w="2058" h="542" extrusionOk="0">
                    <a:moveTo>
                      <a:pt x="2027" y="502"/>
                    </a:moveTo>
                    <a:cubicBezTo>
                      <a:pt x="1977" y="522"/>
                      <a:pt x="1927" y="542"/>
                      <a:pt x="1877" y="542"/>
                    </a:cubicBezTo>
                    <a:lnTo>
                      <a:pt x="292" y="542"/>
                    </a:lnTo>
                    <a:cubicBezTo>
                      <a:pt x="131" y="542"/>
                      <a:pt x="1" y="412"/>
                      <a:pt x="1" y="241"/>
                    </a:cubicBezTo>
                    <a:lnTo>
                      <a:pt x="1" y="181"/>
                    </a:lnTo>
                    <a:cubicBezTo>
                      <a:pt x="1" y="131"/>
                      <a:pt x="11" y="91"/>
                      <a:pt x="31" y="50"/>
                    </a:cubicBezTo>
                    <a:cubicBezTo>
                      <a:pt x="71" y="20"/>
                      <a:pt x="131" y="0"/>
                      <a:pt x="182" y="0"/>
                    </a:cubicBezTo>
                    <a:lnTo>
                      <a:pt x="1766" y="0"/>
                    </a:lnTo>
                    <a:cubicBezTo>
                      <a:pt x="1927" y="0"/>
                      <a:pt x="2057" y="141"/>
                      <a:pt x="2057" y="301"/>
                    </a:cubicBezTo>
                    <a:lnTo>
                      <a:pt x="2057" y="361"/>
                    </a:lnTo>
                    <a:cubicBezTo>
                      <a:pt x="2057" y="412"/>
                      <a:pt x="2047" y="452"/>
                      <a:pt x="2027" y="502"/>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4" name="Google Shape;2884;p49"/>
              <p:cNvSpPr/>
              <p:nvPr/>
            </p:nvSpPr>
            <p:spPr>
              <a:xfrm>
                <a:off x="3777122" y="1968556"/>
                <a:ext cx="3728" cy="23921"/>
              </a:xfrm>
              <a:custGeom>
                <a:avLst/>
                <a:gdLst/>
                <a:ahLst/>
                <a:cxnLst/>
                <a:rect l="l" t="t" r="r" b="b"/>
                <a:pathLst>
                  <a:path w="101" h="653" extrusionOk="0">
                    <a:moveTo>
                      <a:pt x="1" y="1"/>
                    </a:moveTo>
                    <a:lnTo>
                      <a:pt x="101" y="1"/>
                    </a:lnTo>
                    <a:lnTo>
                      <a:pt x="101" y="653"/>
                    </a:lnTo>
                    <a:lnTo>
                      <a:pt x="1" y="6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5" name="Google Shape;2885;p49"/>
              <p:cNvSpPr/>
              <p:nvPr/>
            </p:nvSpPr>
            <p:spPr>
              <a:xfrm>
                <a:off x="3813033" y="1968556"/>
                <a:ext cx="3728" cy="23921"/>
              </a:xfrm>
              <a:custGeom>
                <a:avLst/>
                <a:gdLst/>
                <a:ahLst/>
                <a:cxnLst/>
                <a:rect l="l" t="t" r="r" b="b"/>
                <a:pathLst>
                  <a:path w="101" h="653" extrusionOk="0">
                    <a:moveTo>
                      <a:pt x="1" y="1"/>
                    </a:moveTo>
                    <a:lnTo>
                      <a:pt x="101" y="1"/>
                    </a:lnTo>
                    <a:lnTo>
                      <a:pt x="101" y="653"/>
                    </a:lnTo>
                    <a:lnTo>
                      <a:pt x="1" y="65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6" name="Google Shape;2886;p49"/>
              <p:cNvSpPr/>
              <p:nvPr/>
            </p:nvSpPr>
            <p:spPr>
              <a:xfrm>
                <a:off x="3479869" y="2022955"/>
                <a:ext cx="42591" cy="12162"/>
              </a:xfrm>
              <a:custGeom>
                <a:avLst/>
                <a:gdLst/>
                <a:ahLst/>
                <a:cxnLst/>
                <a:rect l="l" t="t" r="r" b="b"/>
                <a:pathLst>
                  <a:path w="1154" h="332" extrusionOk="0">
                    <a:moveTo>
                      <a:pt x="0" y="0"/>
                    </a:moveTo>
                    <a:lnTo>
                      <a:pt x="1154" y="0"/>
                    </a:lnTo>
                    <a:lnTo>
                      <a:pt x="1154" y="331"/>
                    </a:lnTo>
                    <a:lnTo>
                      <a:pt x="0" y="33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7" name="Google Shape;2887;p49"/>
              <p:cNvSpPr/>
              <p:nvPr/>
            </p:nvSpPr>
            <p:spPr>
              <a:xfrm>
                <a:off x="3706776" y="2022955"/>
                <a:ext cx="42628" cy="12162"/>
              </a:xfrm>
              <a:custGeom>
                <a:avLst/>
                <a:gdLst/>
                <a:ahLst/>
                <a:cxnLst/>
                <a:rect l="l" t="t" r="r" b="b"/>
                <a:pathLst>
                  <a:path w="1155" h="332" extrusionOk="0">
                    <a:moveTo>
                      <a:pt x="1" y="0"/>
                    </a:moveTo>
                    <a:lnTo>
                      <a:pt x="1154" y="0"/>
                    </a:lnTo>
                    <a:lnTo>
                      <a:pt x="1154" y="331"/>
                    </a:lnTo>
                    <a:lnTo>
                      <a:pt x="1" y="33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8" name="Google Shape;2888;p49"/>
              <p:cNvSpPr/>
              <p:nvPr/>
            </p:nvSpPr>
            <p:spPr>
              <a:xfrm>
                <a:off x="3482083" y="2020025"/>
                <a:ext cx="42222" cy="12528"/>
              </a:xfrm>
              <a:custGeom>
                <a:avLst/>
                <a:gdLst/>
                <a:ahLst/>
                <a:cxnLst/>
                <a:rect l="l" t="t" r="r" b="b"/>
                <a:pathLst>
                  <a:path w="1144" h="342" extrusionOk="0">
                    <a:moveTo>
                      <a:pt x="0" y="0"/>
                    </a:moveTo>
                    <a:lnTo>
                      <a:pt x="1144" y="0"/>
                    </a:lnTo>
                    <a:lnTo>
                      <a:pt x="1144" y="341"/>
                    </a:lnTo>
                    <a:lnTo>
                      <a:pt x="0" y="34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9" name="Google Shape;2889;p49"/>
              <p:cNvSpPr/>
              <p:nvPr/>
            </p:nvSpPr>
            <p:spPr>
              <a:xfrm>
                <a:off x="3708990" y="2020025"/>
                <a:ext cx="42628" cy="12528"/>
              </a:xfrm>
              <a:custGeom>
                <a:avLst/>
                <a:gdLst/>
                <a:ahLst/>
                <a:cxnLst/>
                <a:rect l="l" t="t" r="r" b="b"/>
                <a:pathLst>
                  <a:path w="1155" h="342" extrusionOk="0">
                    <a:moveTo>
                      <a:pt x="1" y="0"/>
                    </a:moveTo>
                    <a:lnTo>
                      <a:pt x="1154" y="0"/>
                    </a:lnTo>
                    <a:lnTo>
                      <a:pt x="1154" y="341"/>
                    </a:lnTo>
                    <a:lnTo>
                      <a:pt x="1" y="34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0" name="Google Shape;2890;p49"/>
              <p:cNvSpPr/>
              <p:nvPr/>
            </p:nvSpPr>
            <p:spPr>
              <a:xfrm>
                <a:off x="3129653" y="2032150"/>
                <a:ext cx="20742" cy="27951"/>
              </a:xfrm>
              <a:custGeom>
                <a:avLst/>
                <a:gdLst/>
                <a:ahLst/>
                <a:cxnLst/>
                <a:rect l="l" t="t" r="r" b="b"/>
                <a:pathLst>
                  <a:path w="562" h="763" extrusionOk="0">
                    <a:moveTo>
                      <a:pt x="0" y="0"/>
                    </a:moveTo>
                    <a:lnTo>
                      <a:pt x="562" y="0"/>
                    </a:lnTo>
                    <a:lnTo>
                      <a:pt x="562" y="763"/>
                    </a:lnTo>
                    <a:lnTo>
                      <a:pt x="0" y="76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1" name="Google Shape;2891;p49"/>
              <p:cNvSpPr/>
              <p:nvPr/>
            </p:nvSpPr>
            <p:spPr>
              <a:xfrm>
                <a:off x="3908549" y="2024787"/>
                <a:ext cx="20779" cy="27584"/>
              </a:xfrm>
              <a:custGeom>
                <a:avLst/>
                <a:gdLst/>
                <a:ahLst/>
                <a:cxnLst/>
                <a:rect l="l" t="t" r="r" b="b"/>
                <a:pathLst>
                  <a:path w="563" h="753" extrusionOk="0">
                    <a:moveTo>
                      <a:pt x="0" y="1"/>
                    </a:moveTo>
                    <a:lnTo>
                      <a:pt x="562" y="1"/>
                    </a:lnTo>
                    <a:lnTo>
                      <a:pt x="562" y="753"/>
                    </a:lnTo>
                    <a:lnTo>
                      <a:pt x="0" y="75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2" name="Google Shape;2892;p49"/>
              <p:cNvSpPr/>
              <p:nvPr/>
            </p:nvSpPr>
            <p:spPr>
              <a:xfrm>
                <a:off x="3164051" y="2032150"/>
                <a:ext cx="20779" cy="27951"/>
              </a:xfrm>
              <a:custGeom>
                <a:avLst/>
                <a:gdLst/>
                <a:ahLst/>
                <a:cxnLst/>
                <a:rect l="l" t="t" r="r" b="b"/>
                <a:pathLst>
                  <a:path w="563" h="763" extrusionOk="0">
                    <a:moveTo>
                      <a:pt x="1" y="0"/>
                    </a:moveTo>
                    <a:lnTo>
                      <a:pt x="563" y="0"/>
                    </a:lnTo>
                    <a:lnTo>
                      <a:pt x="563" y="763"/>
                    </a:lnTo>
                    <a:lnTo>
                      <a:pt x="1" y="76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3" name="Google Shape;2893;p49"/>
              <p:cNvSpPr/>
              <p:nvPr/>
            </p:nvSpPr>
            <p:spPr>
              <a:xfrm>
                <a:off x="3942984" y="2024787"/>
                <a:ext cx="20742" cy="27584"/>
              </a:xfrm>
              <a:custGeom>
                <a:avLst/>
                <a:gdLst/>
                <a:ahLst/>
                <a:cxnLst/>
                <a:rect l="l" t="t" r="r" b="b"/>
                <a:pathLst>
                  <a:path w="562" h="753" extrusionOk="0">
                    <a:moveTo>
                      <a:pt x="0" y="1"/>
                    </a:moveTo>
                    <a:lnTo>
                      <a:pt x="562" y="1"/>
                    </a:lnTo>
                    <a:lnTo>
                      <a:pt x="562" y="753"/>
                    </a:lnTo>
                    <a:lnTo>
                      <a:pt x="0" y="753"/>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49"/>
              <p:cNvSpPr/>
              <p:nvPr/>
            </p:nvSpPr>
            <p:spPr>
              <a:xfrm>
                <a:off x="3473926" y="1678646"/>
                <a:ext cx="199559" cy="6301"/>
              </a:xfrm>
              <a:custGeom>
                <a:avLst/>
                <a:gdLst/>
                <a:ahLst/>
                <a:cxnLst/>
                <a:rect l="l" t="t" r="r" b="b"/>
                <a:pathLst>
                  <a:path w="5407" h="172" extrusionOk="0">
                    <a:moveTo>
                      <a:pt x="1" y="1"/>
                    </a:moveTo>
                    <a:lnTo>
                      <a:pt x="5407" y="1"/>
                    </a:lnTo>
                    <a:lnTo>
                      <a:pt x="5407" y="171"/>
                    </a:lnTo>
                    <a:lnTo>
                      <a:pt x="1" y="17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5" name="Google Shape;2895;p49"/>
              <p:cNvGrpSpPr/>
              <p:nvPr/>
            </p:nvGrpSpPr>
            <p:grpSpPr>
              <a:xfrm>
                <a:off x="3070048" y="2137981"/>
                <a:ext cx="1284639" cy="98871"/>
                <a:chOff x="3070048" y="2137981"/>
                <a:chExt cx="1284639" cy="98871"/>
              </a:xfrm>
            </p:grpSpPr>
            <p:sp>
              <p:nvSpPr>
                <p:cNvPr id="2896" name="Google Shape;2896;p49"/>
                <p:cNvSpPr/>
                <p:nvPr/>
              </p:nvSpPr>
              <p:spPr>
                <a:xfrm>
                  <a:off x="4173988" y="2146773"/>
                  <a:ext cx="31482" cy="90079"/>
                </a:xfrm>
                <a:custGeom>
                  <a:avLst/>
                  <a:gdLst/>
                  <a:ahLst/>
                  <a:cxnLst/>
                  <a:rect l="l" t="t" r="r" b="b"/>
                  <a:pathLst>
                    <a:path w="853" h="2459" extrusionOk="0">
                      <a:moveTo>
                        <a:pt x="542" y="31"/>
                      </a:moveTo>
                      <a:lnTo>
                        <a:pt x="0" y="2458"/>
                      </a:lnTo>
                      <a:lnTo>
                        <a:pt x="552" y="2458"/>
                      </a:lnTo>
                      <a:lnTo>
                        <a:pt x="8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7" name="Google Shape;2897;p49"/>
                <p:cNvSpPr/>
                <p:nvPr/>
              </p:nvSpPr>
              <p:spPr>
                <a:xfrm>
                  <a:off x="4296890" y="2137981"/>
                  <a:ext cx="20410" cy="98871"/>
                </a:xfrm>
                <a:custGeom>
                  <a:avLst/>
                  <a:gdLst/>
                  <a:ahLst/>
                  <a:cxnLst/>
                  <a:rect l="l" t="t" r="r" b="b"/>
                  <a:pathLst>
                    <a:path w="553" h="2699" extrusionOk="0">
                      <a:moveTo>
                        <a:pt x="231" y="30"/>
                      </a:moveTo>
                      <a:lnTo>
                        <a:pt x="0" y="2698"/>
                      </a:lnTo>
                      <a:lnTo>
                        <a:pt x="552" y="2698"/>
                      </a:lnTo>
                      <a:lnTo>
                        <a:pt x="54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8" name="Google Shape;2898;p49"/>
                <p:cNvSpPr/>
                <p:nvPr/>
              </p:nvSpPr>
              <p:spPr>
                <a:xfrm>
                  <a:off x="4238022" y="2146773"/>
                  <a:ext cx="20410" cy="90079"/>
                </a:xfrm>
                <a:custGeom>
                  <a:avLst/>
                  <a:gdLst/>
                  <a:ahLst/>
                  <a:cxnLst/>
                  <a:rect l="l" t="t" r="r" b="b"/>
                  <a:pathLst>
                    <a:path w="553" h="2459" extrusionOk="0">
                      <a:moveTo>
                        <a:pt x="191" y="31"/>
                      </a:moveTo>
                      <a:lnTo>
                        <a:pt x="1" y="2458"/>
                      </a:lnTo>
                      <a:lnTo>
                        <a:pt x="552" y="2458"/>
                      </a:lnTo>
                      <a:lnTo>
                        <a:pt x="49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9" name="Google Shape;2899;p49"/>
                <p:cNvSpPr/>
                <p:nvPr/>
              </p:nvSpPr>
              <p:spPr>
                <a:xfrm>
                  <a:off x="4211744" y="2146773"/>
                  <a:ext cx="20041" cy="90079"/>
                </a:xfrm>
                <a:custGeom>
                  <a:avLst/>
                  <a:gdLst/>
                  <a:ahLst/>
                  <a:cxnLst/>
                  <a:rect l="l" t="t" r="r" b="b"/>
                  <a:pathLst>
                    <a:path w="543" h="2459" extrusionOk="0">
                      <a:moveTo>
                        <a:pt x="101" y="31"/>
                      </a:moveTo>
                      <a:lnTo>
                        <a:pt x="0" y="2458"/>
                      </a:lnTo>
                      <a:lnTo>
                        <a:pt x="542" y="2458"/>
                      </a:lnTo>
                      <a:lnTo>
                        <a:pt x="40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0" name="Google Shape;2900;p49"/>
                <p:cNvSpPr/>
                <p:nvPr/>
              </p:nvSpPr>
              <p:spPr>
                <a:xfrm>
                  <a:off x="4326859" y="2137981"/>
                  <a:ext cx="27828" cy="98871"/>
                </a:xfrm>
                <a:custGeom>
                  <a:avLst/>
                  <a:gdLst/>
                  <a:ahLst/>
                  <a:cxnLst/>
                  <a:rect l="l" t="t" r="r" b="b"/>
                  <a:pathLst>
                    <a:path w="754" h="2699" extrusionOk="0">
                      <a:moveTo>
                        <a:pt x="1" y="30"/>
                      </a:moveTo>
                      <a:lnTo>
                        <a:pt x="212" y="2698"/>
                      </a:lnTo>
                      <a:lnTo>
                        <a:pt x="753" y="2698"/>
                      </a:lnTo>
                      <a:lnTo>
                        <a:pt x="3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1" name="Google Shape;2901;p49"/>
                <p:cNvSpPr/>
                <p:nvPr/>
              </p:nvSpPr>
              <p:spPr>
                <a:xfrm>
                  <a:off x="4265777" y="2137981"/>
                  <a:ext cx="20410" cy="98871"/>
                </a:xfrm>
                <a:custGeom>
                  <a:avLst/>
                  <a:gdLst/>
                  <a:ahLst/>
                  <a:cxnLst/>
                  <a:rect l="l" t="t" r="r" b="b"/>
                  <a:pathLst>
                    <a:path w="553" h="2699" extrusionOk="0">
                      <a:moveTo>
                        <a:pt x="101" y="30"/>
                      </a:moveTo>
                      <a:lnTo>
                        <a:pt x="1" y="2698"/>
                      </a:lnTo>
                      <a:lnTo>
                        <a:pt x="553" y="2698"/>
                      </a:lnTo>
                      <a:lnTo>
                        <a:pt x="402"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2" name="Google Shape;2902;p49"/>
                <p:cNvSpPr/>
                <p:nvPr/>
              </p:nvSpPr>
              <p:spPr>
                <a:xfrm>
                  <a:off x="4115120" y="2168459"/>
                  <a:ext cx="24470" cy="68027"/>
                </a:xfrm>
                <a:custGeom>
                  <a:avLst/>
                  <a:gdLst/>
                  <a:ahLst/>
                  <a:cxnLst/>
                  <a:rect l="l" t="t" r="r" b="b"/>
                  <a:pathLst>
                    <a:path w="663" h="1857" extrusionOk="0">
                      <a:moveTo>
                        <a:pt x="362" y="21"/>
                      </a:moveTo>
                      <a:lnTo>
                        <a:pt x="0" y="1856"/>
                      </a:lnTo>
                      <a:lnTo>
                        <a:pt x="552" y="1856"/>
                      </a:lnTo>
                      <a:lnTo>
                        <a:pt x="66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3" name="Google Shape;2903;p49"/>
                <p:cNvSpPr/>
                <p:nvPr/>
              </p:nvSpPr>
              <p:spPr>
                <a:xfrm>
                  <a:off x="4088842" y="2168459"/>
                  <a:ext cx="21111" cy="68027"/>
                </a:xfrm>
                <a:custGeom>
                  <a:avLst/>
                  <a:gdLst/>
                  <a:ahLst/>
                  <a:cxnLst/>
                  <a:rect l="l" t="t" r="r" b="b"/>
                  <a:pathLst>
                    <a:path w="572" h="1857" extrusionOk="0">
                      <a:moveTo>
                        <a:pt x="271" y="21"/>
                      </a:moveTo>
                      <a:lnTo>
                        <a:pt x="0" y="1856"/>
                      </a:lnTo>
                      <a:lnTo>
                        <a:pt x="552" y="1856"/>
                      </a:lnTo>
                      <a:lnTo>
                        <a:pt x="5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4" name="Google Shape;2904;p49"/>
                <p:cNvSpPr/>
                <p:nvPr/>
              </p:nvSpPr>
              <p:spPr>
                <a:xfrm>
                  <a:off x="4142875" y="2168459"/>
                  <a:ext cx="32995" cy="68027"/>
                </a:xfrm>
                <a:custGeom>
                  <a:avLst/>
                  <a:gdLst/>
                  <a:ahLst/>
                  <a:cxnLst/>
                  <a:rect l="l" t="t" r="r" b="b"/>
                  <a:pathLst>
                    <a:path w="894" h="1857" extrusionOk="0">
                      <a:moveTo>
                        <a:pt x="582" y="21"/>
                      </a:moveTo>
                      <a:lnTo>
                        <a:pt x="1" y="1856"/>
                      </a:lnTo>
                      <a:lnTo>
                        <a:pt x="552" y="1856"/>
                      </a:lnTo>
                      <a:lnTo>
                        <a:pt x="8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5" name="Google Shape;2905;p49"/>
                <p:cNvSpPr/>
                <p:nvPr/>
              </p:nvSpPr>
              <p:spPr>
                <a:xfrm>
                  <a:off x="3070048" y="2172489"/>
                  <a:ext cx="36686" cy="63631"/>
                </a:xfrm>
                <a:custGeom>
                  <a:avLst/>
                  <a:gdLst/>
                  <a:ahLst/>
                  <a:cxnLst/>
                  <a:rect l="l" t="t" r="r" b="b"/>
                  <a:pathLst>
                    <a:path w="994" h="1737" extrusionOk="0">
                      <a:moveTo>
                        <a:pt x="672" y="1"/>
                      </a:moveTo>
                      <a:lnTo>
                        <a:pt x="0" y="1736"/>
                      </a:lnTo>
                      <a:lnTo>
                        <a:pt x="552" y="1736"/>
                      </a:lnTo>
                      <a:lnTo>
                        <a:pt x="99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6" name="Google Shape;2906;p49"/>
                <p:cNvSpPr/>
                <p:nvPr/>
              </p:nvSpPr>
              <p:spPr>
                <a:xfrm>
                  <a:off x="3134082" y="2172489"/>
                  <a:ext cx="24101" cy="63631"/>
                </a:xfrm>
                <a:custGeom>
                  <a:avLst/>
                  <a:gdLst/>
                  <a:ahLst/>
                  <a:cxnLst/>
                  <a:rect l="l" t="t" r="r" b="b"/>
                  <a:pathLst>
                    <a:path w="653" h="1737" extrusionOk="0">
                      <a:moveTo>
                        <a:pt x="332" y="1"/>
                      </a:moveTo>
                      <a:lnTo>
                        <a:pt x="1" y="1736"/>
                      </a:lnTo>
                      <a:lnTo>
                        <a:pt x="552" y="1736"/>
                      </a:lnTo>
                      <a:lnTo>
                        <a:pt x="6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7" name="Google Shape;2907;p49"/>
                <p:cNvSpPr/>
                <p:nvPr/>
              </p:nvSpPr>
              <p:spPr>
                <a:xfrm>
                  <a:off x="3107804" y="2172489"/>
                  <a:ext cx="21148" cy="63631"/>
                </a:xfrm>
                <a:custGeom>
                  <a:avLst/>
                  <a:gdLst/>
                  <a:ahLst/>
                  <a:cxnLst/>
                  <a:rect l="l" t="t" r="r" b="b"/>
                  <a:pathLst>
                    <a:path w="573" h="1737" extrusionOk="0">
                      <a:moveTo>
                        <a:pt x="251" y="1"/>
                      </a:moveTo>
                      <a:lnTo>
                        <a:pt x="0" y="1736"/>
                      </a:lnTo>
                      <a:lnTo>
                        <a:pt x="552" y="1736"/>
                      </a:lnTo>
                      <a:lnTo>
                        <a:pt x="5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8" name="Google Shape;2908;p49"/>
                <p:cNvSpPr/>
                <p:nvPr/>
              </p:nvSpPr>
              <p:spPr>
                <a:xfrm>
                  <a:off x="3161837" y="2172489"/>
                  <a:ext cx="31888" cy="63631"/>
                </a:xfrm>
                <a:custGeom>
                  <a:avLst/>
                  <a:gdLst/>
                  <a:ahLst/>
                  <a:cxnLst/>
                  <a:rect l="l" t="t" r="r" b="b"/>
                  <a:pathLst>
                    <a:path w="864" h="1737" extrusionOk="0">
                      <a:moveTo>
                        <a:pt x="542" y="1"/>
                      </a:moveTo>
                      <a:lnTo>
                        <a:pt x="1" y="1736"/>
                      </a:lnTo>
                      <a:lnTo>
                        <a:pt x="552" y="1736"/>
                      </a:lnTo>
                      <a:lnTo>
                        <a:pt x="8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49"/>
                <p:cNvSpPr/>
                <p:nvPr/>
              </p:nvSpPr>
              <p:spPr>
                <a:xfrm>
                  <a:off x="3192950" y="2172489"/>
                  <a:ext cx="36317" cy="63631"/>
                </a:xfrm>
                <a:custGeom>
                  <a:avLst/>
                  <a:gdLst/>
                  <a:ahLst/>
                  <a:cxnLst/>
                  <a:rect l="l" t="t" r="r" b="b"/>
                  <a:pathLst>
                    <a:path w="984" h="1737" extrusionOk="0">
                      <a:moveTo>
                        <a:pt x="662" y="1"/>
                      </a:moveTo>
                      <a:lnTo>
                        <a:pt x="0" y="1736"/>
                      </a:lnTo>
                      <a:lnTo>
                        <a:pt x="552" y="1736"/>
                      </a:lnTo>
                      <a:lnTo>
                        <a:pt x="9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49"/>
                <p:cNvSpPr/>
                <p:nvPr/>
              </p:nvSpPr>
              <p:spPr>
                <a:xfrm>
                  <a:off x="3315852" y="2172489"/>
                  <a:ext cx="36317" cy="63631"/>
                </a:xfrm>
                <a:custGeom>
                  <a:avLst/>
                  <a:gdLst/>
                  <a:ahLst/>
                  <a:cxnLst/>
                  <a:rect l="l" t="t" r="r" b="b"/>
                  <a:pathLst>
                    <a:path w="984" h="1737" extrusionOk="0">
                      <a:moveTo>
                        <a:pt x="663" y="1"/>
                      </a:moveTo>
                      <a:lnTo>
                        <a:pt x="1" y="1736"/>
                      </a:lnTo>
                      <a:lnTo>
                        <a:pt x="552" y="1736"/>
                      </a:lnTo>
                      <a:lnTo>
                        <a:pt x="9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1" name="Google Shape;2911;p49"/>
                <p:cNvSpPr/>
                <p:nvPr/>
              </p:nvSpPr>
              <p:spPr>
                <a:xfrm>
                  <a:off x="3438754" y="2172489"/>
                  <a:ext cx="36317" cy="63631"/>
                </a:xfrm>
                <a:custGeom>
                  <a:avLst/>
                  <a:gdLst/>
                  <a:ahLst/>
                  <a:cxnLst/>
                  <a:rect l="l" t="t" r="r" b="b"/>
                  <a:pathLst>
                    <a:path w="984" h="1737" extrusionOk="0">
                      <a:moveTo>
                        <a:pt x="663" y="1"/>
                      </a:moveTo>
                      <a:lnTo>
                        <a:pt x="1" y="1736"/>
                      </a:lnTo>
                      <a:lnTo>
                        <a:pt x="542" y="1736"/>
                      </a:lnTo>
                      <a:lnTo>
                        <a:pt x="9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2" name="Google Shape;2912;p49"/>
                <p:cNvSpPr/>
                <p:nvPr/>
              </p:nvSpPr>
              <p:spPr>
                <a:xfrm>
                  <a:off x="3561656" y="2172489"/>
                  <a:ext cx="36317" cy="63631"/>
                </a:xfrm>
                <a:custGeom>
                  <a:avLst/>
                  <a:gdLst/>
                  <a:ahLst/>
                  <a:cxnLst/>
                  <a:rect l="l" t="t" r="r" b="b"/>
                  <a:pathLst>
                    <a:path w="984" h="1737" extrusionOk="0">
                      <a:moveTo>
                        <a:pt x="663" y="1"/>
                      </a:moveTo>
                      <a:lnTo>
                        <a:pt x="1" y="1736"/>
                      </a:lnTo>
                      <a:lnTo>
                        <a:pt x="542" y="1736"/>
                      </a:lnTo>
                      <a:lnTo>
                        <a:pt x="9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3" name="Google Shape;2913;p49"/>
                <p:cNvSpPr/>
                <p:nvPr/>
              </p:nvSpPr>
              <p:spPr>
                <a:xfrm>
                  <a:off x="3684188" y="2172489"/>
                  <a:ext cx="36317" cy="63631"/>
                </a:xfrm>
                <a:custGeom>
                  <a:avLst/>
                  <a:gdLst/>
                  <a:ahLst/>
                  <a:cxnLst/>
                  <a:rect l="l" t="t" r="r" b="b"/>
                  <a:pathLst>
                    <a:path w="984" h="1737" extrusionOk="0">
                      <a:moveTo>
                        <a:pt x="673" y="1"/>
                      </a:moveTo>
                      <a:lnTo>
                        <a:pt x="1" y="1736"/>
                      </a:lnTo>
                      <a:lnTo>
                        <a:pt x="553" y="1736"/>
                      </a:lnTo>
                      <a:lnTo>
                        <a:pt x="98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4" name="Google Shape;2914;p49"/>
                <p:cNvSpPr/>
                <p:nvPr/>
              </p:nvSpPr>
              <p:spPr>
                <a:xfrm>
                  <a:off x="3807127" y="2172489"/>
                  <a:ext cx="36317" cy="63631"/>
                </a:xfrm>
                <a:custGeom>
                  <a:avLst/>
                  <a:gdLst/>
                  <a:ahLst/>
                  <a:cxnLst/>
                  <a:rect l="l" t="t" r="r" b="b"/>
                  <a:pathLst>
                    <a:path w="984" h="1737" extrusionOk="0">
                      <a:moveTo>
                        <a:pt x="662" y="1"/>
                      </a:moveTo>
                      <a:lnTo>
                        <a:pt x="0" y="1736"/>
                      </a:lnTo>
                      <a:lnTo>
                        <a:pt x="552" y="1736"/>
                      </a:lnTo>
                      <a:lnTo>
                        <a:pt x="98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5" name="Google Shape;2915;p49"/>
                <p:cNvSpPr/>
                <p:nvPr/>
              </p:nvSpPr>
              <p:spPr>
                <a:xfrm>
                  <a:off x="3930029" y="2172489"/>
                  <a:ext cx="36317" cy="63631"/>
                </a:xfrm>
                <a:custGeom>
                  <a:avLst/>
                  <a:gdLst/>
                  <a:ahLst/>
                  <a:cxnLst/>
                  <a:rect l="l" t="t" r="r" b="b"/>
                  <a:pathLst>
                    <a:path w="984" h="1737" extrusionOk="0">
                      <a:moveTo>
                        <a:pt x="662" y="1"/>
                      </a:moveTo>
                      <a:lnTo>
                        <a:pt x="0" y="1736"/>
                      </a:lnTo>
                      <a:lnTo>
                        <a:pt x="542" y="1736"/>
                      </a:lnTo>
                      <a:lnTo>
                        <a:pt x="983" y="1"/>
                      </a:lnTo>
                      <a:lnTo>
                        <a:pt x="66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6" name="Google Shape;2916;p49"/>
                <p:cNvSpPr/>
                <p:nvPr/>
              </p:nvSpPr>
              <p:spPr>
                <a:xfrm>
                  <a:off x="4052931" y="2167727"/>
                  <a:ext cx="37424" cy="68393"/>
                </a:xfrm>
                <a:custGeom>
                  <a:avLst/>
                  <a:gdLst/>
                  <a:ahLst/>
                  <a:cxnLst/>
                  <a:rect l="l" t="t" r="r" b="b"/>
                  <a:pathLst>
                    <a:path w="1014" h="1867" extrusionOk="0">
                      <a:moveTo>
                        <a:pt x="702" y="21"/>
                      </a:moveTo>
                      <a:lnTo>
                        <a:pt x="0" y="1866"/>
                      </a:lnTo>
                      <a:lnTo>
                        <a:pt x="542" y="1866"/>
                      </a:lnTo>
                      <a:lnTo>
                        <a:pt x="101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49"/>
                <p:cNvSpPr/>
                <p:nvPr/>
              </p:nvSpPr>
              <p:spPr>
                <a:xfrm>
                  <a:off x="3256984" y="2172489"/>
                  <a:ext cx="24101" cy="63631"/>
                </a:xfrm>
                <a:custGeom>
                  <a:avLst/>
                  <a:gdLst/>
                  <a:ahLst/>
                  <a:cxnLst/>
                  <a:rect l="l" t="t" r="r" b="b"/>
                  <a:pathLst>
                    <a:path w="653" h="1737" extrusionOk="0">
                      <a:moveTo>
                        <a:pt x="332" y="1"/>
                      </a:moveTo>
                      <a:lnTo>
                        <a:pt x="1" y="1736"/>
                      </a:lnTo>
                      <a:lnTo>
                        <a:pt x="552" y="1736"/>
                      </a:lnTo>
                      <a:lnTo>
                        <a:pt x="6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49"/>
                <p:cNvSpPr/>
                <p:nvPr/>
              </p:nvSpPr>
              <p:spPr>
                <a:xfrm>
                  <a:off x="3379886" y="2172489"/>
                  <a:ext cx="24101" cy="63631"/>
                </a:xfrm>
                <a:custGeom>
                  <a:avLst/>
                  <a:gdLst/>
                  <a:ahLst/>
                  <a:cxnLst/>
                  <a:rect l="l" t="t" r="r" b="b"/>
                  <a:pathLst>
                    <a:path w="653" h="1737" extrusionOk="0">
                      <a:moveTo>
                        <a:pt x="332" y="1"/>
                      </a:moveTo>
                      <a:lnTo>
                        <a:pt x="1" y="1736"/>
                      </a:lnTo>
                      <a:lnTo>
                        <a:pt x="542" y="1736"/>
                      </a:lnTo>
                      <a:lnTo>
                        <a:pt x="6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49"/>
                <p:cNvSpPr/>
                <p:nvPr/>
              </p:nvSpPr>
              <p:spPr>
                <a:xfrm>
                  <a:off x="3502419" y="2172489"/>
                  <a:ext cx="24470" cy="63631"/>
                </a:xfrm>
                <a:custGeom>
                  <a:avLst/>
                  <a:gdLst/>
                  <a:ahLst/>
                  <a:cxnLst/>
                  <a:rect l="l" t="t" r="r" b="b"/>
                  <a:pathLst>
                    <a:path w="663" h="1737" extrusionOk="0">
                      <a:moveTo>
                        <a:pt x="342" y="1"/>
                      </a:moveTo>
                      <a:lnTo>
                        <a:pt x="1" y="1736"/>
                      </a:lnTo>
                      <a:lnTo>
                        <a:pt x="553" y="1736"/>
                      </a:lnTo>
                      <a:lnTo>
                        <a:pt x="6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0" name="Google Shape;2920;p49"/>
                <p:cNvSpPr/>
                <p:nvPr/>
              </p:nvSpPr>
              <p:spPr>
                <a:xfrm>
                  <a:off x="3625358" y="2172489"/>
                  <a:ext cx="24101" cy="63631"/>
                </a:xfrm>
                <a:custGeom>
                  <a:avLst/>
                  <a:gdLst/>
                  <a:ahLst/>
                  <a:cxnLst/>
                  <a:rect l="l" t="t" r="r" b="b"/>
                  <a:pathLst>
                    <a:path w="653" h="1737" extrusionOk="0">
                      <a:moveTo>
                        <a:pt x="331" y="1"/>
                      </a:moveTo>
                      <a:lnTo>
                        <a:pt x="0" y="1736"/>
                      </a:lnTo>
                      <a:lnTo>
                        <a:pt x="552" y="1736"/>
                      </a:lnTo>
                      <a:lnTo>
                        <a:pt x="6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1" name="Google Shape;2921;p49"/>
                <p:cNvSpPr/>
                <p:nvPr/>
              </p:nvSpPr>
              <p:spPr>
                <a:xfrm>
                  <a:off x="3748260" y="2172489"/>
                  <a:ext cx="24101" cy="63631"/>
                </a:xfrm>
                <a:custGeom>
                  <a:avLst/>
                  <a:gdLst/>
                  <a:ahLst/>
                  <a:cxnLst/>
                  <a:rect l="l" t="t" r="r" b="b"/>
                  <a:pathLst>
                    <a:path w="653" h="1737" extrusionOk="0">
                      <a:moveTo>
                        <a:pt x="331" y="1"/>
                      </a:moveTo>
                      <a:lnTo>
                        <a:pt x="0" y="1736"/>
                      </a:lnTo>
                      <a:lnTo>
                        <a:pt x="552" y="1736"/>
                      </a:lnTo>
                      <a:lnTo>
                        <a:pt x="6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2" name="Google Shape;2922;p49"/>
                <p:cNvSpPr/>
                <p:nvPr/>
              </p:nvSpPr>
              <p:spPr>
                <a:xfrm>
                  <a:off x="3871162" y="2172489"/>
                  <a:ext cx="24101" cy="63631"/>
                </a:xfrm>
                <a:custGeom>
                  <a:avLst/>
                  <a:gdLst/>
                  <a:ahLst/>
                  <a:cxnLst/>
                  <a:rect l="l" t="t" r="r" b="b"/>
                  <a:pathLst>
                    <a:path w="653" h="1737" extrusionOk="0">
                      <a:moveTo>
                        <a:pt x="331" y="1"/>
                      </a:moveTo>
                      <a:lnTo>
                        <a:pt x="0" y="1736"/>
                      </a:lnTo>
                      <a:lnTo>
                        <a:pt x="542" y="1736"/>
                      </a:lnTo>
                      <a:lnTo>
                        <a:pt x="65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3" name="Google Shape;2923;p49"/>
                <p:cNvSpPr/>
                <p:nvPr/>
              </p:nvSpPr>
              <p:spPr>
                <a:xfrm>
                  <a:off x="3993695" y="2170657"/>
                  <a:ext cx="24470" cy="65462"/>
                </a:xfrm>
                <a:custGeom>
                  <a:avLst/>
                  <a:gdLst/>
                  <a:ahLst/>
                  <a:cxnLst/>
                  <a:rect l="l" t="t" r="r" b="b"/>
                  <a:pathLst>
                    <a:path w="663" h="1787" extrusionOk="0">
                      <a:moveTo>
                        <a:pt x="341" y="21"/>
                      </a:moveTo>
                      <a:lnTo>
                        <a:pt x="0" y="1786"/>
                      </a:lnTo>
                      <a:lnTo>
                        <a:pt x="552" y="1786"/>
                      </a:lnTo>
                      <a:lnTo>
                        <a:pt x="662" y="1"/>
                      </a:lnTo>
                      <a:cubicBezTo>
                        <a:pt x="552" y="11"/>
                        <a:pt x="452" y="11"/>
                        <a:pt x="341" y="2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4" name="Google Shape;2924;p49"/>
                <p:cNvSpPr/>
                <p:nvPr/>
              </p:nvSpPr>
              <p:spPr>
                <a:xfrm>
                  <a:off x="3230706" y="2172489"/>
                  <a:ext cx="21148" cy="63631"/>
                </a:xfrm>
                <a:custGeom>
                  <a:avLst/>
                  <a:gdLst/>
                  <a:ahLst/>
                  <a:cxnLst/>
                  <a:rect l="l" t="t" r="r" b="b"/>
                  <a:pathLst>
                    <a:path w="573" h="1737" extrusionOk="0">
                      <a:moveTo>
                        <a:pt x="251" y="1"/>
                      </a:moveTo>
                      <a:lnTo>
                        <a:pt x="0" y="1736"/>
                      </a:lnTo>
                      <a:lnTo>
                        <a:pt x="542" y="1736"/>
                      </a:lnTo>
                      <a:lnTo>
                        <a:pt x="5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49"/>
                <p:cNvSpPr/>
                <p:nvPr/>
              </p:nvSpPr>
              <p:spPr>
                <a:xfrm>
                  <a:off x="3353239" y="2172489"/>
                  <a:ext cx="21148" cy="63631"/>
                </a:xfrm>
                <a:custGeom>
                  <a:avLst/>
                  <a:gdLst/>
                  <a:ahLst/>
                  <a:cxnLst/>
                  <a:rect l="l" t="t" r="r" b="b"/>
                  <a:pathLst>
                    <a:path w="573" h="1737" extrusionOk="0">
                      <a:moveTo>
                        <a:pt x="251" y="1"/>
                      </a:moveTo>
                      <a:lnTo>
                        <a:pt x="1" y="1736"/>
                      </a:lnTo>
                      <a:lnTo>
                        <a:pt x="552" y="1736"/>
                      </a:lnTo>
                      <a:lnTo>
                        <a:pt x="5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6" name="Google Shape;2926;p49"/>
                <p:cNvSpPr/>
                <p:nvPr/>
              </p:nvSpPr>
              <p:spPr>
                <a:xfrm>
                  <a:off x="3476141" y="2172489"/>
                  <a:ext cx="21148" cy="63631"/>
                </a:xfrm>
                <a:custGeom>
                  <a:avLst/>
                  <a:gdLst/>
                  <a:ahLst/>
                  <a:cxnLst/>
                  <a:rect l="l" t="t" r="r" b="b"/>
                  <a:pathLst>
                    <a:path w="573" h="1737" extrusionOk="0">
                      <a:moveTo>
                        <a:pt x="251" y="1"/>
                      </a:moveTo>
                      <a:lnTo>
                        <a:pt x="1" y="1736"/>
                      </a:lnTo>
                      <a:lnTo>
                        <a:pt x="552" y="1736"/>
                      </a:lnTo>
                      <a:lnTo>
                        <a:pt x="5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7" name="Google Shape;2927;p49"/>
                <p:cNvSpPr/>
                <p:nvPr/>
              </p:nvSpPr>
              <p:spPr>
                <a:xfrm>
                  <a:off x="3599043" y="2172489"/>
                  <a:ext cx="21148" cy="63631"/>
                </a:xfrm>
                <a:custGeom>
                  <a:avLst/>
                  <a:gdLst/>
                  <a:ahLst/>
                  <a:cxnLst/>
                  <a:rect l="l" t="t" r="r" b="b"/>
                  <a:pathLst>
                    <a:path w="573" h="1737" extrusionOk="0">
                      <a:moveTo>
                        <a:pt x="252" y="1"/>
                      </a:moveTo>
                      <a:lnTo>
                        <a:pt x="1" y="1736"/>
                      </a:lnTo>
                      <a:lnTo>
                        <a:pt x="553" y="1736"/>
                      </a:lnTo>
                      <a:lnTo>
                        <a:pt x="5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49"/>
                <p:cNvSpPr/>
                <p:nvPr/>
              </p:nvSpPr>
              <p:spPr>
                <a:xfrm>
                  <a:off x="3721982" y="2172489"/>
                  <a:ext cx="21111" cy="63631"/>
                </a:xfrm>
                <a:custGeom>
                  <a:avLst/>
                  <a:gdLst/>
                  <a:ahLst/>
                  <a:cxnLst/>
                  <a:rect l="l" t="t" r="r" b="b"/>
                  <a:pathLst>
                    <a:path w="572" h="1737" extrusionOk="0">
                      <a:moveTo>
                        <a:pt x="251" y="1"/>
                      </a:moveTo>
                      <a:lnTo>
                        <a:pt x="0" y="1736"/>
                      </a:lnTo>
                      <a:lnTo>
                        <a:pt x="542" y="1736"/>
                      </a:lnTo>
                      <a:lnTo>
                        <a:pt x="5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9" name="Google Shape;2929;p49"/>
                <p:cNvSpPr/>
                <p:nvPr/>
              </p:nvSpPr>
              <p:spPr>
                <a:xfrm>
                  <a:off x="3844884" y="2172489"/>
                  <a:ext cx="21111" cy="63631"/>
                </a:xfrm>
                <a:custGeom>
                  <a:avLst/>
                  <a:gdLst/>
                  <a:ahLst/>
                  <a:cxnLst/>
                  <a:rect l="l" t="t" r="r" b="b"/>
                  <a:pathLst>
                    <a:path w="572" h="1737" extrusionOk="0">
                      <a:moveTo>
                        <a:pt x="251" y="1"/>
                      </a:moveTo>
                      <a:lnTo>
                        <a:pt x="0" y="1736"/>
                      </a:lnTo>
                      <a:lnTo>
                        <a:pt x="542" y="1736"/>
                      </a:lnTo>
                      <a:lnTo>
                        <a:pt x="572"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49"/>
                <p:cNvSpPr/>
                <p:nvPr/>
              </p:nvSpPr>
              <p:spPr>
                <a:xfrm>
                  <a:off x="3967417" y="2171756"/>
                  <a:ext cx="21111" cy="64363"/>
                </a:xfrm>
                <a:custGeom>
                  <a:avLst/>
                  <a:gdLst/>
                  <a:ahLst/>
                  <a:cxnLst/>
                  <a:rect l="l" t="t" r="r" b="b"/>
                  <a:pathLst>
                    <a:path w="572" h="1757" extrusionOk="0">
                      <a:moveTo>
                        <a:pt x="251" y="11"/>
                      </a:moveTo>
                      <a:lnTo>
                        <a:pt x="0" y="1756"/>
                      </a:lnTo>
                      <a:lnTo>
                        <a:pt x="552" y="1756"/>
                      </a:lnTo>
                      <a:lnTo>
                        <a:pt x="572" y="1"/>
                      </a:lnTo>
                      <a:lnTo>
                        <a:pt x="251" y="1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49"/>
                <p:cNvSpPr/>
                <p:nvPr/>
              </p:nvSpPr>
              <p:spPr>
                <a:xfrm>
                  <a:off x="3284739" y="2172489"/>
                  <a:ext cx="31888" cy="63631"/>
                </a:xfrm>
                <a:custGeom>
                  <a:avLst/>
                  <a:gdLst/>
                  <a:ahLst/>
                  <a:cxnLst/>
                  <a:rect l="l" t="t" r="r" b="b"/>
                  <a:pathLst>
                    <a:path w="864" h="1737" extrusionOk="0">
                      <a:moveTo>
                        <a:pt x="543" y="1"/>
                      </a:moveTo>
                      <a:lnTo>
                        <a:pt x="1" y="1736"/>
                      </a:lnTo>
                      <a:lnTo>
                        <a:pt x="553" y="1736"/>
                      </a:lnTo>
                      <a:lnTo>
                        <a:pt x="864"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49"/>
                <p:cNvSpPr/>
                <p:nvPr/>
              </p:nvSpPr>
              <p:spPr>
                <a:xfrm>
                  <a:off x="3407677" y="2172489"/>
                  <a:ext cx="31851" cy="63631"/>
                </a:xfrm>
                <a:custGeom>
                  <a:avLst/>
                  <a:gdLst/>
                  <a:ahLst/>
                  <a:cxnLst/>
                  <a:rect l="l" t="t" r="r" b="b"/>
                  <a:pathLst>
                    <a:path w="863" h="1737" extrusionOk="0">
                      <a:moveTo>
                        <a:pt x="542" y="1"/>
                      </a:moveTo>
                      <a:lnTo>
                        <a:pt x="0" y="1736"/>
                      </a:lnTo>
                      <a:lnTo>
                        <a:pt x="542" y="1736"/>
                      </a:lnTo>
                      <a:lnTo>
                        <a:pt x="8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49"/>
                <p:cNvSpPr/>
                <p:nvPr/>
              </p:nvSpPr>
              <p:spPr>
                <a:xfrm>
                  <a:off x="3530579" y="2172489"/>
                  <a:ext cx="31482" cy="63631"/>
                </a:xfrm>
                <a:custGeom>
                  <a:avLst/>
                  <a:gdLst/>
                  <a:ahLst/>
                  <a:cxnLst/>
                  <a:rect l="l" t="t" r="r" b="b"/>
                  <a:pathLst>
                    <a:path w="853" h="1737" extrusionOk="0">
                      <a:moveTo>
                        <a:pt x="532" y="1"/>
                      </a:moveTo>
                      <a:lnTo>
                        <a:pt x="0" y="1736"/>
                      </a:lnTo>
                      <a:lnTo>
                        <a:pt x="542" y="1736"/>
                      </a:lnTo>
                      <a:lnTo>
                        <a:pt x="85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49"/>
                <p:cNvSpPr/>
                <p:nvPr/>
              </p:nvSpPr>
              <p:spPr>
                <a:xfrm>
                  <a:off x="3653112" y="2172489"/>
                  <a:ext cx="31851" cy="63631"/>
                </a:xfrm>
                <a:custGeom>
                  <a:avLst/>
                  <a:gdLst/>
                  <a:ahLst/>
                  <a:cxnLst/>
                  <a:rect l="l" t="t" r="r" b="b"/>
                  <a:pathLst>
                    <a:path w="863" h="1737" extrusionOk="0">
                      <a:moveTo>
                        <a:pt x="542" y="1"/>
                      </a:moveTo>
                      <a:lnTo>
                        <a:pt x="0" y="1736"/>
                      </a:lnTo>
                      <a:lnTo>
                        <a:pt x="552" y="1736"/>
                      </a:lnTo>
                      <a:lnTo>
                        <a:pt x="8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49"/>
                <p:cNvSpPr/>
                <p:nvPr/>
              </p:nvSpPr>
              <p:spPr>
                <a:xfrm>
                  <a:off x="3776014" y="2172489"/>
                  <a:ext cx="31888" cy="63631"/>
                </a:xfrm>
                <a:custGeom>
                  <a:avLst/>
                  <a:gdLst/>
                  <a:ahLst/>
                  <a:cxnLst/>
                  <a:rect l="l" t="t" r="r" b="b"/>
                  <a:pathLst>
                    <a:path w="864" h="1737" extrusionOk="0">
                      <a:moveTo>
                        <a:pt x="542" y="1"/>
                      </a:moveTo>
                      <a:lnTo>
                        <a:pt x="0" y="1736"/>
                      </a:lnTo>
                      <a:lnTo>
                        <a:pt x="552" y="1736"/>
                      </a:lnTo>
                      <a:lnTo>
                        <a:pt x="8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49"/>
                <p:cNvSpPr/>
                <p:nvPr/>
              </p:nvSpPr>
              <p:spPr>
                <a:xfrm>
                  <a:off x="3898916" y="2172489"/>
                  <a:ext cx="31888" cy="63631"/>
                </a:xfrm>
                <a:custGeom>
                  <a:avLst/>
                  <a:gdLst/>
                  <a:ahLst/>
                  <a:cxnLst/>
                  <a:rect l="l" t="t" r="r" b="b"/>
                  <a:pathLst>
                    <a:path w="864" h="1737" extrusionOk="0">
                      <a:moveTo>
                        <a:pt x="542" y="1"/>
                      </a:moveTo>
                      <a:lnTo>
                        <a:pt x="1" y="1736"/>
                      </a:lnTo>
                      <a:lnTo>
                        <a:pt x="552" y="1736"/>
                      </a:lnTo>
                      <a:lnTo>
                        <a:pt x="86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49"/>
                <p:cNvSpPr/>
                <p:nvPr/>
              </p:nvSpPr>
              <p:spPr>
                <a:xfrm>
                  <a:off x="4021818" y="2168459"/>
                  <a:ext cx="32257" cy="67660"/>
                </a:xfrm>
                <a:custGeom>
                  <a:avLst/>
                  <a:gdLst/>
                  <a:ahLst/>
                  <a:cxnLst/>
                  <a:rect l="l" t="t" r="r" b="b"/>
                  <a:pathLst>
                    <a:path w="874" h="1847" extrusionOk="0">
                      <a:moveTo>
                        <a:pt x="562" y="21"/>
                      </a:moveTo>
                      <a:lnTo>
                        <a:pt x="1" y="1846"/>
                      </a:lnTo>
                      <a:lnTo>
                        <a:pt x="542" y="1846"/>
                      </a:lnTo>
                      <a:lnTo>
                        <a:pt x="873"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All about U.S. Navy Day by Slidesgo">
  <a:themeElements>
    <a:clrScheme name="Simple Light">
      <a:dk1>
        <a:srgbClr val="FFFFFF"/>
      </a:dk1>
      <a:lt1>
        <a:srgbClr val="1D262D"/>
      </a:lt1>
      <a:dk2>
        <a:srgbClr val="003245"/>
      </a:dk2>
      <a:lt2>
        <a:srgbClr val="36556E"/>
      </a:lt2>
      <a:accent1>
        <a:srgbClr val="008096"/>
      </a:accent1>
      <a:accent2>
        <a:srgbClr val="6B99B5"/>
      </a:accent2>
      <a:accent3>
        <a:srgbClr val="B2CFEA"/>
      </a:accent3>
      <a:accent4>
        <a:srgbClr val="930000"/>
      </a:accent4>
      <a:accent5>
        <a:srgbClr val="F2736D"/>
      </a:accent5>
      <a:accent6>
        <a:srgbClr val="FCF1C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175</Words>
  <Application>Microsoft Office PowerPoint</Application>
  <PresentationFormat>On-screen Show (16:9)</PresentationFormat>
  <Paragraphs>29</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Lato</vt:lpstr>
      <vt:lpstr>Domine</vt:lpstr>
      <vt:lpstr>All about U.S. Navy Day by Slidesgo</vt:lpstr>
      <vt:lpstr>Theseus </vt:lpstr>
      <vt:lpstr>PowerPoint Presentation</vt:lpstr>
      <vt:lpstr>Theseus </vt:lpstr>
      <vt:lpstr>Local UUV models</vt:lpstr>
      <vt:lpstr>Hardware </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Hatch, Carolina</cp:lastModifiedBy>
  <cp:revision>3</cp:revision>
  <cp:lastPrinted>2026-06-19T00:30:38Z</cp:lastPrinted>
  <dcterms:modified xsi:type="dcterms:W3CDTF">2026-06-19T00:32:17Z</dcterms:modified>
</cp:coreProperties>
</file>